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b6dd405064598" /><Relationship Type="http://schemas.openxmlformats.org/officeDocument/2006/relationships/extended-properties" Target="/docProps/app.xml" Id="R6b9c96c02460429e" /><Relationship Type="http://schemas.openxmlformats.org/officeDocument/2006/relationships/officeDocument" Target="/ppt/presentation.xml" Id="Raf4fbc5f9185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8e83b24c2a4144"/>
  </p:sldMasterIdLst>
  <p:notesMasterIdLst>
    <p:notesMasterId xmlns:r="http://schemas.openxmlformats.org/officeDocument/2006/relationships" r:id="R4d995739adf24ad4"/>
  </p:notesMasterIdLst>
  <p:sldIdLst>
    <p:sldId xmlns:r="http://schemas.openxmlformats.org/officeDocument/2006/relationships" id="256" r:id="Rd8fd35230a83445b"/>
    <p:sldId xmlns:r="http://schemas.openxmlformats.org/officeDocument/2006/relationships" id="257" r:id="R482e7e8229b54737"/>
    <p:sldId xmlns:r="http://schemas.openxmlformats.org/officeDocument/2006/relationships" id="258" r:id="R85d152ac13a54a06"/>
    <p:sldId xmlns:r="http://schemas.openxmlformats.org/officeDocument/2006/relationships" id="259" r:id="Ra60d237db0d144c7"/>
    <p:sldId xmlns:r="http://schemas.openxmlformats.org/officeDocument/2006/relationships" id="260" r:id="Rb520f2d9e95549d0"/>
    <p:sldId xmlns:r="http://schemas.openxmlformats.org/officeDocument/2006/relationships" id="261" r:id="Rdab7cbb851f34433"/>
    <p:sldId xmlns:r="http://schemas.openxmlformats.org/officeDocument/2006/relationships" id="262" r:id="R10a8674453cd430a"/>
    <p:sldId xmlns:r="http://schemas.openxmlformats.org/officeDocument/2006/relationships" id="263" r:id="Rc5daebbb62454385"/>
    <p:sldId xmlns:r="http://schemas.openxmlformats.org/officeDocument/2006/relationships" id="264" r:id="R0a6f28943a0c4c53"/>
    <p:sldId xmlns:r="http://schemas.openxmlformats.org/officeDocument/2006/relationships" id="265" r:id="Rad53706108824121"/>
    <p:sldId xmlns:r="http://schemas.openxmlformats.org/officeDocument/2006/relationships" id="266" r:id="Rc05a7db487384d1c"/>
    <p:sldId xmlns:r="http://schemas.openxmlformats.org/officeDocument/2006/relationships" id="267" r:id="Rf39e19f2148d46a7"/>
    <p:sldId xmlns:r="http://schemas.openxmlformats.org/officeDocument/2006/relationships" id="268" r:id="R2c4e216abff0470a"/>
    <p:sldId xmlns:r="http://schemas.openxmlformats.org/officeDocument/2006/relationships" id="269" r:id="R175e77e737fc44ba"/>
    <p:sldId xmlns:r="http://schemas.openxmlformats.org/officeDocument/2006/relationships" id="270" r:id="R6ac6afc2e6034069"/>
    <p:sldId xmlns:r="http://schemas.openxmlformats.org/officeDocument/2006/relationships" id="271" r:id="Rf089934a145d4ad0"/>
    <p:sldId xmlns:r="http://schemas.openxmlformats.org/officeDocument/2006/relationships" id="272" r:id="Re5aaf3c3c2574f86"/>
    <p:sldId xmlns:r="http://schemas.openxmlformats.org/officeDocument/2006/relationships" id="273" r:id="Re5d5537ea57e4b02"/>
    <p:sldId xmlns:r="http://schemas.openxmlformats.org/officeDocument/2006/relationships" id="274" r:id="R9289a39e2f7c44b7"/>
    <p:sldId xmlns:r="http://schemas.openxmlformats.org/officeDocument/2006/relationships" id="275" r:id="R3e4b3aa286db4e8a"/>
    <p:sldId xmlns:r="http://schemas.openxmlformats.org/officeDocument/2006/relationships" id="276" r:id="Rf4b6395a58434c3e"/>
    <p:sldId xmlns:r="http://schemas.openxmlformats.org/officeDocument/2006/relationships" id="277" r:id="R7e1ba88aa6904b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d9f07715c430a" /><Relationship Type="http://schemas.openxmlformats.org/officeDocument/2006/relationships/slideMaster" Target="/ppt/slideMasters/slideMaster1.xml" Id="R098e83b24c2a4144" /><Relationship Type="http://schemas.openxmlformats.org/officeDocument/2006/relationships/notesMaster" Target="/ppt/notesMasters/notesMaster1.xml" Id="R4d995739adf24ad4" /><Relationship Type="http://schemas.openxmlformats.org/officeDocument/2006/relationships/presProps" Target="/ppt/presProps.xml" Id="R0da29a8d5fb44e0a" /><Relationship Type="http://schemas.openxmlformats.org/officeDocument/2006/relationships/tableStyles" Target="/ppt/tableStyles.xml" Id="R6d7d766526e24f94" /><Relationship Type="http://schemas.openxmlformats.org/officeDocument/2006/relationships/slide" Target="/ppt/slides/slide1.xml" Id="Rd8fd35230a83445b" /><Relationship Type="http://schemas.openxmlformats.org/officeDocument/2006/relationships/slide" Target="/ppt/slides/slide2.xml" Id="R482e7e8229b54737" /><Relationship Type="http://schemas.openxmlformats.org/officeDocument/2006/relationships/slide" Target="/ppt/slides/slide3.xml" Id="R85d152ac13a54a06" /><Relationship Type="http://schemas.openxmlformats.org/officeDocument/2006/relationships/slide" Target="/ppt/slides/slide4.xml" Id="Ra60d237db0d144c7" /><Relationship Type="http://schemas.openxmlformats.org/officeDocument/2006/relationships/slide" Target="/ppt/slides/slide5.xml" Id="Rb520f2d9e95549d0" /><Relationship Type="http://schemas.openxmlformats.org/officeDocument/2006/relationships/slide" Target="/ppt/slides/slide6.xml" Id="Rdab7cbb851f34433" /><Relationship Type="http://schemas.openxmlformats.org/officeDocument/2006/relationships/slide" Target="/ppt/slides/slide7.xml" Id="R10a8674453cd430a" /><Relationship Type="http://schemas.openxmlformats.org/officeDocument/2006/relationships/slide" Target="/ppt/slides/slide8.xml" Id="Rc5daebbb62454385" /><Relationship Type="http://schemas.openxmlformats.org/officeDocument/2006/relationships/slide" Target="/ppt/slides/slide9.xml" Id="R0a6f28943a0c4c53" /><Relationship Type="http://schemas.openxmlformats.org/officeDocument/2006/relationships/slide" Target="/ppt/slides/slide10.xml" Id="Rad53706108824121" /><Relationship Type="http://schemas.openxmlformats.org/officeDocument/2006/relationships/slide" Target="/ppt/slides/slide11.xml" Id="Rc05a7db487384d1c" /><Relationship Type="http://schemas.openxmlformats.org/officeDocument/2006/relationships/slide" Target="/ppt/slides/slide12.xml" Id="Rf39e19f2148d46a7" /><Relationship Type="http://schemas.openxmlformats.org/officeDocument/2006/relationships/slide" Target="/ppt/slides/slide13.xml" Id="R2c4e216abff0470a" /><Relationship Type="http://schemas.openxmlformats.org/officeDocument/2006/relationships/slide" Target="/ppt/slides/slide14.xml" Id="R175e77e737fc44ba" /><Relationship Type="http://schemas.openxmlformats.org/officeDocument/2006/relationships/slide" Target="/ppt/slides/slide15.xml" Id="R6ac6afc2e6034069" /><Relationship Type="http://schemas.openxmlformats.org/officeDocument/2006/relationships/slide" Target="/ppt/slides/slide16.xml" Id="Rf089934a145d4ad0" /><Relationship Type="http://schemas.openxmlformats.org/officeDocument/2006/relationships/slide" Target="/ppt/slides/slide17.xml" Id="Re5aaf3c3c2574f86" /><Relationship Type="http://schemas.openxmlformats.org/officeDocument/2006/relationships/slide" Target="/ppt/slides/slide18.xml" Id="Re5d5537ea57e4b02" /><Relationship Type="http://schemas.openxmlformats.org/officeDocument/2006/relationships/slide" Target="/ppt/slides/slide19.xml" Id="R9289a39e2f7c44b7" /><Relationship Type="http://schemas.openxmlformats.org/officeDocument/2006/relationships/slide" Target="/ppt/slides/slide20.xml" Id="R3e4b3aa286db4e8a" /><Relationship Type="http://schemas.openxmlformats.org/officeDocument/2006/relationships/slide" Target="/ppt/slides/slide21.xml" Id="Rf4b6395a58434c3e" /><Relationship Type="http://schemas.openxmlformats.org/officeDocument/2006/relationships/slide" Target="/ppt/slides/slide22.xml" Id="R7e1ba88aa690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8b9a9e172345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5c5d10700f4f6d" /><Relationship Type="http://schemas.openxmlformats.org/officeDocument/2006/relationships/notesMaster" Target="/ppt/notesMasters/notesMaster1.xml" Id="R1480aadace68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4f377c7dc4f39" /><Relationship Type="http://schemas.openxmlformats.org/officeDocument/2006/relationships/notesMaster" Target="/ppt/notesMasters/notesMaster1.xml" Id="Rf4fad1f5523a42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277a5debe54cf1" /><Relationship Type="http://schemas.openxmlformats.org/officeDocument/2006/relationships/notesMaster" Target="/ppt/notesMasters/notesMaster1.xml" Id="R100bd860938a4c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805f0b0ced4638" /><Relationship Type="http://schemas.openxmlformats.org/officeDocument/2006/relationships/notesMaster" Target="/ppt/notesMasters/notesMaster1.xml" Id="R71d11ea176d9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4f7b9df951499c" /><Relationship Type="http://schemas.openxmlformats.org/officeDocument/2006/relationships/notesMaster" Target="/ppt/notesMasters/notesMaster1.xml" Id="R253718f97c9b41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028bbbec1b4108" /><Relationship Type="http://schemas.openxmlformats.org/officeDocument/2006/relationships/notesMaster" Target="/ppt/notesMasters/notesMaster1.xml" Id="R7cf30c29376747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60a654015d4d8c" /><Relationship Type="http://schemas.openxmlformats.org/officeDocument/2006/relationships/notesMaster" Target="/ppt/notesMasters/notesMaster1.xml" Id="Rb718d332024840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ef1f3aa52e4589" /><Relationship Type="http://schemas.openxmlformats.org/officeDocument/2006/relationships/notesMaster" Target="/ppt/notesMasters/notesMaster1.xml" Id="R0ed6d3940a514d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fa25f56b9c4b1d" /><Relationship Type="http://schemas.openxmlformats.org/officeDocument/2006/relationships/notesMaster" Target="/ppt/notesMasters/notesMaster1.xml" Id="R928e276ca97748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d3c15f89ec40aa" /><Relationship Type="http://schemas.openxmlformats.org/officeDocument/2006/relationships/notesMaster" Target="/ppt/notesMasters/notesMaster1.xml" Id="Rb48399bf12dc44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377ab004ad4a76" /><Relationship Type="http://schemas.openxmlformats.org/officeDocument/2006/relationships/notesMaster" Target="/ppt/notesMasters/notesMaster1.xml" Id="R8e96bea7284740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1aaabaa4bf49e3" /><Relationship Type="http://schemas.openxmlformats.org/officeDocument/2006/relationships/notesMaster" Target="/ppt/notesMasters/notesMaster1.xml" Id="R57ac24a7b25740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490a4b8d5f4988" /><Relationship Type="http://schemas.openxmlformats.org/officeDocument/2006/relationships/notesMaster" Target="/ppt/notesMasters/notesMaster1.xml" Id="R4c4492e8900048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9a52aefb7d4624" /><Relationship Type="http://schemas.openxmlformats.org/officeDocument/2006/relationships/notesMaster" Target="/ppt/notesMasters/notesMaster1.xml" Id="R17a4245f639344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1e497f135240ea" /><Relationship Type="http://schemas.openxmlformats.org/officeDocument/2006/relationships/notesMaster" Target="/ppt/notesMasters/notesMaster1.xml" Id="R5c0ef59d81ba4c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baf6b8570c4ea6" /><Relationship Type="http://schemas.openxmlformats.org/officeDocument/2006/relationships/notesMaster" Target="/ppt/notesMasters/notesMaster1.xml" Id="Re1d35fe5679c4e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f71946e7d14fe2" /><Relationship Type="http://schemas.openxmlformats.org/officeDocument/2006/relationships/notesMaster" Target="/ppt/notesMasters/notesMaster1.xml" Id="Rffb0c486754e48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f24e7e16bf459c" /><Relationship Type="http://schemas.openxmlformats.org/officeDocument/2006/relationships/notesMaster" Target="/ppt/notesMasters/notesMaster1.xml" Id="R0758d0465e7145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c582f9d2ee4961" /><Relationship Type="http://schemas.openxmlformats.org/officeDocument/2006/relationships/notesMaster" Target="/ppt/notesMasters/notesMaster1.xml" Id="R8bc2d02de95346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07013faf7044be" /><Relationship Type="http://schemas.openxmlformats.org/officeDocument/2006/relationships/notesMaster" Target="/ppt/notesMasters/notesMaster1.xml" Id="R866370ad243d4e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0c0609ab7445df" /><Relationship Type="http://schemas.openxmlformats.org/officeDocument/2006/relationships/notesMaster" Target="/ppt/notesMasters/notesMaster1.xml" Id="R0456bd7213b245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f0d02c5b664429" /><Relationship Type="http://schemas.openxmlformats.org/officeDocument/2006/relationships/notesMaster" Target="/ppt/notesMasters/notesMaster1.xml" Id="R86cd08daaa09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3e038827949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90002112a54bf4" /><Relationship Type="http://schemas.openxmlformats.org/officeDocument/2006/relationships/slideLayout" Target="/ppt/slideLayouts/slideLayout1.xml" Id="R5ec579c7f99649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579c7f99649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6c9d46677453e" /><Relationship Type="http://schemas.openxmlformats.org/officeDocument/2006/relationships/notesSlide" Target="/ppt/notesSlides/notesSlide1.xml" Id="R2c4b6a344d0a45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462b776e4feb" /><Relationship Type="http://schemas.openxmlformats.org/officeDocument/2006/relationships/notesSlide" Target="/ppt/notesSlides/notesSlide2.xml" Id="R0e052c5a74ed45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e59347ee5423c" /><Relationship Type="http://schemas.openxmlformats.org/officeDocument/2006/relationships/notesSlide" Target="/ppt/notesSlides/notesSlide3.xml" Id="R795b50c6aac444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c6dd945a24a0f" /><Relationship Type="http://schemas.openxmlformats.org/officeDocument/2006/relationships/notesSlide" Target="/ppt/notesSlides/notesSlide4.xml" Id="R1118942ad85947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5b2020e374a3d" /><Relationship Type="http://schemas.openxmlformats.org/officeDocument/2006/relationships/notesSlide" Target="/ppt/notesSlides/notesSlide5.xml" Id="R4286a7fac34348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fbf771c0c436b" /><Relationship Type="http://schemas.openxmlformats.org/officeDocument/2006/relationships/notesSlide" Target="/ppt/notesSlides/notesSlide6.xml" Id="Rc2cfce5bb20549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1b17b7c3244fd" /><Relationship Type="http://schemas.openxmlformats.org/officeDocument/2006/relationships/notesSlide" Target="/ppt/notesSlides/notesSlide7.xml" Id="R21784fc52f1c47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82f0cbeef4df6" /><Relationship Type="http://schemas.openxmlformats.org/officeDocument/2006/relationships/notesSlide" Target="/ppt/notesSlides/notesSlide8.xml" Id="Rad305318eb9549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623c2b1a348da" /><Relationship Type="http://schemas.openxmlformats.org/officeDocument/2006/relationships/notesSlide" Target="/ppt/notesSlides/notesSlide9.xml" Id="R5664339b562345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4e8bad6f94dc4" /><Relationship Type="http://schemas.openxmlformats.org/officeDocument/2006/relationships/notesSlide" Target="/ppt/notesSlides/notesSlide10.xml" Id="R5b08dd0807d24b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1fac7a7b4420b" /><Relationship Type="http://schemas.openxmlformats.org/officeDocument/2006/relationships/notesSlide" Target="/ppt/notesSlides/notesSlide11.xml" Id="Ra665f5467edd4d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dfe7feccc461c" /><Relationship Type="http://schemas.openxmlformats.org/officeDocument/2006/relationships/notesSlide" Target="/ppt/notesSlides/notesSlide12.xml" Id="R493cb91662f44f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d0d5120b24f12" /><Relationship Type="http://schemas.openxmlformats.org/officeDocument/2006/relationships/notesSlide" Target="/ppt/notesSlides/notesSlide13.xml" Id="Re72727bd1a3f4b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9c39efe344a16" /><Relationship Type="http://schemas.openxmlformats.org/officeDocument/2006/relationships/notesSlide" Target="/ppt/notesSlides/notesSlide14.xml" Id="Rb2613bbecb3447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4939ff0ed475c" /><Relationship Type="http://schemas.openxmlformats.org/officeDocument/2006/relationships/notesSlide" Target="/ppt/notesSlides/notesSlide15.xml" Id="Rdf8d9c42c88148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537ec31ba4b93" /><Relationship Type="http://schemas.openxmlformats.org/officeDocument/2006/relationships/notesSlide" Target="/ppt/notesSlides/notesSlide16.xml" Id="Rdb9fc7302ca942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563e55f4743a2" /><Relationship Type="http://schemas.openxmlformats.org/officeDocument/2006/relationships/notesSlide" Target="/ppt/notesSlides/notesSlide17.xml" Id="R2a7cb69c873745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63865345d4cab" /><Relationship Type="http://schemas.openxmlformats.org/officeDocument/2006/relationships/notesSlide" Target="/ppt/notesSlides/notesSlide18.xml" Id="R3677b319a13445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b80aa6bef4901" /><Relationship Type="http://schemas.openxmlformats.org/officeDocument/2006/relationships/notesSlide" Target="/ppt/notesSlides/notesSlide19.xml" Id="R2fc9efc9620e47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207cabbd1436e" /><Relationship Type="http://schemas.openxmlformats.org/officeDocument/2006/relationships/notesSlide" Target="/ppt/notesSlides/notesSlide20.xml" Id="Ra9ced5ac45d345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ce7bd4d944917" /><Relationship Type="http://schemas.openxmlformats.org/officeDocument/2006/relationships/notesSlide" Target="/ppt/notesSlides/notesSlide21.xml" Id="R9fffb430e6db4b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c4b0cf1904a6c" /><Relationship Type="http://schemas.openxmlformats.org/officeDocument/2006/relationships/notesSlide" Target="/ppt/notesSlides/notesSlide22.xml" Id="Red98e0a536134e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A59B4-592F-4564-BF94-60102B7B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16698-E206-4A35-9C12-8C5FD5B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כיתה י״א · 5 יח״ל THIS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F89FC-1F44-4827-9353-85B03445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MODULE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C3051-9056-4397-9BFC-833FF9E0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חורף או קיץ — לפי הנוכחות, העבודה וההתקדמות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מתחיל מהדבר החשוב ביותר: השנה כולכם אמורים לגשת לשאלון E. חלקכם בחורף וחלקכם בקיץ, לפי הנוכחות, העבודה הקשה וההתקדמות שתראו.</a:t>
            </a:r>
          </a:p>
        </p:txBody>
      </p:sp>
    </p:spTree>
    <p:extLst>
      <p:ext uri="{BB962C8B-B14F-4D97-AF65-F5344CB8AC3E}">
        <p14:creationId xmlns:p14="http://schemas.microsoft.com/office/powerpoint/2010/main" val="888765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2ACFB-8558-4266-ACBD-2C376C8F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36BDB-E3B6-488C-A60C-3C7443A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1B5EE-426E-45F1-ADF6-7B8F5BD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HOW THE DATE IS DECIDED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B57E0-DA21-4434-9478-DE296005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המועד נקבע לפי הדרך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נוכחות מגיעים לכיתה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עבודה מתרגלים ברצינות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התקדמות מראים מוכנות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ההחלטה לא תתבסס על מבחן אחד. אסתכל על הדרך: האם אתם מגיעים, עובדים ומתקדמים. נוכחות היא חלק מההכנה לבגרות, לא פרט טכני.</a:t>
            </a:r>
          </a:p>
        </p:txBody>
      </p:sp>
    </p:spTree>
    <p:extLst>
      <p:ext uri="{BB962C8B-B14F-4D97-AF65-F5344CB8AC3E}">
        <p14:creationId xmlns:p14="http://schemas.microsoft.com/office/powerpoint/2010/main" val="40324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9633A-2252-4847-9DD9-06FF2B19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ED2BA-1F81-49ED-9C52-6FC52E7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F5EA-DDDF-4661-9AFD-B5E54E89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ONE YEAR · TWO LEVELS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0080A-FF00-4FA2-B9FB-5EAD4AA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נבחנים ב־E — לומדים 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 הבחינה השנה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 רמת הלימוד בכיתה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אף שהבחינה הקרובה היא E, רמת הלימוד בכיתה תהיה G. כך אנחנו מכינים אתכם גם לשאלון G שאליו תיגשו בחורף הבא.</a:t>
            </a:r>
          </a:p>
        </p:txBody>
      </p:sp>
    </p:spTree>
    <p:extLst>
      <p:ext uri="{BB962C8B-B14F-4D97-AF65-F5344CB8AC3E}">
        <p14:creationId xmlns:p14="http://schemas.microsoft.com/office/powerpoint/2010/main" val="900861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76E77-A431-41BD-B7A5-3186637F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F43AD-335E-45B3-BF94-9EFEA1E8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99066-0DC1-49C1-8E5A-6553FFC1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READING LEVEL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B47B4-9499-45E6-B123-323DECC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NO E-LEVEL TEXTS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האנסינים של G מכסים גם את דרישות הקריאה של 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נעבוד על אנסינים ברמת E. מי שמסוגל להתמודד עם טקסט של G מוכן גם לדרישות של E, ולכן נתרגל כבר עכשיו ברמה הגבוהה יותר.</a:t>
            </a:r>
          </a:p>
        </p:txBody>
      </p:sp>
    </p:spTree>
    <p:extLst>
      <p:ext uri="{BB962C8B-B14F-4D97-AF65-F5344CB8AC3E}">
        <p14:creationId xmlns:p14="http://schemas.microsoft.com/office/powerpoint/2010/main" val="50892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8B806-C619-4096-ACF9-2FA5ED78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FB97E-633F-4C77-86C6-F7C5FE4D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8AEC8-A21F-4876-9953-C99E5200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OUR TWO-YEAR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4C885-3FEA-4EDC-81E0-A463594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מה לומדים — ומתי נבחנים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GRADE 11 Module E exam G reading &amp; writing 3 literature works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NEXT WINTER Module G exam Based on this year’s preparation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GRADE 12 COBE preparation 1 final literature work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השנה ניגשים ל-E, לומדים קריאה וכתיבה של G ומסיימים שלוש יצירות. בשנה הבאה ניגשים ל-G מההכנה הזאת, ולומדים COBE ויצירה אחרונה.</a:t>
            </a:r>
          </a:p>
        </p:txBody>
      </p:sp>
    </p:spTree>
    <p:extLst>
      <p:ext uri="{BB962C8B-B14F-4D97-AF65-F5344CB8AC3E}">
        <p14:creationId xmlns:p14="http://schemas.microsoft.com/office/powerpoint/2010/main" val="1113208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C8271-C330-4710-8D19-C9343354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72814-D623-442B-AE95-AA87DD58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77C8A-A6AF-4D7B-AB72-7CB2829B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YOUR TESTS THIS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2DD39-9334-4E16-9D5B-33BEC86E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שני מבנים למבחן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 TEXT + G WRITING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 TEXT + E VOCABULARY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אין כתיבת E · אין טקסטים ברמת 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כל מבחן יתחיל בטקסט G. לפעמים תצורף כתיבת G ולפעמים אוצר המילים של E. אין כתיבה של E, ולא יהיו טקסטים ברמת E.</a:t>
            </a:r>
          </a:p>
        </p:txBody>
      </p:sp>
    </p:spTree>
    <p:extLst>
      <p:ext uri="{BB962C8B-B14F-4D97-AF65-F5344CB8AC3E}">
        <p14:creationId xmlns:p14="http://schemas.microsoft.com/office/powerpoint/2010/main" val="1255843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927CC-379D-4BC8-9248-D90B0083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3CFB6-797A-4860-9B8F-7BDD84C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ED31A-A13D-4BD5-801E-DF11552D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WHY G FEELS HARD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60406-73D3-4E2B-A3AB-139537A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הקושי אינו רק במילים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מלכודות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תשובה שנשמעת נכונה — מול תשובה שהטקסט באמת מוכיח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טקסט G אינו קשה רק בגלל אוצר המילים. הקושי הגדול הוא להבדיל בין תשובה מפתה לבין תשובה שהטקסט באמת מוכיח. אפשר ללמוד לזהות את מבנה המלכודות.</a:t>
            </a:r>
          </a:p>
        </p:txBody>
      </p:sp>
    </p:spTree>
    <p:extLst>
      <p:ext uri="{BB962C8B-B14F-4D97-AF65-F5344CB8AC3E}">
        <p14:creationId xmlns:p14="http://schemas.microsoft.com/office/powerpoint/2010/main" val="537041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102C8-DCB7-48D7-AC88-4ED831A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87064-2EE0-4473-A987-DD3A4403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11658-DE2F-4E53-92A9-D6925256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TRAP 01 · SAME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7F82F-7997-46DC-B833-1D7A48A2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אותן מילים ≠ אותה משמעות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The program did not reduce pollution during its first year.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The program reduced pollution.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TEMPTING — BUT WRONG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התשובה משתמשת באותן מילים, ולכן היא נראית מוכרת. אבל did not משנה את המשמעות. לא מחפשים התאמת מילים; בודקים את הטענה המלאה.</a:t>
            </a:r>
          </a:p>
        </p:txBody>
      </p:sp>
    </p:spTree>
    <p:extLst>
      <p:ext uri="{BB962C8B-B14F-4D97-AF65-F5344CB8AC3E}">
        <p14:creationId xmlns:p14="http://schemas.microsoft.com/office/powerpoint/2010/main" val="1710640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CA6B0-31D3-4A24-8CE3-DFF56E80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E91B1-FDE6-48AB-953F-1E04755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DBCD2-A386-4544-B512-C6E4EE67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TRAP 02 · TRUE BUT IRRELEVANT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44838-6FDC-4FF5-8D06-7AFE1EE6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נכון בטקסט — לא עונה לשאלה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Students joined because they wanted to help younger children. Meetings took place every Tuesday.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Why did the students join?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Meetings took place every Tuesday.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האפשרות מספרת עובדה נכונה, אבל אינה עונה על Why. לפני שבוחרים מזהים מה ביקשו: סיבה, תוצאה, מטרה, דוגמה או עמדה.</a:t>
            </a:r>
          </a:p>
        </p:txBody>
      </p:sp>
    </p:spTree>
    <p:extLst>
      <p:ext uri="{BB962C8B-B14F-4D97-AF65-F5344CB8AC3E}">
        <p14:creationId xmlns:p14="http://schemas.microsoft.com/office/powerpoint/2010/main" val="964059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01B45-9D2D-4812-9D8F-AA6D3812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600A-D387-467A-95B4-1E4DCED2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9073-E1CE-47B1-BA4D-815E29BD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TRAP 03 · ALMOST RIGHT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E25C6-51A0-433F-936E-A814B9B9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מילה אחת משנה הכול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Most participants preferred online lessons.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MOST מה שהטקסט אומר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ALL מה שהמסיח טוען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תשובה יכולה להיות כמעט נכונה, אבל Most אינו All ו-Sometimes אינו Always. קוראים כל אפשרות עד הסוף ובודקים כל מילה.</a:t>
            </a:r>
          </a:p>
        </p:txBody>
      </p:sp>
    </p:spTree>
    <p:extLst>
      <p:ext uri="{BB962C8B-B14F-4D97-AF65-F5344CB8AC3E}">
        <p14:creationId xmlns:p14="http://schemas.microsoft.com/office/powerpoint/2010/main" val="1615182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7DCB5-6CA5-46EF-A67D-9F0407EA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5DB60-51D2-4446-9DFB-27EE5DBA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A3D17-B541-429F-BD47-88CDA24D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TRAP-KILLER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0F591-EC9D-4EB1-89C9-0635398A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לא מנחשים — מוכיחים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LOCATE → PROVE → ELIMINATE → ANSWER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את הבוט לתרגול אפתח מהקישור שיישלח לכם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קודם מאתרים את המקום בטקסט, מוצאים הוכחה, פוסלים את המסיחים ורק אז מסמנים. הבוט נועד לתרגל את התהליך הזה, לא לתת תשובות במקום התלמיד.</a:t>
            </a:r>
          </a:p>
        </p:txBody>
      </p:sp>
    </p:spTree>
    <p:extLst>
      <p:ext uri="{BB962C8B-B14F-4D97-AF65-F5344CB8AC3E}">
        <p14:creationId xmlns:p14="http://schemas.microsoft.com/office/powerpoint/2010/main" val="19444334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0A373-8EFF-4C54-9DAC-10A0F92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2A001-0D3F-4F23-9E8B-539C844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AB0B5-C518-4DEB-9F4A-81A5CB6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WRITING IS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38A81-5F8B-4B83-8336-4F0ED955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כתיבה יכולה להיות קלה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אתם שולטים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IDEA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EXAMPLE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WORDS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STRUCTURE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בניגוד לאנסין, בכתיבה אתם המחברים. אתם בוחרים רעיונות, דוגמאות, מילים ומבנים שאתם מכירים ויודעים לנסח בביטחון.</a:t>
            </a:r>
          </a:p>
        </p:txBody>
      </p:sp>
    </p:spTree>
    <p:extLst>
      <p:ext uri="{BB962C8B-B14F-4D97-AF65-F5344CB8AC3E}">
        <p14:creationId xmlns:p14="http://schemas.microsoft.com/office/powerpoint/2010/main" val="252327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E55C5-9AEC-43A3-B0FD-E62AA55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6FB4E-CC36-46F9-98F6-20987876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F1050-324D-4BD4-8D7A-9766D837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TRAIN THE THINKING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9BBA7-0DFB-46D4-95F3-DFAB39DC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לא משננים חיבור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מתמודדים עם נושאים מגוונים כדי ללמוד לגבש עמדה, נימוקים ודוגמאות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TECHNOLOGY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SCHOOL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VOLUNTEERING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SOCIAL MEDIA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נתמודד עם נושאים מגוונים כדי להרגיל את החשיבה. המטרה אינה לזכור דעה מוכנה, אלא לדעת לגבש עמדה, למצוא נימוקים ולבחור דוגמה מתאימה.</a:t>
            </a:r>
          </a:p>
        </p:txBody>
      </p:sp>
    </p:spTree>
    <p:extLst>
      <p:ext uri="{BB962C8B-B14F-4D97-AF65-F5344CB8AC3E}">
        <p14:creationId xmlns:p14="http://schemas.microsoft.com/office/powerpoint/2010/main" val="2036651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A07EA-3B19-4A9D-8DD8-29AD83F3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C210F-D4A9-4C22-A7B3-DFB830F4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A7944-551F-471C-B0AD-C45EE86A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 WRITING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D4977-C12D-4529-9F35-A1D2A0D2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מה נדרש מכם?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CLEAR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OPINION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REASONS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EXAMPLE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LINKING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ACCURACY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לא רעיון גאוני — תשובה ברורה ומפותחת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כתיבת G אינה דורשת רעיונות גאוניים. היא דורשת עמדה ברורה, פיתוח, דוגמה, קשר הגיוני בין המשפטים ושפה מדויקת.</a:t>
            </a:r>
          </a:p>
        </p:txBody>
      </p:sp>
    </p:spTree>
    <p:extLst>
      <p:ext uri="{BB962C8B-B14F-4D97-AF65-F5344CB8AC3E}">
        <p14:creationId xmlns:p14="http://schemas.microsoft.com/office/powerpoint/2010/main" val="121062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AE55E-D990-4DDC-8CD3-A51C83A9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30464-0C4C-4C4B-A020-B099929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7C7C9-0E20-49B2-A8F7-59BE362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UPGRADE THE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1F9AC-6977-4F31-9811-FCE3313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רעיון פשוט · ניסוח ברמת G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Technology makes learning more accessible. It helps students study independently.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Not only can technology make learning more accessible, but it can also help students study independently.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הרעיון נשאר פשוט. חיברנו שני משפטים שאנחנו יודעים לכתוב באמצעות מבנה מתקדם ובטוח. משפט G צריך להיות ברור, מדויק ומגוון, לא מלאכותי.</a:t>
            </a:r>
          </a:p>
        </p:txBody>
      </p:sp>
    </p:spTree>
    <p:extLst>
      <p:ext uri="{BB962C8B-B14F-4D97-AF65-F5344CB8AC3E}">
        <p14:creationId xmlns:p14="http://schemas.microsoft.com/office/powerpoint/2010/main" val="107686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7C275-F5DA-4293-A51D-C1E0EB8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0EC21-505E-4ADF-B46C-6902BF4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32ECB-D67F-44D2-9362-FC6F8296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ADVANCED GRAMMAR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2CB03-F6C1-46FE-8248-FA25A527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דקדוק שמשרת את הרעיון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NOT ONLY CONDITIONALS PASSIVE RELATIVE CLAUSES LINKING WORDS TENSE CONTROL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משתמשים רק במבנים ששולטים בהם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דקדוק מתקדם אינו אוסף משפטים ארוכים. זו היכולת לבחור מבנה שמתאים לרעיון. לא משתמשים במבנה שאיננו שולטים בו.</a:t>
            </a:r>
          </a:p>
        </p:txBody>
      </p:sp>
    </p:spTree>
    <p:extLst>
      <p:ext uri="{BB962C8B-B14F-4D97-AF65-F5344CB8AC3E}">
        <p14:creationId xmlns:p14="http://schemas.microsoft.com/office/powerpoint/2010/main" val="17250354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D9A8B-76F0-4733-BA0E-706D30A1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026B0-01FB-450C-9FEB-AF9BAE64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2DC2D-5276-4C85-985E-8B337F7B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TODAY AND ALL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5B606-DF87-4DF7-9906-2624F05B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היום מבינים — השנה לומדים לעומק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היום מבינים מה נדרש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כל השנה לומדים, מתרגלים ומשפרים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היום לא נלמד את כל הכתיבה והדקדוק בצורה יסודית. היום תראו את המפה ותבינו מה מצופה. במשך השנה נלמד כל חלק לעומק ונכניס אותו לכתיבה.</a:t>
            </a:r>
          </a:p>
        </p:txBody>
      </p:sp>
    </p:spTree>
    <p:extLst>
      <p:ext uri="{BB962C8B-B14F-4D97-AF65-F5344CB8AC3E}">
        <p14:creationId xmlns:p14="http://schemas.microsoft.com/office/powerpoint/2010/main" val="8505796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EE7F6-930C-41B3-AD21-E2066B9E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AB7FC-B926-4E0A-9259-F440DC2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2009C-D420-4D7D-A705-A969BCA6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E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55E7B-6F5B-450D-B413-D6061720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לומדים באפליקציה — נבחנים בכיתה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APP Practice only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→ CLASS Vocabulary test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ההתקדמות נשמרת רק במכשיר ובדפדפן שלכם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את אוצר המילים של E לומדים באפליקציה בלבד, אבל נבחנים בכיתה. ההתקדמות נשמרת במכשיר ובדפדפן שלכם, ולכן אתם אחראים לוודא שהחומר הושלם.</a:t>
            </a:r>
          </a:p>
        </p:txBody>
      </p:sp>
    </p:spTree>
    <p:extLst>
      <p:ext uri="{BB962C8B-B14F-4D97-AF65-F5344CB8AC3E}">
        <p14:creationId xmlns:p14="http://schemas.microsoft.com/office/powerpoint/2010/main" val="17405458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F916D-8647-4E26-90E5-5037CF89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99DD5-6A18-4674-A06F-ED93F410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4E334-6B46-4E20-9B8F-22FA6C34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LITERATURE THIS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90302-67A8-4CB8-A179-F2E7E8E9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מסיימים שלוש יצירות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 Summer’s Reading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The Enemy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One additional work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קוראים לעומק · מסבירים · מוכיחים מן הטקסט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במקביל להכנה ל-E ול-G נסיים שלוש יצירות, ובהן A Summer’s Reading ו-The Enemy. הספרות מתרגלת קריאה עמוקה, הסבר והוכחה מן הטקסט.</a:t>
            </a:r>
          </a:p>
        </p:txBody>
      </p:sp>
    </p:spTree>
    <p:extLst>
      <p:ext uri="{BB962C8B-B14F-4D97-AF65-F5344CB8AC3E}">
        <p14:creationId xmlns:p14="http://schemas.microsoft.com/office/powerpoint/2010/main" val="19309968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185B2-22CC-472F-A037-24019B4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39963-A239-48CB-AD27-B8DCE334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74327-DBF3-4B42-888B-E907B88E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NEXT YEAR · ONE SEMESTER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21E7F-170F-47DD-A9F3-88EAF59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COBE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מחצית אחת · בחינה בעל פה מול מחשב · יחד עם קבוצת דוברי האנגלית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G ניגשים מההכנה של השנה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COBE לומדים בשנה הבאה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בשנה הבאה, במשך מחצית אחת, הלימוד יתמקד ב-COBE יחד עם דוברי האנגלית וביצירה אחרונה. COBE היא בחינה בעל פה מול מחשב. ל-G ניגשים מההכנה של השנה הזאת.</a:t>
            </a:r>
          </a:p>
        </p:txBody>
      </p:sp>
    </p:spTree>
    <p:extLst>
      <p:ext uri="{BB962C8B-B14F-4D97-AF65-F5344CB8AC3E}">
        <p14:creationId xmlns:p14="http://schemas.microsoft.com/office/powerpoint/2010/main" val="20830235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5087B-102B-4709-9109-A5D67EA2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420E6-F806-4E9B-8DCA-8E72C4CD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MODULE E G TRAINING NEXT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69C6A-C76B-4FC6-B8E6-7B6ECD03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YOUR RESPONSIBILITY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DD62F-41E4-491B-BE4C-27EDCB2B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מגיעים · עובדים · מתרגלים · שואלים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SHOW UP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WORK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PRACTISE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ASK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כשמשהו אינו ברור — פונים אליי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אני אחראי ללמד, להסביר ולתת דרך מסודרת. אתם אחראים להגיע, לעבוד, להשלים את אוצר המילים ולשאול בזמן כשמשהו אינו ברור.</a:t>
            </a:r>
          </a:p>
        </p:txBody>
      </p:sp>
    </p:spTree>
    <p:extLst>
      <p:ext uri="{BB962C8B-B14F-4D97-AF65-F5344CB8AC3E}">
        <p14:creationId xmlns:p14="http://schemas.microsoft.com/office/powerpoint/2010/main" val="9143051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E3473-DD5A-43E6-965F-E122173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7FF8B-49A5-44B5-97A1-D159F22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כיתה י״א · 5 יח״ל THE PLAN IS CLEAR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9FC7F-43D3-44B2-8AEE-6C127FCD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השנה ניגשים ל־E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121B4-D991-4319-9F11-F8FB68A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 STARTS TODAY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 היא הבחינה של השנה, אבל העבודה שלנו מכוונת רחוק יותר. אם נעבוד ברמת G עכשיו, נגיע ל-E מוכנים ולחורף הבא בלי להתחיל מחדש.</a:t>
            </a:r>
          </a:p>
        </p:txBody>
      </p:sp>
    </p:spTree>
    <p:extLst>
      <p:ext uri="{BB962C8B-B14F-4D97-AF65-F5344CB8AC3E}">
        <p14:creationId xmlns:p14="http://schemas.microsoft.com/office/powerpoint/2010/main" val="1426864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2026-09-01T14:55:40.5220000Z</dcterms:created>
  <dcterms:modified xsi:type="dcterms:W3CDTF">2026-09-01T14:55:40.5220000Z</dcterms:modified>
</coreProperties>
</file>