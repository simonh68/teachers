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f4121280204ebc" /><Relationship Type="http://schemas.openxmlformats.org/officeDocument/2006/relationships/extended-properties" Target="/docProps/app.xml" Id="R3394ed4d4e1747ee" /><Relationship Type="http://schemas.openxmlformats.org/officeDocument/2006/relationships/officeDocument" Target="/ppt/presentation.xml" Id="R8efd0d1d7cee42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903c421bed41eb"/>
  </p:sldMasterIdLst>
  <p:notesMasterIdLst>
    <p:notesMasterId xmlns:r="http://schemas.openxmlformats.org/officeDocument/2006/relationships" r:id="R9b60b3ccaca74600"/>
  </p:notesMasterIdLst>
  <p:sldIdLst>
    <p:sldId xmlns:r="http://schemas.openxmlformats.org/officeDocument/2006/relationships" id="256" r:id="R8704d92706484408"/>
    <p:sldId xmlns:r="http://schemas.openxmlformats.org/officeDocument/2006/relationships" id="257" r:id="Rf9a21f2ded9d402d"/>
    <p:sldId xmlns:r="http://schemas.openxmlformats.org/officeDocument/2006/relationships" id="258" r:id="R9ceb598aed524def"/>
    <p:sldId xmlns:r="http://schemas.openxmlformats.org/officeDocument/2006/relationships" id="259" r:id="R909f088366174692"/>
    <p:sldId xmlns:r="http://schemas.openxmlformats.org/officeDocument/2006/relationships" id="260" r:id="R675527b93f1b470f"/>
    <p:sldId xmlns:r="http://schemas.openxmlformats.org/officeDocument/2006/relationships" id="261" r:id="R6a48dac468864084"/>
    <p:sldId xmlns:r="http://schemas.openxmlformats.org/officeDocument/2006/relationships" id="262" r:id="R572dee783cea479e"/>
    <p:sldId xmlns:r="http://schemas.openxmlformats.org/officeDocument/2006/relationships" id="263" r:id="Rc4f9bcd1ae894df8"/>
    <p:sldId xmlns:r="http://schemas.openxmlformats.org/officeDocument/2006/relationships" id="264" r:id="Rc04f7b4c957343c8"/>
    <p:sldId xmlns:r="http://schemas.openxmlformats.org/officeDocument/2006/relationships" id="265" r:id="R99064e08e9e04f0f"/>
    <p:sldId xmlns:r="http://schemas.openxmlformats.org/officeDocument/2006/relationships" id="266" r:id="R428329466c0b4ba4"/>
    <p:sldId xmlns:r="http://schemas.openxmlformats.org/officeDocument/2006/relationships" id="267" r:id="R00235b9f768c412b"/>
    <p:sldId xmlns:r="http://schemas.openxmlformats.org/officeDocument/2006/relationships" id="268" r:id="R61155218a4634688"/>
    <p:sldId xmlns:r="http://schemas.openxmlformats.org/officeDocument/2006/relationships" id="269" r:id="R7bb82022f9374d3e"/>
    <p:sldId xmlns:r="http://schemas.openxmlformats.org/officeDocument/2006/relationships" id="270" r:id="R6e63283e98ec44d3"/>
    <p:sldId xmlns:r="http://schemas.openxmlformats.org/officeDocument/2006/relationships" id="271" r:id="Rd19a269c1b2a4f89"/>
    <p:sldId xmlns:r="http://schemas.openxmlformats.org/officeDocument/2006/relationships" id="272" r:id="Rb821ac6f38c34c92"/>
    <p:sldId xmlns:r="http://schemas.openxmlformats.org/officeDocument/2006/relationships" id="273" r:id="R3a6017d493464c14"/>
    <p:sldId xmlns:r="http://schemas.openxmlformats.org/officeDocument/2006/relationships" id="274" r:id="Rb80996ef31344803"/>
    <p:sldId xmlns:r="http://schemas.openxmlformats.org/officeDocument/2006/relationships" id="275" r:id="R4a005cc3d620458c"/>
    <p:sldId xmlns:r="http://schemas.openxmlformats.org/officeDocument/2006/relationships" id="276" r:id="R58aebdef45e044b1"/>
    <p:sldId xmlns:r="http://schemas.openxmlformats.org/officeDocument/2006/relationships" id="277" r:id="R515a8c71a36b4b8d"/>
    <p:sldId xmlns:r="http://schemas.openxmlformats.org/officeDocument/2006/relationships" id="278" r:id="Rddcfe092da6e41b3"/>
    <p:sldId xmlns:r="http://schemas.openxmlformats.org/officeDocument/2006/relationships" id="279" r:id="Rc41adf645b7341ca"/>
    <p:sldId xmlns:r="http://schemas.openxmlformats.org/officeDocument/2006/relationships" id="280" r:id="Raa7b7bd64b1e4def"/>
    <p:sldId xmlns:r="http://schemas.openxmlformats.org/officeDocument/2006/relationships" id="281" r:id="R5f84c8762c1f491f"/>
    <p:sldId xmlns:r="http://schemas.openxmlformats.org/officeDocument/2006/relationships" id="282" r:id="Rf40309b829e2427b"/>
    <p:sldId xmlns:r="http://schemas.openxmlformats.org/officeDocument/2006/relationships" id="283" r:id="Reda4b672f1ee4fe5"/>
    <p:sldId xmlns:r="http://schemas.openxmlformats.org/officeDocument/2006/relationships" id="284" r:id="R841ec7ce93764a13"/>
    <p:sldId xmlns:r="http://schemas.openxmlformats.org/officeDocument/2006/relationships" id="285" r:id="R9dd58a36f0424c5f"/>
    <p:sldId xmlns:r="http://schemas.openxmlformats.org/officeDocument/2006/relationships" id="286" r:id="R6cc39b5467594369"/>
    <p:sldId xmlns:r="http://schemas.openxmlformats.org/officeDocument/2006/relationships" id="287" r:id="R1114edbc395b4d02"/>
    <p:sldId xmlns:r="http://schemas.openxmlformats.org/officeDocument/2006/relationships" id="288" r:id="Rab89d23b582a4994"/>
    <p:sldId xmlns:r="http://schemas.openxmlformats.org/officeDocument/2006/relationships" id="289" r:id="R4a636a6a10d44e4a"/>
    <p:sldId xmlns:r="http://schemas.openxmlformats.org/officeDocument/2006/relationships" id="290" r:id="R0d68dcf58c1846d9"/>
    <p:sldId xmlns:r="http://schemas.openxmlformats.org/officeDocument/2006/relationships" id="291" r:id="Rc70a475ee13046cb"/>
    <p:sldId xmlns:r="http://schemas.openxmlformats.org/officeDocument/2006/relationships" id="292" r:id="Rfde7f6ca311b44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7acb856cdd4909" /><Relationship Type="http://schemas.openxmlformats.org/officeDocument/2006/relationships/slideMaster" Target="/ppt/slideMasters/slideMaster1.xml" Id="R64903c421bed41eb" /><Relationship Type="http://schemas.openxmlformats.org/officeDocument/2006/relationships/notesMaster" Target="/ppt/notesMasters/notesMaster1.xml" Id="R9b60b3ccaca74600" /><Relationship Type="http://schemas.openxmlformats.org/officeDocument/2006/relationships/presProps" Target="/ppt/presProps.xml" Id="R888c1fa992b245c3" /><Relationship Type="http://schemas.openxmlformats.org/officeDocument/2006/relationships/tableStyles" Target="/ppt/tableStyles.xml" Id="R668db7a8139a42ce" /><Relationship Type="http://schemas.openxmlformats.org/officeDocument/2006/relationships/slide" Target="/ppt/slides/slide1.xml" Id="R8704d92706484408" /><Relationship Type="http://schemas.openxmlformats.org/officeDocument/2006/relationships/slide" Target="/ppt/slides/slide2.xml" Id="Rf9a21f2ded9d402d" /><Relationship Type="http://schemas.openxmlformats.org/officeDocument/2006/relationships/slide" Target="/ppt/slides/slide3.xml" Id="R9ceb598aed524def" /><Relationship Type="http://schemas.openxmlformats.org/officeDocument/2006/relationships/slide" Target="/ppt/slides/slide4.xml" Id="R909f088366174692" /><Relationship Type="http://schemas.openxmlformats.org/officeDocument/2006/relationships/slide" Target="/ppt/slides/slide5.xml" Id="R675527b93f1b470f" /><Relationship Type="http://schemas.openxmlformats.org/officeDocument/2006/relationships/slide" Target="/ppt/slides/slide6.xml" Id="R6a48dac468864084" /><Relationship Type="http://schemas.openxmlformats.org/officeDocument/2006/relationships/slide" Target="/ppt/slides/slide7.xml" Id="R572dee783cea479e" /><Relationship Type="http://schemas.openxmlformats.org/officeDocument/2006/relationships/slide" Target="/ppt/slides/slide8.xml" Id="Rc4f9bcd1ae894df8" /><Relationship Type="http://schemas.openxmlformats.org/officeDocument/2006/relationships/slide" Target="/ppt/slides/slide9.xml" Id="Rc04f7b4c957343c8" /><Relationship Type="http://schemas.openxmlformats.org/officeDocument/2006/relationships/slide" Target="/ppt/slides/slide10.xml" Id="R99064e08e9e04f0f" /><Relationship Type="http://schemas.openxmlformats.org/officeDocument/2006/relationships/slide" Target="/ppt/slides/slide11.xml" Id="R428329466c0b4ba4" /><Relationship Type="http://schemas.openxmlformats.org/officeDocument/2006/relationships/slide" Target="/ppt/slides/slide12.xml" Id="R00235b9f768c412b" /><Relationship Type="http://schemas.openxmlformats.org/officeDocument/2006/relationships/slide" Target="/ppt/slides/slide13.xml" Id="R61155218a4634688" /><Relationship Type="http://schemas.openxmlformats.org/officeDocument/2006/relationships/slide" Target="/ppt/slides/slide14.xml" Id="R7bb82022f9374d3e" /><Relationship Type="http://schemas.openxmlformats.org/officeDocument/2006/relationships/slide" Target="/ppt/slides/slide15.xml" Id="R6e63283e98ec44d3" /><Relationship Type="http://schemas.openxmlformats.org/officeDocument/2006/relationships/slide" Target="/ppt/slides/slide16.xml" Id="Rd19a269c1b2a4f89" /><Relationship Type="http://schemas.openxmlformats.org/officeDocument/2006/relationships/slide" Target="/ppt/slides/slide17.xml" Id="Rb821ac6f38c34c92" /><Relationship Type="http://schemas.openxmlformats.org/officeDocument/2006/relationships/slide" Target="/ppt/slides/slide18.xml" Id="R3a6017d493464c14" /><Relationship Type="http://schemas.openxmlformats.org/officeDocument/2006/relationships/slide" Target="/ppt/slides/slide19.xml" Id="Rb80996ef31344803" /><Relationship Type="http://schemas.openxmlformats.org/officeDocument/2006/relationships/slide" Target="/ppt/slides/slide20.xml" Id="R4a005cc3d620458c" /><Relationship Type="http://schemas.openxmlformats.org/officeDocument/2006/relationships/slide" Target="/ppt/slides/slide21.xml" Id="R58aebdef45e044b1" /><Relationship Type="http://schemas.openxmlformats.org/officeDocument/2006/relationships/slide" Target="/ppt/slides/slide22.xml" Id="R515a8c71a36b4b8d" /><Relationship Type="http://schemas.openxmlformats.org/officeDocument/2006/relationships/slide" Target="/ppt/slides/slide23.xml" Id="Rddcfe092da6e41b3" /><Relationship Type="http://schemas.openxmlformats.org/officeDocument/2006/relationships/slide" Target="/ppt/slides/slide24.xml" Id="Rc41adf645b7341ca" /><Relationship Type="http://schemas.openxmlformats.org/officeDocument/2006/relationships/slide" Target="/ppt/slides/slide25.xml" Id="Raa7b7bd64b1e4def" /><Relationship Type="http://schemas.openxmlformats.org/officeDocument/2006/relationships/slide" Target="/ppt/slides/slide26.xml" Id="R5f84c8762c1f491f" /><Relationship Type="http://schemas.openxmlformats.org/officeDocument/2006/relationships/slide" Target="/ppt/slides/slide27.xml" Id="Rf40309b829e2427b" /><Relationship Type="http://schemas.openxmlformats.org/officeDocument/2006/relationships/slide" Target="/ppt/slides/slide28.xml" Id="Reda4b672f1ee4fe5" /><Relationship Type="http://schemas.openxmlformats.org/officeDocument/2006/relationships/slide" Target="/ppt/slides/slide29.xml" Id="R841ec7ce93764a13" /><Relationship Type="http://schemas.openxmlformats.org/officeDocument/2006/relationships/slide" Target="/ppt/slides/slide30.xml" Id="R9dd58a36f0424c5f" /><Relationship Type="http://schemas.openxmlformats.org/officeDocument/2006/relationships/slide" Target="/ppt/slides/slide31.xml" Id="R6cc39b5467594369" /><Relationship Type="http://schemas.openxmlformats.org/officeDocument/2006/relationships/slide" Target="/ppt/slides/slide32.xml" Id="R1114edbc395b4d02" /><Relationship Type="http://schemas.openxmlformats.org/officeDocument/2006/relationships/slide" Target="/ppt/slides/slide33.xml" Id="Rab89d23b582a4994" /><Relationship Type="http://schemas.openxmlformats.org/officeDocument/2006/relationships/slide" Target="/ppt/slides/slide34.xml" Id="R4a636a6a10d44e4a" /><Relationship Type="http://schemas.openxmlformats.org/officeDocument/2006/relationships/slide" Target="/ppt/slides/slide35.xml" Id="R0d68dcf58c1846d9" /><Relationship Type="http://schemas.openxmlformats.org/officeDocument/2006/relationships/slide" Target="/ppt/slides/slide36.xml" Id="Rc70a475ee13046cb" /><Relationship Type="http://schemas.openxmlformats.org/officeDocument/2006/relationships/slide" Target="/ppt/slides/slide37.xml" Id="Rfde7f6ca311b44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9a08757b4540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64b86344e243d5" /><Relationship Type="http://schemas.openxmlformats.org/officeDocument/2006/relationships/notesMaster" Target="/ppt/notesMasters/notesMaster1.xml" Id="R1cd337f307134f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ad4618c0364d2b" /><Relationship Type="http://schemas.openxmlformats.org/officeDocument/2006/relationships/notesMaster" Target="/ppt/notesMasters/notesMaster1.xml" Id="R8f78012276fd47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11d873fd8748f2" /><Relationship Type="http://schemas.openxmlformats.org/officeDocument/2006/relationships/notesMaster" Target="/ppt/notesMasters/notesMaster1.xml" Id="R3f1146a7f8404c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19da7e529e4685" /><Relationship Type="http://schemas.openxmlformats.org/officeDocument/2006/relationships/notesMaster" Target="/ppt/notesMasters/notesMaster1.xml" Id="Rae3b72ed882f44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6a630b43904a69" /><Relationship Type="http://schemas.openxmlformats.org/officeDocument/2006/relationships/notesMaster" Target="/ppt/notesMasters/notesMaster1.xml" Id="R891b062e5f6348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f12757130e4564" /><Relationship Type="http://schemas.openxmlformats.org/officeDocument/2006/relationships/notesMaster" Target="/ppt/notesMasters/notesMaster1.xml" Id="Ra2d91406b11c47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38eec2af574ffe" /><Relationship Type="http://schemas.openxmlformats.org/officeDocument/2006/relationships/notesMaster" Target="/ppt/notesMasters/notesMaster1.xml" Id="R0f80cc0a739641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2d010765644ea0" /><Relationship Type="http://schemas.openxmlformats.org/officeDocument/2006/relationships/notesMaster" Target="/ppt/notesMasters/notesMaster1.xml" Id="R2d03a5b7bd0742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0a87a2b0854f38" /><Relationship Type="http://schemas.openxmlformats.org/officeDocument/2006/relationships/notesMaster" Target="/ppt/notesMasters/notesMaster1.xml" Id="R381491305a6743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5dcc38f0c04597" /><Relationship Type="http://schemas.openxmlformats.org/officeDocument/2006/relationships/notesMaster" Target="/ppt/notesMasters/notesMaster1.xml" Id="Rde0edc1fbd2a46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92dfcc3a004605" /><Relationship Type="http://schemas.openxmlformats.org/officeDocument/2006/relationships/notesMaster" Target="/ppt/notesMasters/notesMaster1.xml" Id="R3c2186f0b3cd43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2128259e4d48b4" /><Relationship Type="http://schemas.openxmlformats.org/officeDocument/2006/relationships/notesMaster" Target="/ppt/notesMasters/notesMaster1.xml" Id="R69c1322742834c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4b0ccc7ec44201" /><Relationship Type="http://schemas.openxmlformats.org/officeDocument/2006/relationships/notesMaster" Target="/ppt/notesMasters/notesMaster1.xml" Id="R9d20f2900bd146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3bc8f7d64a4cd8" /><Relationship Type="http://schemas.openxmlformats.org/officeDocument/2006/relationships/notesMaster" Target="/ppt/notesMasters/notesMaster1.xml" Id="Rf17e71560de548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5dbdf68db04a59" /><Relationship Type="http://schemas.openxmlformats.org/officeDocument/2006/relationships/notesMaster" Target="/ppt/notesMasters/notesMaster1.xml" Id="Rb15de02fed6b46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e4d1f9a79046ac" /><Relationship Type="http://schemas.openxmlformats.org/officeDocument/2006/relationships/notesMaster" Target="/ppt/notesMasters/notesMaster1.xml" Id="R321aa9493d9141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ceb5285d1e4495" /><Relationship Type="http://schemas.openxmlformats.org/officeDocument/2006/relationships/notesMaster" Target="/ppt/notesMasters/notesMaster1.xml" Id="Rdfa1bddbaac44d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67d57df6d24d9c" /><Relationship Type="http://schemas.openxmlformats.org/officeDocument/2006/relationships/notesMaster" Target="/ppt/notesMasters/notesMaster1.xml" Id="R58289a1467a74f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1d5eaa1efe846e0" /><Relationship Type="http://schemas.openxmlformats.org/officeDocument/2006/relationships/notesMaster" Target="/ppt/notesMasters/notesMaster1.xml" Id="R543ad2ee4e4848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daeff08e03d494d" /><Relationship Type="http://schemas.openxmlformats.org/officeDocument/2006/relationships/notesMaster" Target="/ppt/notesMasters/notesMaster1.xml" Id="Reca702d802e34c2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114fd03e1fe4b2a" /><Relationship Type="http://schemas.openxmlformats.org/officeDocument/2006/relationships/notesMaster" Target="/ppt/notesMasters/notesMaster1.xml" Id="Ra4a621ac2b6a4b1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328436a6e624eec" /><Relationship Type="http://schemas.openxmlformats.org/officeDocument/2006/relationships/notesMaster" Target="/ppt/notesMasters/notesMaster1.xml" Id="R80534c3e117d411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4237454b9104d86" /><Relationship Type="http://schemas.openxmlformats.org/officeDocument/2006/relationships/notesMaster" Target="/ppt/notesMasters/notesMaster1.xml" Id="Ra205015226974a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c94d189698146ea" /><Relationship Type="http://schemas.openxmlformats.org/officeDocument/2006/relationships/notesMaster" Target="/ppt/notesMasters/notesMaster1.xml" Id="Rb6320e1627814c9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58ec3aa9e384318" /><Relationship Type="http://schemas.openxmlformats.org/officeDocument/2006/relationships/notesMaster" Target="/ppt/notesMasters/notesMaster1.xml" Id="R4113c138e4f54a8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93da882563e4a79" /><Relationship Type="http://schemas.openxmlformats.org/officeDocument/2006/relationships/notesMaster" Target="/ppt/notesMasters/notesMaster1.xml" Id="Rbfffc57854e34c8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3afda37680c4190" /><Relationship Type="http://schemas.openxmlformats.org/officeDocument/2006/relationships/notesMaster" Target="/ppt/notesMasters/notesMaster1.xml" Id="R38a343dbeaf145d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bde0f6ecdc24b5e" /><Relationship Type="http://schemas.openxmlformats.org/officeDocument/2006/relationships/notesMaster" Target="/ppt/notesMasters/notesMaster1.xml" Id="R06f040b10d9243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2ecdea4934f4a07" /><Relationship Type="http://schemas.openxmlformats.org/officeDocument/2006/relationships/notesMaster" Target="/ppt/notesMasters/notesMaster1.xml" Id="R5e001f60956c4c6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4f85f25ccb54df4" /><Relationship Type="http://schemas.openxmlformats.org/officeDocument/2006/relationships/notesMaster" Target="/ppt/notesMasters/notesMaster1.xml" Id="R09047ba5f178434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989170f1f53418d" /><Relationship Type="http://schemas.openxmlformats.org/officeDocument/2006/relationships/notesMaster" Target="/ppt/notesMasters/notesMaster1.xml" Id="R3d8714c52f7f485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4afbd768f9b4bf2" /><Relationship Type="http://schemas.openxmlformats.org/officeDocument/2006/relationships/notesMaster" Target="/ppt/notesMasters/notesMaster1.xml" Id="Rdc54c7e2c0ac454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b124e2ad1dc45e8" /><Relationship Type="http://schemas.openxmlformats.org/officeDocument/2006/relationships/notesMaster" Target="/ppt/notesMasters/notesMaster1.xml" Id="Rbb1f551cb668418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c236e97e685464f" /><Relationship Type="http://schemas.openxmlformats.org/officeDocument/2006/relationships/notesMaster" Target="/ppt/notesMasters/notesMaster1.xml" Id="R82012c3626c249d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dc48bd8b9024200" /><Relationship Type="http://schemas.openxmlformats.org/officeDocument/2006/relationships/notesMaster" Target="/ppt/notesMasters/notesMaster1.xml" Id="R8d41ec2a3910420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368f466ba7d46ec" /><Relationship Type="http://schemas.openxmlformats.org/officeDocument/2006/relationships/notesMaster" Target="/ppt/notesMasters/notesMaster1.xml" Id="R17c8ff8aaa5d4b5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78bdf64fc9c4a3d" /><Relationship Type="http://schemas.openxmlformats.org/officeDocument/2006/relationships/notesMaster" Target="/ppt/notesMasters/notesMaster1.xml" Id="R634ddfa9d80c40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abf4bdf114f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cc59b6bb5a4579" /><Relationship Type="http://schemas.openxmlformats.org/officeDocument/2006/relationships/slideLayout" Target="/ppt/slideLayouts/slideLayout1.xml" Id="Rb23d05ddbe4641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3d05ddbe4641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1dcd866ec435a" /><Relationship Type="http://schemas.openxmlformats.org/officeDocument/2006/relationships/notesSlide" Target="/ppt/notesSlides/notesSlide1.xml" Id="R0eaba0b1333441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6f381700546be" /><Relationship Type="http://schemas.openxmlformats.org/officeDocument/2006/relationships/notesSlide" Target="/ppt/notesSlides/notesSlide2.xml" Id="R0d6fd579c8134a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248ece9cb474e" /><Relationship Type="http://schemas.openxmlformats.org/officeDocument/2006/relationships/notesSlide" Target="/ppt/notesSlides/notesSlide3.xml" Id="R7417a70c52234e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9d06f0fda49d1" /><Relationship Type="http://schemas.openxmlformats.org/officeDocument/2006/relationships/notesSlide" Target="/ppt/notesSlides/notesSlide4.xml" Id="Re73eda70549146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606b4ae214f91" /><Relationship Type="http://schemas.openxmlformats.org/officeDocument/2006/relationships/notesSlide" Target="/ppt/notesSlides/notesSlide5.xml" Id="R1d4486b968c74a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183e083eb42e1" /><Relationship Type="http://schemas.openxmlformats.org/officeDocument/2006/relationships/notesSlide" Target="/ppt/notesSlides/notesSlide6.xml" Id="Ra4ca94ced8eb4f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5c5d934214579" /><Relationship Type="http://schemas.openxmlformats.org/officeDocument/2006/relationships/notesSlide" Target="/ppt/notesSlides/notesSlide7.xml" Id="R16b75457d6b649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d25ec8f374999" /><Relationship Type="http://schemas.openxmlformats.org/officeDocument/2006/relationships/notesSlide" Target="/ppt/notesSlides/notesSlide8.xml" Id="R74735bac794546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b290e63b348d0" /><Relationship Type="http://schemas.openxmlformats.org/officeDocument/2006/relationships/notesSlide" Target="/ppt/notesSlides/notesSlide9.xml" Id="R766d3c15834f45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4c0236dcd474d" /><Relationship Type="http://schemas.openxmlformats.org/officeDocument/2006/relationships/notesSlide" Target="/ppt/notesSlides/notesSlide10.xml" Id="R66f414249b954f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f5049d858449c" /><Relationship Type="http://schemas.openxmlformats.org/officeDocument/2006/relationships/notesSlide" Target="/ppt/notesSlides/notesSlide11.xml" Id="R701217ad1c9e4b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d5035db6c4955" /><Relationship Type="http://schemas.openxmlformats.org/officeDocument/2006/relationships/notesSlide" Target="/ppt/notesSlides/notesSlide12.xml" Id="R0e45063f36614a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50db8ad2c4594" /><Relationship Type="http://schemas.openxmlformats.org/officeDocument/2006/relationships/notesSlide" Target="/ppt/notesSlides/notesSlide13.xml" Id="R684ec311ed7346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22de4660640a9" /><Relationship Type="http://schemas.openxmlformats.org/officeDocument/2006/relationships/notesSlide" Target="/ppt/notesSlides/notesSlide14.xml" Id="R177e875841b24e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ffcc3cc5b43bb" /><Relationship Type="http://schemas.openxmlformats.org/officeDocument/2006/relationships/notesSlide" Target="/ppt/notesSlides/notesSlide15.xml" Id="R12619bf9ad0248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afc4698a246ee" /><Relationship Type="http://schemas.openxmlformats.org/officeDocument/2006/relationships/notesSlide" Target="/ppt/notesSlides/notesSlide16.xml" Id="R21ebdfe3946848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5efd836fe4bb9" /><Relationship Type="http://schemas.openxmlformats.org/officeDocument/2006/relationships/notesSlide" Target="/ppt/notesSlides/notesSlide17.xml" Id="Rb086571e6c8c47a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f11a4e6a94b87" /><Relationship Type="http://schemas.openxmlformats.org/officeDocument/2006/relationships/notesSlide" Target="/ppt/notesSlides/notesSlide18.xml" Id="R28c2d61c314845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b29319cdb4ccd" /><Relationship Type="http://schemas.openxmlformats.org/officeDocument/2006/relationships/notesSlide" Target="/ppt/notesSlides/notesSlide19.xml" Id="R37ef42afe3a3457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f5e67fd6a4303" /><Relationship Type="http://schemas.openxmlformats.org/officeDocument/2006/relationships/notesSlide" Target="/ppt/notesSlides/notesSlide20.xml" Id="R78072199bba3464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d903843f8412b" /><Relationship Type="http://schemas.openxmlformats.org/officeDocument/2006/relationships/notesSlide" Target="/ppt/notesSlides/notesSlide21.xml" Id="R3852bb6a8b19488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c9b7febb44f72" /><Relationship Type="http://schemas.openxmlformats.org/officeDocument/2006/relationships/notesSlide" Target="/ppt/notesSlides/notesSlide22.xml" Id="Rb0b56273d1f140b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a5f72621e4641" /><Relationship Type="http://schemas.openxmlformats.org/officeDocument/2006/relationships/notesSlide" Target="/ppt/notesSlides/notesSlide23.xml" Id="R685f54d7de054d7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fa07947b24c1e" /><Relationship Type="http://schemas.openxmlformats.org/officeDocument/2006/relationships/notesSlide" Target="/ppt/notesSlides/notesSlide24.xml" Id="R6b59db5e8f6945b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06c5af2434894" /><Relationship Type="http://schemas.openxmlformats.org/officeDocument/2006/relationships/notesSlide" Target="/ppt/notesSlides/notesSlide25.xml" Id="Rd5277316037b452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abbe11f934c2e" /><Relationship Type="http://schemas.openxmlformats.org/officeDocument/2006/relationships/notesSlide" Target="/ppt/notesSlides/notesSlide26.xml" Id="R01ecd7e74eb444b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bab70fe1d41a7" /><Relationship Type="http://schemas.openxmlformats.org/officeDocument/2006/relationships/notesSlide" Target="/ppt/notesSlides/notesSlide27.xml" Id="R8d25d91afd49420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61988e5284944" /><Relationship Type="http://schemas.openxmlformats.org/officeDocument/2006/relationships/notesSlide" Target="/ppt/notesSlides/notesSlide28.xml" Id="R9c234e890fb1449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7701c2d1b46d1" /><Relationship Type="http://schemas.openxmlformats.org/officeDocument/2006/relationships/notesSlide" Target="/ppt/notesSlides/notesSlide29.xml" Id="R6b9d2014e9844d1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989b1ee714765" /><Relationship Type="http://schemas.openxmlformats.org/officeDocument/2006/relationships/notesSlide" Target="/ppt/notesSlides/notesSlide30.xml" Id="R5440e37c41aa44e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44d2329994152" /><Relationship Type="http://schemas.openxmlformats.org/officeDocument/2006/relationships/notesSlide" Target="/ppt/notesSlides/notesSlide31.xml" Id="Rf66e80e3905f4a9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a8a85c6054ae5" /><Relationship Type="http://schemas.openxmlformats.org/officeDocument/2006/relationships/notesSlide" Target="/ppt/notesSlides/notesSlide32.xml" Id="R6866049d61094c4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f0420582f4999" /><Relationship Type="http://schemas.openxmlformats.org/officeDocument/2006/relationships/notesSlide" Target="/ppt/notesSlides/notesSlide33.xml" Id="Rb40a875e1f31428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73c6d7eee4a18" /><Relationship Type="http://schemas.openxmlformats.org/officeDocument/2006/relationships/notesSlide" Target="/ppt/notesSlides/notesSlide34.xml" Id="R3d2e5a8648d24ab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d13a1939c485f" /><Relationship Type="http://schemas.openxmlformats.org/officeDocument/2006/relationships/notesSlide" Target="/ppt/notesSlides/notesSlide35.xml" Id="R6a0ecc36dd7a419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46243d2e1438c" /><Relationship Type="http://schemas.openxmlformats.org/officeDocument/2006/relationships/notesSlide" Target="/ppt/notesSlides/notesSlide36.xml" Id="R76916e0f73804c6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f5cfc8935433c" /><Relationship Type="http://schemas.openxmlformats.org/officeDocument/2006/relationships/notesSlide" Target="/ppt/notesSlides/notesSlide37.xml" Id="R63a3777fcb7348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BD456-AD49-4D40-9D9E-247453FC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63547-DF0B-4E60-977F-379F07E1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Grade 11 · 5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13A93-EE4A-432A-8E8D-CD051CC0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Advanced Grammar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1AC7D-92BD-483D-8ABA-E9AC7D6A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איך משפט באנגלית בנוי — ואיך הופכים אותו למשפט ברמת G</a:t>
            </a:r>
          </a:p>
        </p:txBody>
      </p:sp>
    </p:spTree>
    <p:extLst>
      <p:ext uri="{BB962C8B-B14F-4D97-AF65-F5344CB8AC3E}">
        <p14:creationId xmlns:p14="http://schemas.microsoft.com/office/powerpoint/2010/main" val="900427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FAF7A-676E-438A-9369-A5F127F1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0527E-7AB2-40B1-935D-B170D671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Basic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563E1-0133-47E7-9576-8FEC99FD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משפט באנגלית בדרך כלל בנוי כך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37427-EF09-4D0A-B67D-3F2F84B6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Subject + Verb + Object</a:t>
            </a:r>
          </a:p>
        </p:txBody>
      </p:sp>
    </p:spTree>
    <p:extLst>
      <p:ext uri="{BB962C8B-B14F-4D97-AF65-F5344CB8AC3E}">
        <p14:creationId xmlns:p14="http://schemas.microsoft.com/office/powerpoint/2010/main" val="444658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C247B-3040-4095-9B96-1F9C66DF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9A9B1-F87D-491B-BE97-172A688E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Example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FD962-6BD6-4405-9768-C382ED10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משפט קצר, אותו מבנה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76FAB-8D3F-47B7-BD7F-47E3F79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Students learn English.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AB0D9-7EBC-4F99-8D56-3D3E61A5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61D3D-7142-412C-9EE2-60EBFE5C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Subject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62591-8471-40FC-A6AB-48F8AECC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9610A-0C64-4CF7-B025-DD7A86DE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D05F9-D9D5-495B-9E30-0A3B91C5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163"/>
                </a:solidFill>
              </a:defRPr>
            </a:pPr>
            <a:r>
              <a:rPr sz="1200" b="1">
                <a:solidFill>
                  <a:srgbClr val="FF7163"/>
                </a:solidFill>
              </a:rPr>
              <a:t>Verb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FBFA5-2846-4F37-9C50-A131D2E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learn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4203A-5811-4F38-B13A-57AE87DD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81309-0870-4B35-94E6-46A5D2B9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5F06A"/>
                </a:solidFill>
              </a:defRPr>
            </a:pPr>
            <a:r>
              <a:rPr sz="1200" b="1">
                <a:solidFill>
                  <a:srgbClr val="75F06A"/>
                </a:solidFill>
              </a:rPr>
              <a:t>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6012F-8D14-4250-8B87-FDA8776B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372409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CE5FB-9EF9-411F-975F-3C99E74A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CAFBF-EC14-4D95-8507-44DA15A4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Example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4218C-F9EB-43E4-BE65-AD70F7A1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משפט פעולה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FDA6A-2F27-44D1-A9E0-6DC11E3D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Technology helps students.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3DBAF-6CD7-425A-BDD5-C4C5DB69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200BE-C662-4C11-8B8D-36600175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Subject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B58F6-61B2-450F-9A39-35A081F9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Technology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4FC36-A154-4A42-8F6D-6DFA967C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90BD2-A244-4F73-80DC-813AF2C7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163"/>
                </a:solidFill>
              </a:defRPr>
            </a:pPr>
            <a:r>
              <a:rPr sz="1200" b="1">
                <a:solidFill>
                  <a:srgbClr val="FF7163"/>
                </a:solidFill>
              </a:rPr>
              <a:t>Verb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47B07-1E3E-47E1-8FFF-1017D2CD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helps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D303F-D4DB-482B-8CD8-2AC75BF9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C2CCA-B0F5-43B2-8415-BA84B1C5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5F06A"/>
                </a:solidFill>
              </a:defRPr>
            </a:pPr>
            <a:r>
              <a:rPr sz="1200" b="1">
                <a:solidFill>
                  <a:srgbClr val="75F06A"/>
                </a:solidFill>
              </a:rPr>
              <a:t>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15801-7F47-4FB0-BF5F-1CF892B3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students</a:t>
            </a:r>
          </a:p>
        </p:txBody>
      </p:sp>
    </p:spTree>
    <p:extLst>
      <p:ext uri="{BB962C8B-B14F-4D97-AF65-F5344CB8AC3E}">
        <p14:creationId xmlns:p14="http://schemas.microsoft.com/office/powerpoint/2010/main" val="19309063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B119A-2F3C-479A-9AFC-E8DFF0AB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665DE-478E-4E61-B68A-8AFC6395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Example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2EB20-77D0-4E36-9A23-8DA8663F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לא כל משפט הוא פעולה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EBDDA-482C-48EC-84C0-8694A3C8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The text is difficult.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42546-E161-4C03-9EA8-35E59F3C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B0147-04C5-4B0B-A07B-ABA2AB70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Subject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D6C80-8CFB-42AE-9098-28C5A72A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The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1F22F-2A69-42E1-A6E1-2AFBD489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98560-802A-4ABE-A78C-8CBFB0CD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163"/>
                </a:solidFill>
              </a:defRPr>
            </a:pPr>
            <a:r>
              <a:rPr sz="1200" b="1">
                <a:solidFill>
                  <a:srgbClr val="FF7163"/>
                </a:solidFill>
              </a:rPr>
              <a:t>Verb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CBC52-C59D-44EB-B2C0-6A57F94B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ECA1B-A441-4A94-A728-1B07A4B4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33C76-6681-4BFD-B96F-37740327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9CFF"/>
                </a:solidFill>
              </a:defRPr>
            </a:pPr>
            <a:r>
              <a:rPr sz="1200" b="1">
                <a:solidFill>
                  <a:srgbClr val="B79CFF"/>
                </a:solidFill>
              </a:rPr>
              <a:t>Description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92915-3414-4613-9EBC-C22BBC79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difficult</a:t>
            </a:r>
          </a:p>
        </p:txBody>
      </p:sp>
    </p:spTree>
    <p:extLst>
      <p:ext uri="{BB962C8B-B14F-4D97-AF65-F5344CB8AC3E}">
        <p14:creationId xmlns:p14="http://schemas.microsoft.com/office/powerpoint/2010/main" val="8085270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78A2F-7F71-4F80-B2E7-0FB93168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23FDC-E568-4AA4-A78B-E2A396E0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Example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4BE70-6B27-47A4-9329-0B4E07B5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to be מתאר מצב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B33CD-0376-48D4-B411-3FBB6AD8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Many students are nervous before an exam.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1E7CB-7242-4AFA-8283-94BDB616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347913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A83A6-871D-4BDA-9E27-CA92277B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Subject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1F79C-277E-4EEF-AA0F-F12B574D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157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Many 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BFC57-4B9A-42C4-BDC4-0F4735A0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714750"/>
            <a:ext cx="2347913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68837-DAD5-474F-AE99-590B6F7A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613" y="3876675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163"/>
                </a:solidFill>
              </a:defRPr>
            </a:pPr>
            <a:r>
              <a:rPr sz="1200" b="1">
                <a:solidFill>
                  <a:srgbClr val="FF7163"/>
                </a:solidFill>
              </a:rPr>
              <a:t>Verb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B3618-39E1-4112-8B6B-E47770E6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613" y="4133850"/>
            <a:ext cx="2157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E2004-7847-4F8C-B7B2-E1AB50A6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14750"/>
            <a:ext cx="2347913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BC5C2-B113-4EE5-8EF9-235FC947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876675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9CFF"/>
                </a:solidFill>
              </a:defRPr>
            </a:pPr>
            <a:r>
              <a:rPr sz="1200" b="1">
                <a:solidFill>
                  <a:srgbClr val="B79CFF"/>
                </a:solidFill>
              </a:rPr>
              <a:t>Description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52258-A425-43C3-A6F4-1C96F5D0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33850"/>
            <a:ext cx="2157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nervous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3C822-8669-4A94-9196-76A867CA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088" y="3714750"/>
            <a:ext cx="2347913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E5FBA-86DE-4E21-8B2D-4D8FBDE5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3876675"/>
            <a:ext cx="21574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FB2C8"/>
                </a:solidFill>
              </a:defRPr>
            </a:pPr>
            <a:r>
              <a:rPr sz="1200" b="1">
                <a:solidFill>
                  <a:srgbClr val="9FB2C8"/>
                </a:solidFill>
              </a:rPr>
              <a:t>Extra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28386-9E38-495C-AA20-3225EAE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4133850"/>
            <a:ext cx="2157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before an exam</a:t>
            </a:r>
          </a:p>
        </p:txBody>
      </p:sp>
    </p:spTree>
    <p:extLst>
      <p:ext uri="{BB962C8B-B14F-4D97-AF65-F5344CB8AC3E}">
        <p14:creationId xmlns:p14="http://schemas.microsoft.com/office/powerpoint/2010/main" val="8192068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812F7-8C96-41E0-8F8E-B297D36F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E8904-B046-4A14-A9B2-6BEB3A0D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Example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896A0-9388-4578-BFFB-91F2BEB9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הנושא יכול להיות ארוך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FAAEC-F387-4C36-AF36-F5DCDA88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 student who practices every week is more confident in English.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6707D-8610-42FE-B115-AA7EE582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11C43-4817-43FA-907B-F60158EA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Subject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66BF5-93C3-423C-884F-0EC9CAC7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A student who practices every week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05863-E062-41A3-AE34-8DB792AE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9DB02-CF73-4F25-9864-F09EE021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163"/>
                </a:solidFill>
              </a:defRPr>
            </a:pPr>
            <a:r>
              <a:rPr sz="1200" b="1">
                <a:solidFill>
                  <a:srgbClr val="FF7163"/>
                </a:solidFill>
              </a:rPr>
              <a:t>Verb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55371-3F92-4486-91F5-B0D55F44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A9070-E3D0-40CE-B320-1FE1D832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C3E22-5FF6-4ECF-9EBE-FF07A332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9CFF"/>
                </a:solidFill>
              </a:defRPr>
            </a:pPr>
            <a:r>
              <a:rPr sz="1200" b="1">
                <a:solidFill>
                  <a:srgbClr val="B79CFF"/>
                </a:solidFill>
              </a:rPr>
              <a:t>Description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71B05-407A-46A4-97DB-2BF44AF4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more confident</a:t>
            </a:r>
          </a:p>
        </p:txBody>
      </p:sp>
    </p:spTree>
    <p:extLst>
      <p:ext uri="{BB962C8B-B14F-4D97-AF65-F5344CB8AC3E}">
        <p14:creationId xmlns:p14="http://schemas.microsoft.com/office/powerpoint/2010/main" val="4306440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04A9E-83C0-4B39-AB72-BF668D05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DE024-5A41-453A-BBD6-2B60FBF9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Example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718E4-8D1F-4268-9948-858AC8D4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משפט ארוך עדיין יכול להיות פשוט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5D035-16B7-4B09-9E23-022F6BBF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Responsible students develop strong reading habits during the year.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A1B75-0F38-4A21-92C3-AF5C0345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A3426-3E8E-435F-A9C4-78AA9B13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Subject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1BD63-DE02-4748-9200-FECF7F14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Responsible 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DFDC1-B529-4F13-9390-4FEECCD2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E853F-BDC8-4DE8-81A4-D978196A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163"/>
                </a:solidFill>
              </a:defRPr>
            </a:pPr>
            <a:r>
              <a:rPr sz="1200" b="1">
                <a:solidFill>
                  <a:srgbClr val="FF7163"/>
                </a:solidFill>
              </a:rPr>
              <a:t>Verb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01253-3EDC-4F0D-BF6A-B3F0ACF5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develop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F4989-6F73-4A70-9379-2D514EA4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714750"/>
            <a:ext cx="3187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43D46-EE95-40DD-A559-287CD7D6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876675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5F06A"/>
                </a:solidFill>
              </a:defRPr>
            </a:pPr>
            <a:r>
              <a:rPr sz="1200" b="1">
                <a:solidFill>
                  <a:srgbClr val="75F06A"/>
                </a:solidFill>
              </a:rPr>
              <a:t>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CCE94-F8BE-4BF1-8B05-1B2A6EA8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4133850"/>
            <a:ext cx="299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strong reading habits</a:t>
            </a:r>
          </a:p>
        </p:txBody>
      </p:sp>
    </p:spTree>
    <p:extLst>
      <p:ext uri="{BB962C8B-B14F-4D97-AF65-F5344CB8AC3E}">
        <p14:creationId xmlns:p14="http://schemas.microsoft.com/office/powerpoint/2010/main" val="6901834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E5666-BD4A-4B08-A806-175EF3AF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B82CB-0A57-41A9-85BB-A15F30E7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C89FF-BB5E-4C14-B738-AD515814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אבל באנגלית זה לא תמיד S + V + 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8B886-9D55-4C29-863B-68406E5A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810125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43B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E04E7-9551-4DE0-BA31-3E796D37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4810125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B2413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5F997-6BAC-4985-9440-3A39FE56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EE5FF"/>
                </a:solidFill>
              </a:defRPr>
            </a:pPr>
            <a:r>
              <a:rPr sz="2850" b="1">
                <a:solidFill>
                  <a:srgbClr val="4EE5FF"/>
                </a:solidFill>
              </a:rPr>
              <a:t>משנים סדר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BB0C8-95AE-4988-8026-4D01510D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FB2C8"/>
                </a:solidFill>
              </a:defRPr>
            </a:pPr>
            <a:r>
              <a:rPr sz="2025" b="1">
                <a:solidFill>
                  <a:srgbClr val="9FB2C8"/>
                </a:solidFill>
              </a:rPr>
              <a:t>לפעמים הפועל זז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AD12B-BC59-43FC-A07F-80F5F60B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C857"/>
                </a:solidFill>
              </a:defRPr>
            </a:pPr>
            <a:r>
              <a:rPr sz="2850" b="1">
                <a:solidFill>
                  <a:srgbClr val="FFC857"/>
                </a:solidFill>
              </a:rPr>
              <a:t>מוסיפים מבנה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CE9CC-80BF-41C9-A92F-00B7C15F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14700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FB2C8"/>
                </a:solidFill>
              </a:defRPr>
            </a:pPr>
            <a:r>
              <a:rPr sz="2025" b="1">
                <a:solidFill>
                  <a:srgbClr val="9FB2C8"/>
                </a:solidFill>
              </a:rPr>
              <a:t>פסוקיות, זמנים וצורות פועל</a:t>
            </a:r>
          </a:p>
        </p:txBody>
      </p:sp>
    </p:spTree>
    <p:extLst>
      <p:ext uri="{BB962C8B-B14F-4D97-AF65-F5344CB8AC3E}">
        <p14:creationId xmlns:p14="http://schemas.microsoft.com/office/powerpoint/2010/main" val="16133344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8FF9D-31B3-41F9-9650-75A48CE3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58454-E561-4BED-ABC6-19AF487B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Module G Writing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C8F79-D5C9-48CD-BC12-52BB946B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מה חובה?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D8FDF-EB9E-484B-BFA3-2531A0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810125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43B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96B13-8014-4E0E-866F-720AA9EB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4810125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B2413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2FF11-1011-41F4-A22E-2D69A64F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EE5FF"/>
                </a:solidFill>
              </a:defRPr>
            </a:pPr>
            <a:r>
              <a:rPr sz="2850" b="1">
                <a:solidFill>
                  <a:srgbClr val="4EE5FF"/>
                </a:solidFill>
              </a:rPr>
              <a:t>חובה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02694-B934-4D8A-9C0D-D6D637D3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FB2C8"/>
                </a:solidFill>
              </a:defRPr>
            </a:pPr>
            <a:r>
              <a:rPr sz="2025" b="1">
                <a:solidFill>
                  <a:srgbClr val="9FB2C8"/>
                </a:solidFill>
              </a:rPr>
              <a:t>להראות שימוש במבנים מתקדמים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4C00E-691F-4302-9974-E126A423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C857"/>
                </a:solidFill>
              </a:defRPr>
            </a:pPr>
            <a:r>
              <a:rPr sz="2850" b="1">
                <a:solidFill>
                  <a:srgbClr val="FFC857"/>
                </a:solidFill>
              </a:rPr>
              <a:t>יעד כיתתי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4CBE3-B947-435F-9A88-912F958B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14700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FB2C8"/>
                </a:solidFill>
              </a:defRPr>
            </a:pPr>
            <a:r>
              <a:rPr sz="2025" b="1">
                <a:solidFill>
                  <a:srgbClr val="9FB2C8"/>
                </a:solidFill>
              </a:rPr>
              <a:t>לפחות 4 מבנים, כדי ש־3 יהיו חזקים</a:t>
            </a:r>
          </a:p>
        </p:txBody>
      </p:sp>
    </p:spTree>
    <p:extLst>
      <p:ext uri="{BB962C8B-B14F-4D97-AF65-F5344CB8AC3E}">
        <p14:creationId xmlns:p14="http://schemas.microsoft.com/office/powerpoint/2010/main" val="16778650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BEFDD-F65C-4A66-AE5F-054AEABF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9DE1B-2FDC-4EC4-BF75-72145E93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Official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E833B-2069-43BD-BD38-F926108D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מבנים מתקדמים מוגדרים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6812A-B3CE-4D96-9542-2453DE60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E7788-80FA-4C87-9EF1-1F08E41F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Passive Voice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5A19A-D640-426A-A647-4036EA63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0B27B-B585-4D38-9906-ACC2E898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Conditionals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9B083-6E67-42D4-B9D5-32F6BDA0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28DC7-C394-4765-8434-80B522A8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Inversion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5D16D-F524-4A75-9349-46BF3784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AF710-F5D4-4D4D-8752-D9E9F269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Gerunds / Infinitives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DB70F-C287-4B9B-85E1-A009426A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83BFE-C6D3-4351-9A09-5329DB02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Relative Clauses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5947B-D6CB-4933-A94A-BB8BBD1F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FC4BC-5E39-45DC-939E-E78D8876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Reported Speech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84563-5051-447E-B3B7-00073ECE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81375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E1EDD-75E9-4997-B08F-BB63409E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52825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Indirect 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72323-63C2-4C11-95D7-FB9066FB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81375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F6F68-F9F9-4EA4-9825-2D7D6565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52825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Perfect Tenses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ECD0B-4BC9-48CB-A9FE-4C41C465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2F98F-55F0-4608-BFF0-0A4448D0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52825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Temporal Clauses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103F8-44A7-43C5-8825-4389E383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81375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FD8EA3-8CAB-449D-B0E6-2C07B1E7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52825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Complex Sentences</a:t>
            </a:r>
          </a:p>
        </p:txBody>
      </p:sp>
    </p:spTree>
    <p:extLst>
      <p:ext uri="{BB962C8B-B14F-4D97-AF65-F5344CB8AC3E}">
        <p14:creationId xmlns:p14="http://schemas.microsoft.com/office/powerpoint/2010/main" val="14518993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06C78-D9DC-4FF7-9BCE-5A959BB0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8647B-8FB1-465C-A8B4-34BE9241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Passive Voice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3B7DC-A4FE-470A-A386-6FF1D66B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ה־Object הופך ל־Subject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A5ED2-D601-432F-BBCD-456E6E7A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Active: People use technology in schools.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Subject: People | Verb: use | Object: technology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Passive: Technology is used in schools.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Subject: Technology | Verb: is used</a:t>
            </a:r>
          </a:p>
        </p:txBody>
      </p:sp>
    </p:spTree>
    <p:extLst>
      <p:ext uri="{BB962C8B-B14F-4D97-AF65-F5344CB8AC3E}">
        <p14:creationId xmlns:p14="http://schemas.microsoft.com/office/powerpoint/2010/main" val="9815977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77422-C5E8-4684-BF27-24FA3088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66A84-09FE-4ABA-8497-0E3DAB69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Conditionals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5C997-8683-4871-A95D-44761DF9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If +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FF03A-178F-46AE-A630-8370B4E9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If students use technology responsibly, they can learn more effectively.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If clause + result</a:t>
            </a:r>
          </a:p>
        </p:txBody>
      </p:sp>
    </p:spTree>
    <p:extLst>
      <p:ext uri="{BB962C8B-B14F-4D97-AF65-F5344CB8AC3E}">
        <p14:creationId xmlns:p14="http://schemas.microsoft.com/office/powerpoint/2010/main" val="16956874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9BC1E-8E23-4307-A929-5D793CBE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0FBF7-E45D-408F-80CA-0EF930B5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Inversion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C97E8-6F44-47F8-8CA6-6DA8F6C0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משנים את הסדר הרגיל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1E123-AFBF-49FE-9D42-4D8B9EFF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Not only can technology distract students, but it can also support learning.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Not: Not only technology can</a:t>
            </a:r>
          </a:p>
        </p:txBody>
      </p:sp>
    </p:spTree>
    <p:extLst>
      <p:ext uri="{BB962C8B-B14F-4D97-AF65-F5344CB8AC3E}">
        <p14:creationId xmlns:p14="http://schemas.microsoft.com/office/powerpoint/2010/main" val="15627136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23893-1613-4DF4-B619-4521C7A4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3919A-900F-4083-91C4-0FBE1A70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Gerunds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61864-A28C-4AD5-845B-C37150D5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Verb + ing as a noun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8465A-3E88-44E7-80CF-0CECD98A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Using technology responsibly can improve learning.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Gerund phrase: Using technology responsibly</a:t>
            </a:r>
          </a:p>
        </p:txBody>
      </p:sp>
    </p:spTree>
    <p:extLst>
      <p:ext uri="{BB962C8B-B14F-4D97-AF65-F5344CB8AC3E}">
        <p14:creationId xmlns:p14="http://schemas.microsoft.com/office/powerpoint/2010/main" val="4142679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B3A5E-D069-4A55-A7E1-4E083C51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99212-C4B6-4841-8F3E-4E9DED59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Infinitives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1973D-C198-4C16-8EC1-39BDE756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to + verb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92462-9B99-4041-BC0F-6D6CD895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Students need to develop strong writing skills.</a:t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Infinitive: to develop</a:t>
            </a:r>
          </a:p>
        </p:txBody>
      </p:sp>
    </p:spTree>
    <p:extLst>
      <p:ext uri="{BB962C8B-B14F-4D97-AF65-F5344CB8AC3E}">
        <p14:creationId xmlns:p14="http://schemas.microsoft.com/office/powerpoint/2010/main" val="15120450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DBB4B-6BE3-4FDA-9A8D-17ED4B89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95984-7842-4DFD-8837-82E994E1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Relative Clauses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8EE5B-3060-48C8-9A6A-A853BC53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Adding information inside the sentence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C0E81-F7E6-4341-B536-24F82742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Students who read regularly improve their vocabulary.</a:t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Relative clause: who read regularly</a:t>
            </a:r>
          </a:p>
        </p:txBody>
      </p:sp>
    </p:spTree>
    <p:extLst>
      <p:ext uri="{BB962C8B-B14F-4D97-AF65-F5344CB8AC3E}">
        <p14:creationId xmlns:p14="http://schemas.microsoft.com/office/powerpoint/2010/main" val="7781243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F7418-C5AC-4AAD-986A-FA3B91E4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30A22-BC6D-42F6-A5B6-3713D0DB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Perfect Tenses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45EAA-EBFF-487B-AC59-98ABCD29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has / have + V3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B0F3A-A784-432F-A1B9-847B74F1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Technology has changed the way students learn.</a:t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Present Perfect: has changed</a:t>
            </a:r>
          </a:p>
        </p:txBody>
      </p:sp>
    </p:spTree>
    <p:extLst>
      <p:ext uri="{BB962C8B-B14F-4D97-AF65-F5344CB8AC3E}">
        <p14:creationId xmlns:p14="http://schemas.microsoft.com/office/powerpoint/2010/main" val="6937806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E4877-E173-4984-B986-0B01C012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C1939-5F0D-4026-8612-E612F38B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Reported Speech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E4573-A56D-43D4-B738-9A041DD0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Reporting an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BC620-18A5-477A-841F-19A2F455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Many teachers believe that technology can support learning.</a:t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Reported idea: believe that...</a:t>
            </a:r>
          </a:p>
        </p:txBody>
      </p:sp>
    </p:spTree>
    <p:extLst>
      <p:ext uri="{BB962C8B-B14F-4D97-AF65-F5344CB8AC3E}">
        <p14:creationId xmlns:p14="http://schemas.microsoft.com/office/powerpoint/2010/main" val="11266146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510FF-04CE-4583-8F0B-FE65AB47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3310E-39E1-4ADA-AA34-DBEB0FF0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Indirect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A3715-356E-4321-8993-A1F07AC7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Indirect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21B78-EE38-4F14-A469-D9604A61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It is important to understand why students use technology.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Not: why do students use technology</a:t>
            </a:r>
          </a:p>
        </p:txBody>
      </p:sp>
    </p:spTree>
    <p:extLst>
      <p:ext uri="{BB962C8B-B14F-4D97-AF65-F5344CB8AC3E}">
        <p14:creationId xmlns:p14="http://schemas.microsoft.com/office/powerpoint/2010/main" val="18579727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A52B0-4830-4F14-8E16-386055C9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D49FD-A239-47A6-818E-91486D59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Temporal Clauses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9565A-2114-4CDC-9BCF-C3C13532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Time clauses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35311-C8F6-47BF-ADEE-ECB252F9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When technology is used responsibly, it can support learning.</a:t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Temporal clause: When...</a:t>
            </a:r>
          </a:p>
        </p:txBody>
      </p:sp>
    </p:spTree>
    <p:extLst>
      <p:ext uri="{BB962C8B-B14F-4D97-AF65-F5344CB8AC3E}">
        <p14:creationId xmlns:p14="http://schemas.microsoft.com/office/powerpoint/2010/main" val="7275238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EB819-95AA-4339-ADF2-C7DEAEFE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62CA5-A42E-4CCA-B73F-AB4DBAF7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Complex Sentences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6F681-D166-4B29-8337-F3F3D3E4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מציגים רעיון מורכב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1E8C0-3A40-4CB2-842F-124C2A95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Although technology can distract students, it can also support learning.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Although = Complex Sentence + Contrast Connector</a:t>
            </a:r>
          </a:p>
        </p:txBody>
      </p:sp>
    </p:spTree>
    <p:extLst>
      <p:ext uri="{BB962C8B-B14F-4D97-AF65-F5344CB8AC3E}">
        <p14:creationId xmlns:p14="http://schemas.microsoft.com/office/powerpoint/2010/main" val="13471130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97025-DD78-4C21-9F8B-3C5569F4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602C1-0A14-47C5-8B9D-04738608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G-Level Sentence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6174A-DDEF-46E2-ABA8-C5AD1BFD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משפט אחד, כמה מבנים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434DB-5012-4486-A092-53DA8AE0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Not only can technology distract students, but it can also help them when it is used responsibly.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Inversion + Temporal clause + Passive</a:t>
            </a:r>
          </a:p>
        </p:txBody>
      </p:sp>
    </p:spTree>
    <p:extLst>
      <p:ext uri="{BB962C8B-B14F-4D97-AF65-F5344CB8AC3E}">
        <p14:creationId xmlns:p14="http://schemas.microsoft.com/office/powerpoint/2010/main" val="16001293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B846D-2397-4C28-9960-6FE2D149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B0A2E-6517-4E9F-B4A7-7F5A1FC5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How We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20B66-6ACD-4046-95E1-18245CB9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לא מספיק משפט אחד חכם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3E253-58D8-46B2-A3B1-0A862640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810125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43B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6A0D7-E355-4A37-BACC-9B944738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4810125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B2413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15888-1C0B-424E-BD41-27F37FA5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EE5FF"/>
                </a:solidFill>
              </a:defRPr>
            </a:pPr>
            <a:r>
              <a:rPr sz="2850" b="1">
                <a:solidFill>
                  <a:srgbClr val="4EE5FF"/>
                </a:solidFill>
              </a:rPr>
              <a:t>המשפט הזה נספר כ־1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EED8E-0456-4910-BFB6-E58E1B29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FB2C8"/>
                </a:solidFill>
              </a:defRPr>
            </a:pPr>
            <a:r>
              <a:rPr sz="2025" b="1">
                <a:solidFill>
                  <a:srgbClr val="9FB2C8"/>
                </a:solidFill>
              </a:rPr>
              <a:t>גם אם יש בו כמה מבנים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77933-8316-4EAA-9564-25790CB9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C857"/>
                </a:solidFill>
              </a:defRPr>
            </a:pPr>
            <a:r>
              <a:rPr sz="2850" b="1">
                <a:solidFill>
                  <a:srgbClr val="FFC857"/>
                </a:solidFill>
              </a:rPr>
              <a:t>צריך לפחות 3 משפטים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95484-5A5A-40B3-B550-87C0BA96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14700"/>
            <a:ext cx="4143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FB2C8"/>
                </a:solidFill>
              </a:defRPr>
            </a:pPr>
            <a:r>
              <a:rPr sz="2025" b="1">
                <a:solidFill>
                  <a:srgbClr val="9FB2C8"/>
                </a:solidFill>
              </a:rPr>
              <a:t>שלושה משפטים שונים עם מבנים מתקדמים</a:t>
            </a:r>
          </a:p>
        </p:txBody>
      </p:sp>
    </p:spTree>
    <p:extLst>
      <p:ext uri="{BB962C8B-B14F-4D97-AF65-F5344CB8AC3E}">
        <p14:creationId xmlns:p14="http://schemas.microsoft.com/office/powerpoint/2010/main" val="10851521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D0AE0-8589-48E8-BECB-457226B8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E6A66-1310-4D83-921F-BAF89341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EC594-CF8E-4D8D-8F65-7C27BEB6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תרגמו לאנגלית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EE8D3-B746-4863-9AD2-C88A244B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טכנולוגיה משמשת בבתי ספר רבים כדי לעזור לתלמידים ללמוד.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Try to use: Passive Voice + Infinitive</a:t>
            </a:r>
          </a:p>
        </p:txBody>
      </p:sp>
    </p:spTree>
    <p:extLst>
      <p:ext uri="{BB962C8B-B14F-4D97-AF65-F5344CB8AC3E}">
        <p14:creationId xmlns:p14="http://schemas.microsoft.com/office/powerpoint/2010/main" val="17760885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ED9B1-BBA9-43C9-9FE9-8FF4FFF7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2FAF2-89A8-49CC-92A1-06EC71D3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1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535B1-BA1A-4109-9D93-E7363513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E5F7C-AB14-4A4C-978F-0C81D92D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Technology is used in many schools to help students learn.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Advanced structure: Passive Voice + Infinitive</a:t>
            </a:r>
          </a:p>
        </p:txBody>
      </p:sp>
    </p:spTree>
    <p:extLst>
      <p:ext uri="{BB962C8B-B14F-4D97-AF65-F5344CB8AC3E}">
        <p14:creationId xmlns:p14="http://schemas.microsoft.com/office/powerpoint/2010/main" val="11083524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95E82-AD2D-42F3-8C9A-EB80A61B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DF7A0-C378-4D73-A5A4-17E367C6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0F226-9C2D-467F-B464-606DECE8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תרגמו לאנגלית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88D3C-25C4-4919-9111-6F4128E5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אם תלמידים מתרגלים קריאה כל שבוע, הם משפרים את אוצר המילים שלהם.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Try to use: Conditional</a:t>
            </a:r>
          </a:p>
        </p:txBody>
      </p:sp>
    </p:spTree>
    <p:extLst>
      <p:ext uri="{BB962C8B-B14F-4D97-AF65-F5344CB8AC3E}">
        <p14:creationId xmlns:p14="http://schemas.microsoft.com/office/powerpoint/2010/main" val="19955063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62E62-C60E-4A2C-A84A-BA07881E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D8836-D03D-4DB9-869D-C97F20D0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2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38156-8D7D-44EF-B901-54F906C8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42482-E95D-4D6E-9CE2-24A33025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If students practice reading every week, they improve their vocabulary.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Advanced structure: Conditional</a:t>
            </a:r>
          </a:p>
        </p:txBody>
      </p:sp>
    </p:spTree>
    <p:extLst>
      <p:ext uri="{BB962C8B-B14F-4D97-AF65-F5344CB8AC3E}">
        <p14:creationId xmlns:p14="http://schemas.microsoft.com/office/powerpoint/2010/main" val="4000474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3B45B-E8D5-45A8-91CA-64D5528B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04D30-E1DF-4824-9373-44B13396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03144-1B97-4F40-BDA9-5B827221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תרגמו לאנגלית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0EBD1-1591-4940-9930-AA3437FC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תלמידים שקוראים טקסטים קשים מפתחים ביטחון באנגלית.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Try to use: Relative Clause</a:t>
            </a:r>
          </a:p>
        </p:txBody>
      </p:sp>
    </p:spTree>
    <p:extLst>
      <p:ext uri="{BB962C8B-B14F-4D97-AF65-F5344CB8AC3E}">
        <p14:creationId xmlns:p14="http://schemas.microsoft.com/office/powerpoint/2010/main" val="87641821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05E18-90B6-4EB4-B07B-841F857A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234A9-1FDB-488A-B942-FC6C4986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3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54740-2296-4B0D-A714-E27B87AD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B4953-AE94-4D7D-B18B-DCA20B2A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Students who read difficult texts develop confidence in English.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Advanced structure: Relative Clause</a:t>
            </a:r>
          </a:p>
        </p:txBody>
      </p:sp>
    </p:spTree>
    <p:extLst>
      <p:ext uri="{BB962C8B-B14F-4D97-AF65-F5344CB8AC3E}">
        <p14:creationId xmlns:p14="http://schemas.microsoft.com/office/powerpoint/2010/main" val="15070079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3B5CC-ACE4-400C-8D16-6BBBDABA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D13EB-00B1-44AF-A40F-70BC6781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86350-D05E-4935-9189-B3CA451C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תרגמו לאנגלית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136AA-CF15-4EF7-80B3-827728FE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האינטרנט שינה את הדרך שבה תלמידים לומדים.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Try to use: Present Perfect</a:t>
            </a:r>
          </a:p>
        </p:txBody>
      </p:sp>
    </p:spTree>
    <p:extLst>
      <p:ext uri="{BB962C8B-B14F-4D97-AF65-F5344CB8AC3E}">
        <p14:creationId xmlns:p14="http://schemas.microsoft.com/office/powerpoint/2010/main" val="41375690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360C2-A357-4FA3-9EC1-68363E59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E8F5B-6FB4-446C-B166-A5775FFC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4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0FA2B-0783-4182-A962-B5CED8C4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2819D-2CD0-461D-B085-331384F3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The internet has changed the way students learn.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Advanced structure: Present Perfect</a:t>
            </a:r>
          </a:p>
        </p:txBody>
      </p:sp>
    </p:spTree>
    <p:extLst>
      <p:ext uri="{BB962C8B-B14F-4D97-AF65-F5344CB8AC3E}">
        <p14:creationId xmlns:p14="http://schemas.microsoft.com/office/powerpoint/2010/main" val="67503816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A5AAB-644D-47D4-938B-3C742710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3E781-EA44-4587-A502-7926239D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29875-0D7E-4BB1-9BF3-1A5C4235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תרגמו לאנגלית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EEE76-F463-4F1F-8094-80C1FED7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לא רק שטכנולוגיה יכולה להסיח את דעתם של תלמידים, היא גם יכולה לעזור להם כאשר משתמשים בה באחריות.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Try to use: Inversion + Passive</a:t>
            </a:r>
          </a:p>
        </p:txBody>
      </p:sp>
    </p:spTree>
    <p:extLst>
      <p:ext uri="{BB962C8B-B14F-4D97-AF65-F5344CB8AC3E}">
        <p14:creationId xmlns:p14="http://schemas.microsoft.com/office/powerpoint/2010/main" val="84344038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9BBF7-C114-407E-92BA-3C8DE8B3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ECE18-EA36-4C43-8059-B117E0FD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Practice 5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14F92-5F43-412E-9148-A553B223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E6F71-E5B1-4FD9-9DC5-15B7EFA0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Not only can technology distract students, but it can also help them when it is used responsibly.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Advanced structure: Inversion + Passive</a:t>
            </a:r>
          </a:p>
        </p:txBody>
      </p:sp>
    </p:spTree>
    <p:extLst>
      <p:ext uri="{BB962C8B-B14F-4D97-AF65-F5344CB8AC3E}">
        <p14:creationId xmlns:p14="http://schemas.microsoft.com/office/powerpoint/2010/main" val="29960962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32AB9-E1D4-4EE2-AD70-D15E5440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DC0CC-5881-4D76-A52E-CE4D57F9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 Strategy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225A0-34D6-420E-932E-74DF6B3A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מסמנים בתוך גוף החיבור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6FD67-6CAB-41AF-8E4E-01AB8A48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Although technology can distract students, it can also support learning.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Students who use it responsibly become more independent.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In recent years, technology has changed the way students study.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Although = Complex Sentence + Connector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who use it = Relative Clause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has changed = Present Perfect</a:t>
            </a:r>
          </a:p>
        </p:txBody>
      </p:sp>
    </p:spTree>
    <p:extLst>
      <p:ext uri="{BB962C8B-B14F-4D97-AF65-F5344CB8AC3E}">
        <p14:creationId xmlns:p14="http://schemas.microsoft.com/office/powerpoint/2010/main" val="159785266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3D095-F3A8-4A2B-93BB-68228AF3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31F88-BB38-4B9A-8D69-0C315E00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Exam Strategy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44EC0-6A8D-4D0D-9238-67F44161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או מוסיפים רשימה בסוף החיבור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2A24E-464E-4BF9-9D37-BCC668F5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Advanced Grammar Structures: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1. Although = Complex Sentence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2. Although = Contrast Connector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3. who use it responsibly = Relative Clause</a:t>
            </a:r>
          </a:p>
          <a:p xmlns:a="http://schemas.openxmlformats.org/drawingml/2006/main">
            <a:pPr algn="ctr">
              <a:defRPr sz="2325" b="1">
                <a:solidFill>
                  <a:srgbClr val="9FB2C8"/>
                </a:solidFill>
              </a:defRPr>
            </a:pPr>
            <a:r>
              <a:rPr sz="2325" b="1">
                <a:solidFill>
                  <a:srgbClr val="9FB2C8"/>
                </a:solidFill>
              </a:rPr>
              <a:t>4. has changed = Present Perfect</a:t>
            </a:r>
          </a:p>
        </p:txBody>
      </p:sp>
    </p:spTree>
    <p:extLst>
      <p:ext uri="{BB962C8B-B14F-4D97-AF65-F5344CB8AC3E}">
        <p14:creationId xmlns:p14="http://schemas.microsoft.com/office/powerpoint/2010/main" val="16423259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A6403-1657-41FA-A2A6-626DD3D7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89871-BA08-4FAA-836A-B52CA90F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E5FF"/>
                </a:solidFill>
              </a:defRPr>
            </a:pPr>
            <a:r>
              <a:rPr sz="1200" b="1">
                <a:solidFill>
                  <a:srgbClr val="4EE5FF"/>
                </a:solidFill>
              </a:rPr>
              <a:t>Final 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90FEF-93A7-4885-9BA4-A1096EF2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BFF"/>
                </a:solidFill>
              </a:defRPr>
            </a:pPr>
            <a:r>
              <a:rPr sz="3600" b="1">
                <a:solidFill>
                  <a:srgbClr val="F7FBFF"/>
                </a:solidFill>
              </a:rPr>
              <a:t>כתיבה היא בחירה חכמה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41EC4-34DB-413A-A90F-6CE03E33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בחרו מילים שאתם יודעים.</a:t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בחרו מבנים שאתם שולטים בהם.</a:t>
            </a:r>
          </a:p>
          <a:p xmlns:a="http://schemas.openxmlformats.org/drawingml/2006/main">
            <a:pPr algn="ctr">
              <a:defRPr sz="2850" b="1">
                <a:solidFill>
                  <a:srgbClr val="9FB2C8"/>
                </a:solidFill>
              </a:defRPr>
            </a:pPr>
            <a:r>
              <a:rPr sz="2850" b="1">
                <a:solidFill>
                  <a:srgbClr val="9FB2C8"/>
                </a:solidFill>
              </a:rPr>
              <a:t>לפחות 4 מבנים מתקדמים.</a:t>
            </a:r>
          </a:p>
        </p:txBody>
      </p:sp>
    </p:spTree>
    <p:extLst>
      <p:ext uri="{BB962C8B-B14F-4D97-AF65-F5344CB8AC3E}">
        <p14:creationId xmlns:p14="http://schemas.microsoft.com/office/powerpoint/2010/main" val="2131921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2026-09-01T14:19:12.6630000Z</dcterms:created>
  <dcterms:modified xsi:type="dcterms:W3CDTF">2026-09-01T14:19:12.6630000Z</dcterms:modified>
</coreProperties>
</file>