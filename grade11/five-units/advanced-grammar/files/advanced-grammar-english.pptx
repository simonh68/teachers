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6c9e9f81854ebd" /><Relationship Type="http://schemas.openxmlformats.org/officeDocument/2006/relationships/extended-properties" Target="/docProps/app.xml" Id="R92a4e445fe8b4aab" /><Relationship Type="http://schemas.openxmlformats.org/officeDocument/2006/relationships/officeDocument" Target="/ppt/presentation.xml" Id="R987ad6b0683e46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e99d75952e48d6"/>
  </p:sldMasterIdLst>
  <p:notesMasterIdLst>
    <p:notesMasterId xmlns:r="http://schemas.openxmlformats.org/officeDocument/2006/relationships" r:id="R4a862e42ed8241c2"/>
  </p:notesMasterIdLst>
  <p:sldIdLst>
    <p:sldId xmlns:r="http://schemas.openxmlformats.org/officeDocument/2006/relationships" id="256" r:id="R0bc4950fdb44418e"/>
    <p:sldId xmlns:r="http://schemas.openxmlformats.org/officeDocument/2006/relationships" id="257" r:id="R1d24c893095f437b"/>
    <p:sldId xmlns:r="http://schemas.openxmlformats.org/officeDocument/2006/relationships" id="258" r:id="R44a5d2d8b34f482a"/>
    <p:sldId xmlns:r="http://schemas.openxmlformats.org/officeDocument/2006/relationships" id="259" r:id="Rb121a6f74660413b"/>
    <p:sldId xmlns:r="http://schemas.openxmlformats.org/officeDocument/2006/relationships" id="260" r:id="R954f1395c8a949d2"/>
    <p:sldId xmlns:r="http://schemas.openxmlformats.org/officeDocument/2006/relationships" id="261" r:id="R237a6c4ea2a74294"/>
    <p:sldId xmlns:r="http://schemas.openxmlformats.org/officeDocument/2006/relationships" id="262" r:id="R48fe0de3d8fd4f93"/>
    <p:sldId xmlns:r="http://schemas.openxmlformats.org/officeDocument/2006/relationships" id="263" r:id="Ref60b213b2df4edd"/>
    <p:sldId xmlns:r="http://schemas.openxmlformats.org/officeDocument/2006/relationships" id="264" r:id="Re2721c7b9343447e"/>
    <p:sldId xmlns:r="http://schemas.openxmlformats.org/officeDocument/2006/relationships" id="265" r:id="R3b3622cd54f94927"/>
    <p:sldId xmlns:r="http://schemas.openxmlformats.org/officeDocument/2006/relationships" id="266" r:id="R1f515210a0244c06"/>
    <p:sldId xmlns:r="http://schemas.openxmlformats.org/officeDocument/2006/relationships" id="267" r:id="R7672bf073fe7408b"/>
    <p:sldId xmlns:r="http://schemas.openxmlformats.org/officeDocument/2006/relationships" id="268" r:id="Rca115aa7cf164495"/>
    <p:sldId xmlns:r="http://schemas.openxmlformats.org/officeDocument/2006/relationships" id="269" r:id="Re14e0bc83ea34efc"/>
    <p:sldId xmlns:r="http://schemas.openxmlformats.org/officeDocument/2006/relationships" id="270" r:id="Ref82296b83d141b9"/>
    <p:sldId xmlns:r="http://schemas.openxmlformats.org/officeDocument/2006/relationships" id="271" r:id="R1d82c9c4f6c0415b"/>
    <p:sldId xmlns:r="http://schemas.openxmlformats.org/officeDocument/2006/relationships" id="272" r:id="R78b28d01298d4e20"/>
    <p:sldId xmlns:r="http://schemas.openxmlformats.org/officeDocument/2006/relationships" id="273" r:id="R2312932193c14a6e"/>
    <p:sldId xmlns:r="http://schemas.openxmlformats.org/officeDocument/2006/relationships" id="274" r:id="R893b664fa29c4ff5"/>
    <p:sldId xmlns:r="http://schemas.openxmlformats.org/officeDocument/2006/relationships" id="275" r:id="R3b866430e7a04b04"/>
    <p:sldId xmlns:r="http://schemas.openxmlformats.org/officeDocument/2006/relationships" id="276" r:id="R9fd5287ff0bd41f9"/>
    <p:sldId xmlns:r="http://schemas.openxmlformats.org/officeDocument/2006/relationships" id="277" r:id="R27457a7f406d4dc6"/>
    <p:sldId xmlns:r="http://schemas.openxmlformats.org/officeDocument/2006/relationships" id="278" r:id="R29f66109d2ff4bfb"/>
    <p:sldId xmlns:r="http://schemas.openxmlformats.org/officeDocument/2006/relationships" id="279" r:id="R2c930f097efc46b1"/>
    <p:sldId xmlns:r="http://schemas.openxmlformats.org/officeDocument/2006/relationships" id="280" r:id="Rff334d9afe61474b"/>
    <p:sldId xmlns:r="http://schemas.openxmlformats.org/officeDocument/2006/relationships" id="281" r:id="R11d61d31529d413d"/>
    <p:sldId xmlns:r="http://schemas.openxmlformats.org/officeDocument/2006/relationships" id="282" r:id="R6e553062e5fe4f71"/>
    <p:sldId xmlns:r="http://schemas.openxmlformats.org/officeDocument/2006/relationships" id="283" r:id="R487894e5e8954362"/>
    <p:sldId xmlns:r="http://schemas.openxmlformats.org/officeDocument/2006/relationships" id="284" r:id="R62b578c1d5b848c4"/>
    <p:sldId xmlns:r="http://schemas.openxmlformats.org/officeDocument/2006/relationships" id="285" r:id="Rb2c71f8b51794f07"/>
    <p:sldId xmlns:r="http://schemas.openxmlformats.org/officeDocument/2006/relationships" id="286" r:id="Ra51ac22612af40ad"/>
    <p:sldId xmlns:r="http://schemas.openxmlformats.org/officeDocument/2006/relationships" id="287" r:id="R5712a45923f34e36"/>
    <p:sldId xmlns:r="http://schemas.openxmlformats.org/officeDocument/2006/relationships" id="288" r:id="R3309f6c8fc4d476b"/>
    <p:sldId xmlns:r="http://schemas.openxmlformats.org/officeDocument/2006/relationships" id="289" r:id="R831da63b10374d07"/>
    <p:sldId xmlns:r="http://schemas.openxmlformats.org/officeDocument/2006/relationships" id="290" r:id="Rc15b4d93f3064f97"/>
    <p:sldId xmlns:r="http://schemas.openxmlformats.org/officeDocument/2006/relationships" id="291" r:id="R90ccb7a93f28459c"/>
    <p:sldId xmlns:r="http://schemas.openxmlformats.org/officeDocument/2006/relationships" id="292" r:id="Rb686d7b8818b45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f7236bbce94b34" /><Relationship Type="http://schemas.openxmlformats.org/officeDocument/2006/relationships/slideMaster" Target="/ppt/slideMasters/slideMaster1.xml" Id="R04e99d75952e48d6" /><Relationship Type="http://schemas.openxmlformats.org/officeDocument/2006/relationships/notesMaster" Target="/ppt/notesMasters/notesMaster1.xml" Id="R4a862e42ed8241c2" /><Relationship Type="http://schemas.openxmlformats.org/officeDocument/2006/relationships/presProps" Target="/ppt/presProps.xml" Id="R7199d17bcda74a4e" /><Relationship Type="http://schemas.openxmlformats.org/officeDocument/2006/relationships/tableStyles" Target="/ppt/tableStyles.xml" Id="R33888782e9794b19" /><Relationship Type="http://schemas.openxmlformats.org/officeDocument/2006/relationships/slide" Target="/ppt/slides/slide1.xml" Id="R0bc4950fdb44418e" /><Relationship Type="http://schemas.openxmlformats.org/officeDocument/2006/relationships/slide" Target="/ppt/slides/slide2.xml" Id="R1d24c893095f437b" /><Relationship Type="http://schemas.openxmlformats.org/officeDocument/2006/relationships/slide" Target="/ppt/slides/slide3.xml" Id="R44a5d2d8b34f482a" /><Relationship Type="http://schemas.openxmlformats.org/officeDocument/2006/relationships/slide" Target="/ppt/slides/slide4.xml" Id="Rb121a6f74660413b" /><Relationship Type="http://schemas.openxmlformats.org/officeDocument/2006/relationships/slide" Target="/ppt/slides/slide5.xml" Id="R954f1395c8a949d2" /><Relationship Type="http://schemas.openxmlformats.org/officeDocument/2006/relationships/slide" Target="/ppt/slides/slide6.xml" Id="R237a6c4ea2a74294" /><Relationship Type="http://schemas.openxmlformats.org/officeDocument/2006/relationships/slide" Target="/ppt/slides/slide7.xml" Id="R48fe0de3d8fd4f93" /><Relationship Type="http://schemas.openxmlformats.org/officeDocument/2006/relationships/slide" Target="/ppt/slides/slide8.xml" Id="Ref60b213b2df4edd" /><Relationship Type="http://schemas.openxmlformats.org/officeDocument/2006/relationships/slide" Target="/ppt/slides/slide9.xml" Id="Re2721c7b9343447e" /><Relationship Type="http://schemas.openxmlformats.org/officeDocument/2006/relationships/slide" Target="/ppt/slides/slide10.xml" Id="R3b3622cd54f94927" /><Relationship Type="http://schemas.openxmlformats.org/officeDocument/2006/relationships/slide" Target="/ppt/slides/slide11.xml" Id="R1f515210a0244c06" /><Relationship Type="http://schemas.openxmlformats.org/officeDocument/2006/relationships/slide" Target="/ppt/slides/slide12.xml" Id="R7672bf073fe7408b" /><Relationship Type="http://schemas.openxmlformats.org/officeDocument/2006/relationships/slide" Target="/ppt/slides/slide13.xml" Id="Rca115aa7cf164495" /><Relationship Type="http://schemas.openxmlformats.org/officeDocument/2006/relationships/slide" Target="/ppt/slides/slide14.xml" Id="Re14e0bc83ea34efc" /><Relationship Type="http://schemas.openxmlformats.org/officeDocument/2006/relationships/slide" Target="/ppt/slides/slide15.xml" Id="Ref82296b83d141b9" /><Relationship Type="http://schemas.openxmlformats.org/officeDocument/2006/relationships/slide" Target="/ppt/slides/slide16.xml" Id="R1d82c9c4f6c0415b" /><Relationship Type="http://schemas.openxmlformats.org/officeDocument/2006/relationships/slide" Target="/ppt/slides/slide17.xml" Id="R78b28d01298d4e20" /><Relationship Type="http://schemas.openxmlformats.org/officeDocument/2006/relationships/slide" Target="/ppt/slides/slide18.xml" Id="R2312932193c14a6e" /><Relationship Type="http://schemas.openxmlformats.org/officeDocument/2006/relationships/slide" Target="/ppt/slides/slide19.xml" Id="R893b664fa29c4ff5" /><Relationship Type="http://schemas.openxmlformats.org/officeDocument/2006/relationships/slide" Target="/ppt/slides/slide20.xml" Id="R3b866430e7a04b04" /><Relationship Type="http://schemas.openxmlformats.org/officeDocument/2006/relationships/slide" Target="/ppt/slides/slide21.xml" Id="R9fd5287ff0bd41f9" /><Relationship Type="http://schemas.openxmlformats.org/officeDocument/2006/relationships/slide" Target="/ppt/slides/slide22.xml" Id="R27457a7f406d4dc6" /><Relationship Type="http://schemas.openxmlformats.org/officeDocument/2006/relationships/slide" Target="/ppt/slides/slide23.xml" Id="R29f66109d2ff4bfb" /><Relationship Type="http://schemas.openxmlformats.org/officeDocument/2006/relationships/slide" Target="/ppt/slides/slide24.xml" Id="R2c930f097efc46b1" /><Relationship Type="http://schemas.openxmlformats.org/officeDocument/2006/relationships/slide" Target="/ppt/slides/slide25.xml" Id="Rff334d9afe61474b" /><Relationship Type="http://schemas.openxmlformats.org/officeDocument/2006/relationships/slide" Target="/ppt/slides/slide26.xml" Id="R11d61d31529d413d" /><Relationship Type="http://schemas.openxmlformats.org/officeDocument/2006/relationships/slide" Target="/ppt/slides/slide27.xml" Id="R6e553062e5fe4f71" /><Relationship Type="http://schemas.openxmlformats.org/officeDocument/2006/relationships/slide" Target="/ppt/slides/slide28.xml" Id="R487894e5e8954362" /><Relationship Type="http://schemas.openxmlformats.org/officeDocument/2006/relationships/slide" Target="/ppt/slides/slide29.xml" Id="R62b578c1d5b848c4" /><Relationship Type="http://schemas.openxmlformats.org/officeDocument/2006/relationships/slide" Target="/ppt/slides/slide30.xml" Id="Rb2c71f8b51794f07" /><Relationship Type="http://schemas.openxmlformats.org/officeDocument/2006/relationships/slide" Target="/ppt/slides/slide31.xml" Id="Ra51ac22612af40ad" /><Relationship Type="http://schemas.openxmlformats.org/officeDocument/2006/relationships/slide" Target="/ppt/slides/slide32.xml" Id="R5712a45923f34e36" /><Relationship Type="http://schemas.openxmlformats.org/officeDocument/2006/relationships/slide" Target="/ppt/slides/slide33.xml" Id="R3309f6c8fc4d476b" /><Relationship Type="http://schemas.openxmlformats.org/officeDocument/2006/relationships/slide" Target="/ppt/slides/slide34.xml" Id="R831da63b10374d07" /><Relationship Type="http://schemas.openxmlformats.org/officeDocument/2006/relationships/slide" Target="/ppt/slides/slide35.xml" Id="Rc15b4d93f3064f97" /><Relationship Type="http://schemas.openxmlformats.org/officeDocument/2006/relationships/slide" Target="/ppt/slides/slide36.xml" Id="R90ccb7a93f28459c" /><Relationship Type="http://schemas.openxmlformats.org/officeDocument/2006/relationships/slide" Target="/ppt/slides/slide37.xml" Id="Rb686d7b8818b45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fe3e7f2a964b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0084b7b6b74ec3" /><Relationship Type="http://schemas.openxmlformats.org/officeDocument/2006/relationships/notesMaster" Target="/ppt/notesMasters/notesMaster1.xml" Id="R4be15a09e6f54b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2205470f624f16" /><Relationship Type="http://schemas.openxmlformats.org/officeDocument/2006/relationships/notesMaster" Target="/ppt/notesMasters/notesMaster1.xml" Id="R66b690d998f943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4b7be7104c40cd" /><Relationship Type="http://schemas.openxmlformats.org/officeDocument/2006/relationships/notesMaster" Target="/ppt/notesMasters/notesMaster1.xml" Id="Rd469bb8513ba42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a09cc0e7414201" /><Relationship Type="http://schemas.openxmlformats.org/officeDocument/2006/relationships/notesMaster" Target="/ppt/notesMasters/notesMaster1.xml" Id="R1174eb84d9eb44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84840f58c543d4" /><Relationship Type="http://schemas.openxmlformats.org/officeDocument/2006/relationships/notesMaster" Target="/ppt/notesMasters/notesMaster1.xml" Id="R24c34a76c17041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7da08973bf4277" /><Relationship Type="http://schemas.openxmlformats.org/officeDocument/2006/relationships/notesMaster" Target="/ppt/notesMasters/notesMaster1.xml" Id="Rddf4c13d718d4c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68d0e313aa42cc" /><Relationship Type="http://schemas.openxmlformats.org/officeDocument/2006/relationships/notesMaster" Target="/ppt/notesMasters/notesMaster1.xml" Id="R31c3da20b42c41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bd959d4ba84ce0" /><Relationship Type="http://schemas.openxmlformats.org/officeDocument/2006/relationships/notesMaster" Target="/ppt/notesMasters/notesMaster1.xml" Id="R830edf178bd447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71edebda014a85" /><Relationship Type="http://schemas.openxmlformats.org/officeDocument/2006/relationships/notesMaster" Target="/ppt/notesMasters/notesMaster1.xml" Id="R3cb527bf8ff749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225f7d9ef54aa4" /><Relationship Type="http://schemas.openxmlformats.org/officeDocument/2006/relationships/notesMaster" Target="/ppt/notesMasters/notesMaster1.xml" Id="Rb2218f57768f4f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799d3057e84900" /><Relationship Type="http://schemas.openxmlformats.org/officeDocument/2006/relationships/notesMaster" Target="/ppt/notesMasters/notesMaster1.xml" Id="R548a55f51e2f49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11b7bd59fb4fe3" /><Relationship Type="http://schemas.openxmlformats.org/officeDocument/2006/relationships/notesMaster" Target="/ppt/notesMasters/notesMaster1.xml" Id="Rb135fd2f2a0e4e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47a6867c424273" /><Relationship Type="http://schemas.openxmlformats.org/officeDocument/2006/relationships/notesMaster" Target="/ppt/notesMasters/notesMaster1.xml" Id="R8b68077b5f404a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44f92e157f4bfb" /><Relationship Type="http://schemas.openxmlformats.org/officeDocument/2006/relationships/notesMaster" Target="/ppt/notesMasters/notesMaster1.xml" Id="R81e637cc80e843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baa48c66ad46cb" /><Relationship Type="http://schemas.openxmlformats.org/officeDocument/2006/relationships/notesMaster" Target="/ppt/notesMasters/notesMaster1.xml" Id="Re3194bc8c8a740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df1de503374eec" /><Relationship Type="http://schemas.openxmlformats.org/officeDocument/2006/relationships/notesMaster" Target="/ppt/notesMasters/notesMaster1.xml" Id="R3ff4a05aee2a4f3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8410516a854199" /><Relationship Type="http://schemas.openxmlformats.org/officeDocument/2006/relationships/notesMaster" Target="/ppt/notesMasters/notesMaster1.xml" Id="Re525942a605342b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3e50d89979e46ef" /><Relationship Type="http://schemas.openxmlformats.org/officeDocument/2006/relationships/notesMaster" Target="/ppt/notesMasters/notesMaster1.xml" Id="R51d0a9101271435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df0dfc2e4be40e8" /><Relationship Type="http://schemas.openxmlformats.org/officeDocument/2006/relationships/notesMaster" Target="/ppt/notesMasters/notesMaster1.xml" Id="Rcc14af3a3bd047b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cf6a66ae3c4f61" /><Relationship Type="http://schemas.openxmlformats.org/officeDocument/2006/relationships/notesMaster" Target="/ppt/notesMasters/notesMaster1.xml" Id="R67d5760a26d745c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6d66214b64a4066" /><Relationship Type="http://schemas.openxmlformats.org/officeDocument/2006/relationships/notesMaster" Target="/ppt/notesMasters/notesMaster1.xml" Id="R77af1175529747a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808c74810494658" /><Relationship Type="http://schemas.openxmlformats.org/officeDocument/2006/relationships/notesMaster" Target="/ppt/notesMasters/notesMaster1.xml" Id="R9464ff231b04434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55605cd0f1e4f8b" /><Relationship Type="http://schemas.openxmlformats.org/officeDocument/2006/relationships/notesMaster" Target="/ppt/notesMasters/notesMaster1.xml" Id="R4e1a0016b97e4f5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a8761783db64fb3" /><Relationship Type="http://schemas.openxmlformats.org/officeDocument/2006/relationships/notesMaster" Target="/ppt/notesMasters/notesMaster1.xml" Id="R58ec8b08ff7242d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aa2c6bc8dcc4ae5" /><Relationship Type="http://schemas.openxmlformats.org/officeDocument/2006/relationships/notesMaster" Target="/ppt/notesMasters/notesMaster1.xml" Id="R85ced816ef5f4c2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03712f8dd644eee" /><Relationship Type="http://schemas.openxmlformats.org/officeDocument/2006/relationships/notesMaster" Target="/ppt/notesMasters/notesMaster1.xml" Id="R803827f8c00844e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b5447cc6b3f414f" /><Relationship Type="http://schemas.openxmlformats.org/officeDocument/2006/relationships/notesMaster" Target="/ppt/notesMasters/notesMaster1.xml" Id="R1fbc597ed6cb455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5c87518c3914bf4" /><Relationship Type="http://schemas.openxmlformats.org/officeDocument/2006/relationships/notesMaster" Target="/ppt/notesMasters/notesMaster1.xml" Id="R74cc42ce57604f6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2a750c5afd547ae" /><Relationship Type="http://schemas.openxmlformats.org/officeDocument/2006/relationships/notesMaster" Target="/ppt/notesMasters/notesMaster1.xml" Id="Rebcd00690e504e7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1e0666c497d4e1b" /><Relationship Type="http://schemas.openxmlformats.org/officeDocument/2006/relationships/notesMaster" Target="/ppt/notesMasters/notesMaster1.xml" Id="R4a9fe820db58424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a97b414bea84593" /><Relationship Type="http://schemas.openxmlformats.org/officeDocument/2006/relationships/notesMaster" Target="/ppt/notesMasters/notesMaster1.xml" Id="R90573c82bd354d7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3d5588806d34aba" /><Relationship Type="http://schemas.openxmlformats.org/officeDocument/2006/relationships/notesMaster" Target="/ppt/notesMasters/notesMaster1.xml" Id="R89ee925ca1304b7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b47a3dadc1d4e8d" /><Relationship Type="http://schemas.openxmlformats.org/officeDocument/2006/relationships/notesMaster" Target="/ppt/notesMasters/notesMaster1.xml" Id="Rb3502e443bae497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7e0fdf9a941471b" /><Relationship Type="http://schemas.openxmlformats.org/officeDocument/2006/relationships/notesMaster" Target="/ppt/notesMasters/notesMaster1.xml" Id="R2db2eb99e8344f8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3b4e679bcb14bc0" /><Relationship Type="http://schemas.openxmlformats.org/officeDocument/2006/relationships/notesMaster" Target="/ppt/notesMasters/notesMaster1.xml" Id="R89552ea3990443f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107e3048811440c" /><Relationship Type="http://schemas.openxmlformats.org/officeDocument/2006/relationships/notesMaster" Target="/ppt/notesMasters/notesMaster1.xml" Id="Rb726dc57e916415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05bab98d0f74d01" /><Relationship Type="http://schemas.openxmlformats.org/officeDocument/2006/relationships/notesMaster" Target="/ppt/notesMasters/notesMaster1.xml" Id="R78e449c13cd840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f27c944c442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f1177c7d6e4a58" /><Relationship Type="http://schemas.openxmlformats.org/officeDocument/2006/relationships/slideLayout" Target="/ppt/slideLayouts/slideLayout1.xml" Id="R79972db4f4634f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972db4f4634f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46f0da663444e" /><Relationship Type="http://schemas.openxmlformats.org/officeDocument/2006/relationships/notesSlide" Target="/ppt/notesSlides/notesSlide1.xml" Id="Rdabe25171f474d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4f4cdff784176" /><Relationship Type="http://schemas.openxmlformats.org/officeDocument/2006/relationships/notesSlide" Target="/ppt/notesSlides/notesSlide2.xml" Id="Reeacbbe19dcc4d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3c41a5a3841f8" /><Relationship Type="http://schemas.openxmlformats.org/officeDocument/2006/relationships/notesSlide" Target="/ppt/notesSlides/notesSlide3.xml" Id="Reb5048b973a647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0409849d2412e" /><Relationship Type="http://schemas.openxmlformats.org/officeDocument/2006/relationships/notesSlide" Target="/ppt/notesSlides/notesSlide4.xml" Id="R6b39b9986a3e41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3ecd14e13431e" /><Relationship Type="http://schemas.openxmlformats.org/officeDocument/2006/relationships/notesSlide" Target="/ppt/notesSlides/notesSlide5.xml" Id="Rb58aa1b317f049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49709bdb64840" /><Relationship Type="http://schemas.openxmlformats.org/officeDocument/2006/relationships/notesSlide" Target="/ppt/notesSlides/notesSlide6.xml" Id="Rae364549837e4a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8c05fc29341bf" /><Relationship Type="http://schemas.openxmlformats.org/officeDocument/2006/relationships/notesSlide" Target="/ppt/notesSlides/notesSlide7.xml" Id="R61dcd0112f5f41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91226f9d546e2" /><Relationship Type="http://schemas.openxmlformats.org/officeDocument/2006/relationships/notesSlide" Target="/ppt/notesSlides/notesSlide8.xml" Id="R5f375cdf3c2d41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836e058864220" /><Relationship Type="http://schemas.openxmlformats.org/officeDocument/2006/relationships/notesSlide" Target="/ppt/notesSlides/notesSlide9.xml" Id="Rd88d065ef61d49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fbcc30f1f438f" /><Relationship Type="http://schemas.openxmlformats.org/officeDocument/2006/relationships/notesSlide" Target="/ppt/notesSlides/notesSlide10.xml" Id="R3ba013d6730d41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0926e3d53435b" /><Relationship Type="http://schemas.openxmlformats.org/officeDocument/2006/relationships/notesSlide" Target="/ppt/notesSlides/notesSlide11.xml" Id="Reb1b18ac04f24a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1a648799f4b28" /><Relationship Type="http://schemas.openxmlformats.org/officeDocument/2006/relationships/notesSlide" Target="/ppt/notesSlides/notesSlide12.xml" Id="Red598528d44c47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7903ab5e643e3" /><Relationship Type="http://schemas.openxmlformats.org/officeDocument/2006/relationships/notesSlide" Target="/ppt/notesSlides/notesSlide13.xml" Id="R48575445a09146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2be821dd7469a" /><Relationship Type="http://schemas.openxmlformats.org/officeDocument/2006/relationships/notesSlide" Target="/ppt/notesSlides/notesSlide14.xml" Id="R1a5eee2cc22740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1d7f752c04cfc" /><Relationship Type="http://schemas.openxmlformats.org/officeDocument/2006/relationships/notesSlide" Target="/ppt/notesSlides/notesSlide15.xml" Id="R98e0d63faea944b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42b936aec44b8" /><Relationship Type="http://schemas.openxmlformats.org/officeDocument/2006/relationships/notesSlide" Target="/ppt/notesSlides/notesSlide16.xml" Id="R906b17e6175c4d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fc9b4b5334498" /><Relationship Type="http://schemas.openxmlformats.org/officeDocument/2006/relationships/notesSlide" Target="/ppt/notesSlides/notesSlide17.xml" Id="Re4482f3950484d3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4796e279e4c87" /><Relationship Type="http://schemas.openxmlformats.org/officeDocument/2006/relationships/notesSlide" Target="/ppt/notesSlides/notesSlide18.xml" Id="R65d7e70640b5401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1471d66554a3d" /><Relationship Type="http://schemas.openxmlformats.org/officeDocument/2006/relationships/notesSlide" Target="/ppt/notesSlides/notesSlide19.xml" Id="R6c18790dae4a44b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4502b67234d3e" /><Relationship Type="http://schemas.openxmlformats.org/officeDocument/2006/relationships/notesSlide" Target="/ppt/notesSlides/notesSlide20.xml" Id="Rc40162dcaf0243a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35884784a47a0" /><Relationship Type="http://schemas.openxmlformats.org/officeDocument/2006/relationships/notesSlide" Target="/ppt/notesSlides/notesSlide21.xml" Id="Rb4238adbbe15446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66776e8024fc4" /><Relationship Type="http://schemas.openxmlformats.org/officeDocument/2006/relationships/notesSlide" Target="/ppt/notesSlides/notesSlide22.xml" Id="R22bdae36546b473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db4aa1eda42f4" /><Relationship Type="http://schemas.openxmlformats.org/officeDocument/2006/relationships/notesSlide" Target="/ppt/notesSlides/notesSlide23.xml" Id="R65ad9061ad47401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02c4541104531" /><Relationship Type="http://schemas.openxmlformats.org/officeDocument/2006/relationships/notesSlide" Target="/ppt/notesSlides/notesSlide24.xml" Id="Rbd23b064e5b3432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8b727a5374592" /><Relationship Type="http://schemas.openxmlformats.org/officeDocument/2006/relationships/notesSlide" Target="/ppt/notesSlides/notesSlide25.xml" Id="Ra0823fb6698b4cf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59566b62a4c8c" /><Relationship Type="http://schemas.openxmlformats.org/officeDocument/2006/relationships/notesSlide" Target="/ppt/notesSlides/notesSlide26.xml" Id="Rc597d5a8db9646f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6046dd41c4d61" /><Relationship Type="http://schemas.openxmlformats.org/officeDocument/2006/relationships/notesSlide" Target="/ppt/notesSlides/notesSlide27.xml" Id="Re1b60ed16ce840e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9a552eb584c4b" /><Relationship Type="http://schemas.openxmlformats.org/officeDocument/2006/relationships/notesSlide" Target="/ppt/notesSlides/notesSlide28.xml" Id="R1d864cae77634a9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7a0432601475d" /><Relationship Type="http://schemas.openxmlformats.org/officeDocument/2006/relationships/notesSlide" Target="/ppt/notesSlides/notesSlide29.xml" Id="Rbad62e2f46e0436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c5a9ba5574763" /><Relationship Type="http://schemas.openxmlformats.org/officeDocument/2006/relationships/notesSlide" Target="/ppt/notesSlides/notesSlide30.xml" Id="R6b0023a07fc54f4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7ceacd0a94157" /><Relationship Type="http://schemas.openxmlformats.org/officeDocument/2006/relationships/notesSlide" Target="/ppt/notesSlides/notesSlide31.xml" Id="Rb7846fd67a5c4d6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b0b53d9f74955" /><Relationship Type="http://schemas.openxmlformats.org/officeDocument/2006/relationships/notesSlide" Target="/ppt/notesSlides/notesSlide32.xml" Id="Rb1de825eaf8b491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4c358348b48f4" /><Relationship Type="http://schemas.openxmlformats.org/officeDocument/2006/relationships/notesSlide" Target="/ppt/notesSlides/notesSlide33.xml" Id="R75b56e95fd114a0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742948cb94c07" /><Relationship Type="http://schemas.openxmlformats.org/officeDocument/2006/relationships/notesSlide" Target="/ppt/notesSlides/notesSlide34.xml" Id="R41aa3773c4ee42b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30180a16343f6" /><Relationship Type="http://schemas.openxmlformats.org/officeDocument/2006/relationships/notesSlide" Target="/ppt/notesSlides/notesSlide35.xml" Id="R406900875f3040f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828390fd2413d" /><Relationship Type="http://schemas.openxmlformats.org/officeDocument/2006/relationships/notesSlide" Target="/ppt/notesSlides/notesSlide36.xml" Id="R36e68045dcd2449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ca81a3f5545dc" /><Relationship Type="http://schemas.openxmlformats.org/officeDocument/2006/relationships/notesSlide" Target="/ppt/notesSlides/notesSlide37.xml" Id="R95c8f6c94df341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775C3-10B0-4838-A7C3-BA6CC7AF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B21EA-8F58-4CA3-B236-3EA36779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Grade 11 · 5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C0924-2869-42FB-BEEF-4FCF2CA2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Advanced Grammar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487AF-9585-4C15-982F-4540280F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How English sentences work — and how we make them stronger for Module G</a:t>
            </a:r>
          </a:p>
        </p:txBody>
      </p:sp>
    </p:spTree>
    <p:extLst>
      <p:ext uri="{BB962C8B-B14F-4D97-AF65-F5344CB8AC3E}">
        <p14:creationId xmlns:p14="http://schemas.microsoft.com/office/powerpoint/2010/main" val="1175854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34AC8-7F5D-4749-A3C0-E0BB5502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9ADF6-95A7-4F8B-8EC9-BFBFF13D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Basic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71632-3C30-4220-8697-3E6CF629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7FBFF"/>
                </a:solidFill>
              </a:defRPr>
            </a:pPr>
            <a:r>
              <a:rPr sz="2850" b="1">
                <a:solidFill>
                  <a:srgbClr val="F7FBFF"/>
                </a:solidFill>
              </a:rPr>
              <a:t>Most English sentences have a clear 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25DD1-4743-40D2-A6E5-60605305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Subject + Verb + Object</a:t>
            </a:r>
          </a:p>
        </p:txBody>
      </p:sp>
    </p:spTree>
    <p:extLst>
      <p:ext uri="{BB962C8B-B14F-4D97-AF65-F5344CB8AC3E}">
        <p14:creationId xmlns:p14="http://schemas.microsoft.com/office/powerpoint/2010/main" val="1953253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BA3C3-2380-427A-9B36-0F0244BC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3014C-6A2E-448F-81BE-58896DF3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Example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83E00-EE5A-4E26-98D8-DE2B766E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Short sentence, same 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255FB-1742-4FEF-A69A-BEC1DD1B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Students learn English.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1E1AC-6C33-4708-A48A-82D6C161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1719E-7201-4129-92F6-9D63B046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Subject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76671-9DBA-4174-82BE-6F19542F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A52BC-BDDB-4424-91A3-69838023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3BC0C-2100-466D-B281-2D9E889D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7163"/>
                </a:solidFill>
              </a:defRPr>
            </a:pPr>
            <a:r>
              <a:rPr sz="1200" b="1">
                <a:solidFill>
                  <a:srgbClr val="FF7163"/>
                </a:solidFill>
              </a:rPr>
              <a:t>Verb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B998D-C09A-4716-AAFE-CC276C41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learn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C0191-8FC9-49D2-A54A-4557D5A9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4CD42-5A68-4B04-8A8B-76FF6839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5F06A"/>
                </a:solidFill>
              </a:defRPr>
            </a:pPr>
            <a:r>
              <a:rPr sz="1200" b="1">
                <a:solidFill>
                  <a:srgbClr val="75F06A"/>
                </a:solidFill>
              </a:rPr>
              <a:t>Object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321F9-D0CA-4BA6-9B1E-AECAB6B8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854713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084B7-D11D-465F-BCA2-D24E541B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F1F33-F4FA-4BF1-959C-CAAEEEAD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Example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83701-757E-4011-973D-6707935F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Action sentence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C1E17-289B-45D2-A76E-C5ABECE9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Technology helps students.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54AE9-D649-4967-8C9F-6985580D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DB379-635B-4253-97E4-B5120208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Subject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D1C0B-75BA-40F6-A6F6-E4B13C7C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Technology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942E0-E165-4C35-92CC-1174ED9C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CAD78-EBC6-41C1-98AD-270CFA94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7163"/>
                </a:solidFill>
              </a:defRPr>
            </a:pPr>
            <a:r>
              <a:rPr sz="1200" b="1">
                <a:solidFill>
                  <a:srgbClr val="FF7163"/>
                </a:solidFill>
              </a:rPr>
              <a:t>Verb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9918F-5A95-4030-84CD-96D1FC5F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helps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D4D30-73BC-44AD-8526-9D8EA829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1AAB9-C8BA-45F9-BCED-3A085E9F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5F06A"/>
                </a:solidFill>
              </a:defRPr>
            </a:pPr>
            <a:r>
              <a:rPr sz="1200" b="1">
                <a:solidFill>
                  <a:srgbClr val="75F06A"/>
                </a:solidFill>
              </a:rPr>
              <a:t>Object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F5221-C048-4CA0-82C2-3753F4EE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students</a:t>
            </a:r>
          </a:p>
        </p:txBody>
      </p:sp>
    </p:spTree>
    <p:extLst>
      <p:ext uri="{BB962C8B-B14F-4D97-AF65-F5344CB8AC3E}">
        <p14:creationId xmlns:p14="http://schemas.microsoft.com/office/powerpoint/2010/main" val="1575551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A5F5E-E3AF-4838-B6FB-E84EECF0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9DE44-9262-4742-B963-0FF9F5F4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Example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FB73E-3BFF-48C8-BD34-CB2FEC06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Not every sentence has an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3B749-B6AA-49D8-919D-BF22282F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The text is difficult.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DCD31-248F-4C57-B5AD-CDE2335B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9F3C8-7A02-4F94-979D-2FCD594B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Subject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FDFF7-1C31-4C9F-BD62-0C87E62B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The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50E87-4BCD-4AF9-8367-0634C464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C113A-12F0-4EE4-941C-2C5BC3D0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7163"/>
                </a:solidFill>
              </a:defRPr>
            </a:pPr>
            <a:r>
              <a:rPr sz="1200" b="1">
                <a:solidFill>
                  <a:srgbClr val="FF7163"/>
                </a:solidFill>
              </a:rPr>
              <a:t>Verb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5F510-4172-4C15-A422-274E92D8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53996-00ED-456F-B60F-6AB7FA98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B59D6-9C3F-4F76-9E8B-BE95A6FF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9CFF"/>
                </a:solidFill>
              </a:defRPr>
            </a:pPr>
            <a:r>
              <a:rPr sz="1200" b="1">
                <a:solidFill>
                  <a:srgbClr val="B79CFF"/>
                </a:solidFill>
              </a:rPr>
              <a:t>Description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03828-F8E9-4EA5-AC47-DCD2BED8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difficult</a:t>
            </a:r>
          </a:p>
        </p:txBody>
      </p:sp>
    </p:spTree>
    <p:extLst>
      <p:ext uri="{BB962C8B-B14F-4D97-AF65-F5344CB8AC3E}">
        <p14:creationId xmlns:p14="http://schemas.microsoft.com/office/powerpoint/2010/main" val="10287256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AF533-583C-4750-9ECE-8B65A81E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F19DD-E994-447E-8302-B7D59310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Example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20C75-63BD-47F8-BEAB-2A7B2ABC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To be describes a situation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2D36E-F11E-4629-8EF3-0C24F74F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Many students are nervous before an exam.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AB3DC-CE00-41C7-8273-E70546A4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2347913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758E5-2149-4441-AF4E-150B7407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76675"/>
            <a:ext cx="21574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Subject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8A96A-CC09-4C48-9EDE-42A8FDBE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1574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Many 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00EAD-DE1D-4FE9-A404-F6861D7A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714750"/>
            <a:ext cx="2347913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35688-AFD0-4B4E-8985-115088EB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613" y="3876675"/>
            <a:ext cx="21574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7163"/>
                </a:solidFill>
              </a:defRPr>
            </a:pPr>
            <a:r>
              <a:rPr sz="1200" b="1">
                <a:solidFill>
                  <a:srgbClr val="FF7163"/>
                </a:solidFill>
              </a:rPr>
              <a:t>Verb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D6B37-41F5-423F-95F4-ADB39F5B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613" y="4133850"/>
            <a:ext cx="21574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FCDCD-8ED3-4F5A-A193-F793C903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14750"/>
            <a:ext cx="2347913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4B020-51E3-4719-8082-1823BBBA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876675"/>
            <a:ext cx="21574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9CFF"/>
                </a:solidFill>
              </a:defRPr>
            </a:pPr>
            <a:r>
              <a:rPr sz="1200" b="1">
                <a:solidFill>
                  <a:srgbClr val="B79CFF"/>
                </a:solidFill>
              </a:rPr>
              <a:t>Description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F7804-BF94-431D-9BE8-7E99FEE8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133850"/>
            <a:ext cx="21574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nervous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997B6-29FF-4848-A872-BA86F3CE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088" y="3714750"/>
            <a:ext cx="2347913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05CD3-03E5-426A-A5E4-209815ED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3876675"/>
            <a:ext cx="21574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FB2C8"/>
                </a:solidFill>
              </a:defRPr>
            </a:pPr>
            <a:r>
              <a:rPr sz="1200" b="1">
                <a:solidFill>
                  <a:srgbClr val="9FB2C8"/>
                </a:solidFill>
              </a:rPr>
              <a:t>Extra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16098-C4AA-41F0-A39F-EB7BE679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4133850"/>
            <a:ext cx="21574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before an exam</a:t>
            </a:r>
          </a:p>
        </p:txBody>
      </p:sp>
    </p:spTree>
    <p:extLst>
      <p:ext uri="{BB962C8B-B14F-4D97-AF65-F5344CB8AC3E}">
        <p14:creationId xmlns:p14="http://schemas.microsoft.com/office/powerpoint/2010/main" val="18557624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E0702-D7EB-4117-B39A-0D31C104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8C12D-6527-4E28-B4D3-F090635B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Example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6C283-277D-4BEB-A38F-ED03E433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The subject can be long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18E20-3C9A-4A24-9F9A-FE363B5C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A student who practices every week is more confident in English.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F884A-A932-4FF1-9DAA-95F5CB2D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3F05E-E168-4E7A-A2CB-4A47FE7C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Subject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C8A4C-A286-46E3-85E4-1118220E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A student who practices every week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370AA-F4CA-458D-A19B-69D8E730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DF5B1-61AA-4566-8A5D-71BEF0CE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7163"/>
                </a:solidFill>
              </a:defRPr>
            </a:pPr>
            <a:r>
              <a:rPr sz="1200" b="1">
                <a:solidFill>
                  <a:srgbClr val="FF7163"/>
                </a:solidFill>
              </a:rPr>
              <a:t>Verb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3F2C3-1777-4250-AC1D-8696D065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0BB81-A0D0-4783-B291-796CCD3E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3A301-8AFA-4810-A03A-41F9EF16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9CFF"/>
                </a:solidFill>
              </a:defRPr>
            </a:pPr>
            <a:r>
              <a:rPr sz="1200" b="1">
                <a:solidFill>
                  <a:srgbClr val="B79CFF"/>
                </a:solidFill>
              </a:rPr>
              <a:t>Description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1D593-11EF-4B97-8F08-DF84FAFA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more confident</a:t>
            </a:r>
          </a:p>
        </p:txBody>
      </p:sp>
    </p:spTree>
    <p:extLst>
      <p:ext uri="{BB962C8B-B14F-4D97-AF65-F5344CB8AC3E}">
        <p14:creationId xmlns:p14="http://schemas.microsoft.com/office/powerpoint/2010/main" val="7678407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2185A-5FCD-4837-95D5-44BC714B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95251-3422-45DD-B521-5113B497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Example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6F212-CEED-4411-8547-30EC8025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Long does not always mean advanced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43FE1-07E8-4F5E-9130-E02D4AD6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Responsible students develop strong reading habits during the year.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467CC-04F9-4D15-8193-ED93765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1F21A-BDA0-4C1A-B865-0FF3E3F7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Subject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F2EF4-79A6-4528-B74E-72796B3C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Responsible 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90FD3-7015-4314-B7A0-4C27B025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44B56-D87D-404E-988E-DD52F692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7163"/>
                </a:solidFill>
              </a:defRPr>
            </a:pPr>
            <a:r>
              <a:rPr sz="1200" b="1">
                <a:solidFill>
                  <a:srgbClr val="FF7163"/>
                </a:solidFill>
              </a:rPr>
              <a:t>Verb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B14FC-84EF-4848-B759-EB950DDD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develop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7C586-2CCF-44C0-ABF7-20075744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72526-99D0-4E5A-AB07-E4638488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5F06A"/>
                </a:solidFill>
              </a:defRPr>
            </a:pPr>
            <a:r>
              <a:rPr sz="1200" b="1">
                <a:solidFill>
                  <a:srgbClr val="75F06A"/>
                </a:solidFill>
              </a:rPr>
              <a:t>Object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D122D-2FC2-440D-9226-46A741CB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strong reading habits</a:t>
            </a:r>
          </a:p>
        </p:txBody>
      </p:sp>
    </p:spTree>
    <p:extLst>
      <p:ext uri="{BB962C8B-B14F-4D97-AF65-F5344CB8AC3E}">
        <p14:creationId xmlns:p14="http://schemas.microsoft.com/office/powerpoint/2010/main" val="6064915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FAB3B-B2A2-48F1-AA08-B288B78C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15DE0-E496-4830-AEA8-58AAC712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59AED-4CFB-4A47-9E3F-514A7175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But English is not always S + V + 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D86B9-C499-4D78-9966-F2094C5D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810125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43B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93D5B-E3B7-45CC-9012-7CF7016D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4810125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B2413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5FBF9-1E52-4A70-8044-E62293D9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EE5FF"/>
                </a:solidFill>
              </a:defRPr>
            </a:pPr>
            <a:r>
              <a:rPr sz="2850" b="1">
                <a:solidFill>
                  <a:srgbClr val="4EE5FF"/>
                </a:solidFill>
              </a:rPr>
              <a:t>Change 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FCAD7-D072-4FBD-8169-3C9A344B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14700"/>
            <a:ext cx="414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FB2C8"/>
                </a:solidFill>
              </a:defRPr>
            </a:pPr>
            <a:r>
              <a:rPr sz="2025" b="1">
                <a:solidFill>
                  <a:srgbClr val="9FB2C8"/>
                </a:solidFill>
              </a:rPr>
              <a:t>Sometimes the verb moves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BE558-8F62-4EC2-A080-0CA7B8B3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C857"/>
                </a:solidFill>
              </a:defRPr>
            </a:pPr>
            <a:r>
              <a:rPr sz="2850" b="1">
                <a:solidFill>
                  <a:srgbClr val="FFC857"/>
                </a:solidFill>
              </a:rPr>
              <a:t>Add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BD819-968E-4A0B-B447-EF298584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14700"/>
            <a:ext cx="414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FB2C8"/>
                </a:solidFill>
              </a:defRPr>
            </a:pPr>
            <a:r>
              <a:rPr sz="2025" b="1">
                <a:solidFill>
                  <a:srgbClr val="9FB2C8"/>
                </a:solidFill>
              </a:rPr>
              <a:t>Clauses, tenses and verb forms</a:t>
            </a:r>
          </a:p>
        </p:txBody>
      </p:sp>
    </p:spTree>
    <p:extLst>
      <p:ext uri="{BB962C8B-B14F-4D97-AF65-F5344CB8AC3E}">
        <p14:creationId xmlns:p14="http://schemas.microsoft.com/office/powerpoint/2010/main" val="3521326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5A136-9095-4D00-8A71-FDA9F07B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F803C-215E-41C6-BD16-06AC3300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Module G Writing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60702-2406-4C6B-B9E0-F48162BC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What is required?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DB549-A857-4FD6-8686-1BEB3F4B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810125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43B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D5DC0-18B1-43FB-9B0E-637F683F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4810125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B2413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024F7-3D15-4555-A118-51E91267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EE5FF"/>
                </a:solidFill>
              </a:defRPr>
            </a:pPr>
            <a:r>
              <a:rPr sz="2850" b="1">
                <a:solidFill>
                  <a:srgbClr val="4EE5FF"/>
                </a:solidFill>
              </a:rPr>
              <a:t>Required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68819-F6AA-457B-A03F-20298071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14700"/>
            <a:ext cx="414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FB2C8"/>
                </a:solidFill>
              </a:defRPr>
            </a:pPr>
            <a:r>
              <a:rPr sz="2025" b="1">
                <a:solidFill>
                  <a:srgbClr val="9FB2C8"/>
                </a:solidFill>
              </a:rPr>
              <a:t>Show advanced language structures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08FF8-1579-48DD-878B-0D46436C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C857"/>
                </a:solidFill>
              </a:defRPr>
            </a:pPr>
            <a:r>
              <a:rPr sz="2850" b="1">
                <a:solidFill>
                  <a:srgbClr val="FFC857"/>
                </a:solidFill>
              </a:rPr>
              <a:t>Class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30E62-69E1-4119-9216-C55EB5DF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14700"/>
            <a:ext cx="414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FB2C8"/>
                </a:solidFill>
              </a:defRPr>
            </a:pPr>
            <a:r>
              <a:rPr sz="2025" b="1">
                <a:solidFill>
                  <a:srgbClr val="9FB2C8"/>
                </a:solidFill>
              </a:rPr>
              <a:t>At least 4, so 3 remain strong</a:t>
            </a:r>
          </a:p>
        </p:txBody>
      </p:sp>
    </p:spTree>
    <p:extLst>
      <p:ext uri="{BB962C8B-B14F-4D97-AF65-F5344CB8AC3E}">
        <p14:creationId xmlns:p14="http://schemas.microsoft.com/office/powerpoint/2010/main" val="7249905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D679C0-C289-4D86-8205-F56233DE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7EB80-A3AD-446F-A698-B570F433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Official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DA1C2-10B4-4218-AFA4-5C3DD37D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Defined advanced structures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15DB5-5076-4203-9F8D-4BDF068B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A0C66-6B12-42E4-B6AD-9EA5A8BD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Passive Voice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64E97-C1EA-4CFD-B8EE-4AC3181E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8A4C3-CD0B-4A4D-B518-8C7FF523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Conditionals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C1FC6-4596-49AE-B08B-FBBA157F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A385A-3950-40A8-875A-DB2FD243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Inversion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8883A-CD30-4D54-BE23-F9BF6625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4F425-68C0-4880-B687-FA1DAEF7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Gerunds / Infinitives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C1F95-CE85-4B61-904B-991CC1CA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684C9-8B46-40D9-9C9B-5A706800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Relative Clauses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559A6-0295-43DC-85A9-5D2960EF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57872-ED34-4C48-A087-CD7A1081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Reported Speech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C5CE5-63F2-42B1-A9AC-CB2FEEA7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81375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6E536-D6EF-479D-BD8E-31C94996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52825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Indirect Questions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1C5C1-9DD6-4FA8-A26E-4BF6C32B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81375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548BF3-CEEB-481C-9D96-1C9D2C5E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52825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Perfect Tenses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363F29-DA97-4AB0-8723-5CEBA463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86273-CEF2-472F-9D26-282AFC89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52825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Temporal Clauses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21F0FE-C786-4F76-89DF-330BF98F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81375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EB62E0-E1B3-4A6C-B07E-0CA2D03A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52825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Complex Sentences</a:t>
            </a:r>
          </a:p>
        </p:txBody>
      </p:sp>
    </p:spTree>
    <p:extLst>
      <p:ext uri="{BB962C8B-B14F-4D97-AF65-F5344CB8AC3E}">
        <p14:creationId xmlns:p14="http://schemas.microsoft.com/office/powerpoint/2010/main" val="3161280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2E1FD-52C7-4239-8004-C114C1CF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C1AC2-AE1A-4DF3-817A-462B8163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Passive Voice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D3A9B-1D02-47A4-9FD5-741DA428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The Object becomes the Subject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9CE63-C6F3-4917-8C18-F1C260C0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Active: People use technology in schools.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Subject: People | Verb: use | Object: technology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Passive: Technology is used in schools.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Subject: Technology | Verb: is used</a:t>
            </a:r>
          </a:p>
        </p:txBody>
      </p:sp>
    </p:spTree>
    <p:extLst>
      <p:ext uri="{BB962C8B-B14F-4D97-AF65-F5344CB8AC3E}">
        <p14:creationId xmlns:p14="http://schemas.microsoft.com/office/powerpoint/2010/main" val="21150442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A2E3F-3945-471B-8F9C-6A7BF284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CA35D-3B38-4090-92A7-8B193175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Conditionals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1E58E-E7C5-4443-8EC2-03026380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If +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BA299-31B5-48F8-9B25-9F0E23AB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If students use technology responsibly, they can learn more effectively.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If clause + result</a:t>
            </a:r>
          </a:p>
        </p:txBody>
      </p:sp>
    </p:spTree>
    <p:extLst>
      <p:ext uri="{BB962C8B-B14F-4D97-AF65-F5344CB8AC3E}">
        <p14:creationId xmlns:p14="http://schemas.microsoft.com/office/powerpoint/2010/main" val="19573212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87FD5-C9BD-46EB-BE8C-51D7A0DC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8484A-43DB-4297-9F2D-5A548484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Inversion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92423-7EC0-412E-ABBA-F71D5E8B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Changing the normal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B10F0-8FB1-471D-81AA-EAC4868F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Not only can technology distract students, but it can also support learning.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Not: Not only technology can</a:t>
            </a:r>
          </a:p>
        </p:txBody>
      </p:sp>
    </p:spTree>
    <p:extLst>
      <p:ext uri="{BB962C8B-B14F-4D97-AF65-F5344CB8AC3E}">
        <p14:creationId xmlns:p14="http://schemas.microsoft.com/office/powerpoint/2010/main" val="17151270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BF843-173D-4260-8659-E0FE7500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90F20-715B-430C-A525-BE4B33B0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Gerunds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C8320-8D5A-4EA6-BA9B-A1256BCB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Verb + ing as a noun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1A22E-F1AD-4618-A5AB-1753E81D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Using technology responsibly can improve learning.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Gerund phrase: Using technology responsibly</a:t>
            </a:r>
          </a:p>
        </p:txBody>
      </p:sp>
    </p:spTree>
    <p:extLst>
      <p:ext uri="{BB962C8B-B14F-4D97-AF65-F5344CB8AC3E}">
        <p14:creationId xmlns:p14="http://schemas.microsoft.com/office/powerpoint/2010/main" val="10600646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93073-287C-4445-A26D-6CAF17E1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4CB70-DB5B-4DFE-A029-8B7CADA2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Infinitives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F63D1-5BE8-4EDE-839D-9BCFC3F9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to + verb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8E120-5148-41B2-940F-E48FDEA9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Students need to develop strong writing skills.</a:t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Infinitive: to develop</a:t>
            </a:r>
          </a:p>
        </p:txBody>
      </p:sp>
    </p:spTree>
    <p:extLst>
      <p:ext uri="{BB962C8B-B14F-4D97-AF65-F5344CB8AC3E}">
        <p14:creationId xmlns:p14="http://schemas.microsoft.com/office/powerpoint/2010/main" val="192536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D9FEE-A5A4-4368-A73A-088AB66A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61178-12AE-4384-95D1-FDC25B76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Relative Clauses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3764A-88BD-481F-A0E5-A5BF5293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Adding information inside the sentence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7B671-6A4E-4CE7-B34C-42E152F3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Students who read regularly improve their vocabulary.</a:t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Relative clause: who read regularly</a:t>
            </a:r>
          </a:p>
        </p:txBody>
      </p:sp>
    </p:spTree>
    <p:extLst>
      <p:ext uri="{BB962C8B-B14F-4D97-AF65-F5344CB8AC3E}">
        <p14:creationId xmlns:p14="http://schemas.microsoft.com/office/powerpoint/2010/main" val="9950287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CF15C-3F5F-45C6-9601-009C116A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4065D-331D-4B6A-9CC3-5513DBA4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Perfect Tenses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ED013-9CF6-497F-AC70-A250A1F3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has / have + V3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710DA-12C8-4DDF-8A74-0A2B4B0D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Technology has changed the way students learn.</a:t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Present Perfect: has changed</a:t>
            </a:r>
          </a:p>
        </p:txBody>
      </p:sp>
    </p:spTree>
    <p:extLst>
      <p:ext uri="{BB962C8B-B14F-4D97-AF65-F5344CB8AC3E}">
        <p14:creationId xmlns:p14="http://schemas.microsoft.com/office/powerpoint/2010/main" val="3871191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E7B3D-1B62-4AAF-8B16-F5D4C5A5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61D70-E971-42FC-8B0E-45F63F2B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Reported Speech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CB7DC-794A-4337-BEEF-9EE0EB8D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Reporting an idea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33419-BD7E-4798-B19A-12390DD5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Many teachers believe that technology can support learning.</a:t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Reported idea: believe that...</a:t>
            </a:r>
          </a:p>
        </p:txBody>
      </p:sp>
    </p:spTree>
    <p:extLst>
      <p:ext uri="{BB962C8B-B14F-4D97-AF65-F5344CB8AC3E}">
        <p14:creationId xmlns:p14="http://schemas.microsoft.com/office/powerpoint/2010/main" val="20826254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21A93-1325-4796-B96E-EA8BFCFB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71155-DCDD-4975-A11A-69C41F24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Indirect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17AEF-AE6D-4E4B-8864-41C93345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Indirect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C5394-64B6-4736-98AF-2F386345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It is important to understand why students use technology.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Not: why do students use technology</a:t>
            </a:r>
          </a:p>
        </p:txBody>
      </p:sp>
    </p:spTree>
    <p:extLst>
      <p:ext uri="{BB962C8B-B14F-4D97-AF65-F5344CB8AC3E}">
        <p14:creationId xmlns:p14="http://schemas.microsoft.com/office/powerpoint/2010/main" val="1133268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E22B3-EAED-435C-9E38-907A7288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FFD8C-F283-42F1-BBDB-3951E219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Temporal Clauses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3B807-6189-4EC2-983C-BC853C34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Time clauses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2A6AF-FDBD-4DFE-A759-33B5FB21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When technology is used responsibly, it can support learning.</a:t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Temporal clause: When...</a:t>
            </a:r>
          </a:p>
        </p:txBody>
      </p:sp>
    </p:spTree>
    <p:extLst>
      <p:ext uri="{BB962C8B-B14F-4D97-AF65-F5344CB8AC3E}">
        <p14:creationId xmlns:p14="http://schemas.microsoft.com/office/powerpoint/2010/main" val="2159585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747AB-8D73-4497-9FF0-753C1AA4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5318A-F496-4093-A5AE-076516CF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Complex Sentences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138A0-96E1-4875-B76E-6BEF10AC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Showing a complex idea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68D22-D2DC-4020-A258-4057EDB1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Although technology can distract students, it can also support learning.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Although = Complex Sentence + Contrast Connector</a:t>
            </a:r>
          </a:p>
        </p:txBody>
      </p:sp>
    </p:spTree>
    <p:extLst>
      <p:ext uri="{BB962C8B-B14F-4D97-AF65-F5344CB8AC3E}">
        <p14:creationId xmlns:p14="http://schemas.microsoft.com/office/powerpoint/2010/main" val="207506070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8BFAF-46E1-4C3E-8669-977E28E0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6CD95-3058-4C73-8D9D-8B5BD52E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G-Level Sentence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EF936-6ECA-4A70-B325-86B4DB9E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One sentence, several structures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FAD7D-88DD-46AB-8111-5AE77437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Not only can technology distract students, but it can also help them when it is used responsibly.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Inversion + Temporal clause + Passive</a:t>
            </a:r>
          </a:p>
        </p:txBody>
      </p:sp>
    </p:spTree>
    <p:extLst>
      <p:ext uri="{BB962C8B-B14F-4D97-AF65-F5344CB8AC3E}">
        <p14:creationId xmlns:p14="http://schemas.microsoft.com/office/powerpoint/2010/main" val="891865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E4339-9C0F-4C9B-BF29-1D0DA1F4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425B7-70D0-494C-AD23-E4921D34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How We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848C6-E3D1-4436-8531-53674C69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One smart sentence is not enough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6CC52-6791-4509-B335-E2FBFAFF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810125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43B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3B00E-77C0-4C4E-BF90-73EB4CCC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4810125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B2413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D9363-9B04-49AA-928F-AC9349F8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EE5FF"/>
                </a:solidFill>
              </a:defRPr>
            </a:pPr>
            <a:r>
              <a:rPr sz="2850" b="1">
                <a:solidFill>
                  <a:srgbClr val="4EE5FF"/>
                </a:solidFill>
              </a:rPr>
              <a:t>This sentence counts as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DDBA6-8C01-4719-8897-6F79A47A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14700"/>
            <a:ext cx="414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FB2C8"/>
                </a:solidFill>
              </a:defRPr>
            </a:pPr>
            <a:r>
              <a:rPr sz="2025" b="1">
                <a:solidFill>
                  <a:srgbClr val="9FB2C8"/>
                </a:solidFill>
              </a:rPr>
              <a:t>Even if it includes several structures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1EEB5-B1AC-4D36-AF06-9AF45C87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C857"/>
                </a:solidFill>
              </a:defRPr>
            </a:pPr>
            <a:r>
              <a:rPr sz="2850" b="1">
                <a:solidFill>
                  <a:srgbClr val="FFC857"/>
                </a:solidFill>
              </a:rPr>
              <a:t>We need at least 3 sentences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ED9DC-718E-4D11-963A-86DF709B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14700"/>
            <a:ext cx="414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FB2C8"/>
                </a:solidFill>
              </a:defRPr>
            </a:pPr>
            <a:r>
              <a:rPr sz="2025" b="1">
                <a:solidFill>
                  <a:srgbClr val="9FB2C8"/>
                </a:solidFill>
              </a:rPr>
              <a:t>Three different sentences with advanced structures</a:t>
            </a:r>
          </a:p>
        </p:txBody>
      </p:sp>
    </p:spTree>
    <p:extLst>
      <p:ext uri="{BB962C8B-B14F-4D97-AF65-F5344CB8AC3E}">
        <p14:creationId xmlns:p14="http://schemas.microsoft.com/office/powerpoint/2010/main" val="7266838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90525-02DD-4DD0-B6C4-64AB86EE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554C3-191C-4F5A-97D2-D5522333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36B8D-CD8B-4B90-B228-BCD71EC0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Rewrite using advanced grammar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B8F9B-6739-4F48-A1DB-CF3275AA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Many schools use technology to help students learn.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Try to use: Passive Voice + Infinitive</a:t>
            </a:r>
          </a:p>
        </p:txBody>
      </p:sp>
    </p:spTree>
    <p:extLst>
      <p:ext uri="{BB962C8B-B14F-4D97-AF65-F5344CB8AC3E}">
        <p14:creationId xmlns:p14="http://schemas.microsoft.com/office/powerpoint/2010/main" val="20624700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0F560-C080-4B24-8DB3-351E7291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5F81B-E5BC-4D4D-A143-46823F2E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1 ·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AB94A-C2BB-4F89-8A4F-75BB84F4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490EB-B76F-4C42-BE90-82EF604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Technology is used in many schools to help students learn.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Advanced structure: Passive Voice + Infinitive</a:t>
            </a:r>
          </a:p>
        </p:txBody>
      </p:sp>
    </p:spTree>
    <p:extLst>
      <p:ext uri="{BB962C8B-B14F-4D97-AF65-F5344CB8AC3E}">
        <p14:creationId xmlns:p14="http://schemas.microsoft.com/office/powerpoint/2010/main" val="20447273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88F89-1922-45C3-B8FC-B579EE69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23A54-6CA6-490A-9339-2ECC7DE9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54454-4713-48AA-A452-E772F07F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Rewrite using advanced grammar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A59B6-97A8-42BF-B899-D06B8F22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Students practice reading every week. They improve their vocabulary.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Try to use: Conditional</a:t>
            </a:r>
          </a:p>
        </p:txBody>
      </p:sp>
    </p:spTree>
    <p:extLst>
      <p:ext uri="{BB962C8B-B14F-4D97-AF65-F5344CB8AC3E}">
        <p14:creationId xmlns:p14="http://schemas.microsoft.com/office/powerpoint/2010/main" val="12420276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CC770-ED3B-4A64-B7E4-A37DA6F4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13703-161E-4ED3-BB72-40854039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2 ·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D8941-64EB-43FE-B9C7-A8721967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8AB6B-30BE-4020-9975-266A744F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If students practice reading every week, they improve their vocabulary.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Advanced structure: Conditional</a:t>
            </a:r>
          </a:p>
        </p:txBody>
      </p:sp>
    </p:spTree>
    <p:extLst>
      <p:ext uri="{BB962C8B-B14F-4D97-AF65-F5344CB8AC3E}">
        <p14:creationId xmlns:p14="http://schemas.microsoft.com/office/powerpoint/2010/main" val="94377306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1B25F-3627-43E6-94D9-862909E7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00EBD-66BD-4C28-98BA-B2D83071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F34CB-F458-4648-A04E-DE85275C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Rewrite using advanced grammar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92134-65B9-44E2-8FEE-8F63813A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Students read difficult texts. They develop confidence in English.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Try to use: Relative Clause</a:t>
            </a:r>
          </a:p>
        </p:txBody>
      </p:sp>
    </p:spTree>
    <p:extLst>
      <p:ext uri="{BB962C8B-B14F-4D97-AF65-F5344CB8AC3E}">
        <p14:creationId xmlns:p14="http://schemas.microsoft.com/office/powerpoint/2010/main" val="6610776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15C0C-AFFE-45BE-B077-C4A4A0C5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6BAD8-3D7E-48BA-85AA-B8BF990C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3 ·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D4E43-D269-4619-830C-8340471E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AC940-F6A0-4B22-878D-A472AE5C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Students who read difficult texts develop confidence in English.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Advanced structure: Relative Clause</a:t>
            </a:r>
          </a:p>
        </p:txBody>
      </p:sp>
    </p:spTree>
    <p:extLst>
      <p:ext uri="{BB962C8B-B14F-4D97-AF65-F5344CB8AC3E}">
        <p14:creationId xmlns:p14="http://schemas.microsoft.com/office/powerpoint/2010/main" val="157243105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838FE-9A0D-488B-8341-EA74F367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1ECEF-85DB-411C-8D68-C3BB72EA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76EF9-356D-40AF-92C1-BC6968B6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Rewrite using advanced grammar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5BE50-1127-437A-9032-71C57AC2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The internet changed learning, and the effect continues today.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Try to use: Present Perfect</a:t>
            </a:r>
          </a:p>
        </p:txBody>
      </p:sp>
    </p:spTree>
    <p:extLst>
      <p:ext uri="{BB962C8B-B14F-4D97-AF65-F5344CB8AC3E}">
        <p14:creationId xmlns:p14="http://schemas.microsoft.com/office/powerpoint/2010/main" val="141137256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7B6DD-A735-4759-818C-FB40ECE6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A97E5-6A25-4AAE-A201-F52C66C8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4 ·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F44C3-7D50-4BBB-9319-26FEF90F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20AA3-EC44-4FEE-9F39-7419E85F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The internet has changed the way students learn.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Advanced structure: Present Perfect</a:t>
            </a:r>
          </a:p>
        </p:txBody>
      </p:sp>
    </p:spTree>
    <p:extLst>
      <p:ext uri="{BB962C8B-B14F-4D97-AF65-F5344CB8AC3E}">
        <p14:creationId xmlns:p14="http://schemas.microsoft.com/office/powerpoint/2010/main" val="4968296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87628-12A3-4F7B-B9D9-6C4EA969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CFD44-0250-494A-8B76-5A3CF740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31796-4032-4DA5-8371-64263785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Rewrite using advanced grammar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8CA1B-D3E9-446E-89C6-1FFEF004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Technology can distract students. It can also help them when people use it responsibly.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Try to use: Inversion + Passive</a:t>
            </a:r>
          </a:p>
        </p:txBody>
      </p:sp>
    </p:spTree>
    <p:extLst>
      <p:ext uri="{BB962C8B-B14F-4D97-AF65-F5344CB8AC3E}">
        <p14:creationId xmlns:p14="http://schemas.microsoft.com/office/powerpoint/2010/main" val="123561196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4861D-F9F7-486A-AF9F-EFA2374B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82D8D-329A-4133-99FB-9A00F868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5 ·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B17A6-92C7-4A45-9A65-5B7458EE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736EF-2099-4F72-B737-E4917715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Not only can technology distract students, but it can also help them when it is used responsibly.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Advanced structure: Inversion + Passive</a:t>
            </a:r>
          </a:p>
        </p:txBody>
      </p:sp>
    </p:spTree>
    <p:extLst>
      <p:ext uri="{BB962C8B-B14F-4D97-AF65-F5344CB8AC3E}">
        <p14:creationId xmlns:p14="http://schemas.microsoft.com/office/powerpoint/2010/main" val="120413749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D0B97-86EC-4FEC-AAD1-9057ED55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837BF-F465-4E32-83B1-58B15532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Exam Strategy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FB5C6-96EF-4742-A7DB-4425DD55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Mark inside the essay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687A5-F904-4CCE-BB89-8B1D465A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Although technology can distract students, it can also support learning.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Students who use it responsibly become more independent.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In recent years, technology has changed the way students study.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Although = Complex Sentence + Connector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who use it = Relative Clause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has changed = Present Perfect</a:t>
            </a:r>
          </a:p>
        </p:txBody>
      </p:sp>
    </p:spTree>
    <p:extLst>
      <p:ext uri="{BB962C8B-B14F-4D97-AF65-F5344CB8AC3E}">
        <p14:creationId xmlns:p14="http://schemas.microsoft.com/office/powerpoint/2010/main" val="108781430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A801C-77DD-4174-A10C-475E4AA6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05276-0C44-40F6-BDDE-BE0F2EFF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Exam Strategy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8F315-F2D4-4E9C-8CB6-D8BAF999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Or add a list at the 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0E925-4075-4976-882A-2E0CFC1C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Advanced Grammar Structures: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1. Although = Complex Sentence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2. Although = Contrast Connector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3. who use it responsibly = Relative Clause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4. has changed = Present Perfect</a:t>
            </a:r>
          </a:p>
        </p:txBody>
      </p:sp>
    </p:spTree>
    <p:extLst>
      <p:ext uri="{BB962C8B-B14F-4D97-AF65-F5344CB8AC3E}">
        <p14:creationId xmlns:p14="http://schemas.microsoft.com/office/powerpoint/2010/main" val="38699958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BC516-63DD-4B1B-8E5E-6DE20DA7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7CD4D-6A46-441C-980C-0D9C9B72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Final Message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920FA-C5EF-434F-8FE2-5E564481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Writing is smart choice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A91B7-DEE3-4DE5-A926-32D774D8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Choose words you know.</a:t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Choose structures you control.</a:t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At least 4 advanced structures.</a:t>
            </a:r>
          </a:p>
        </p:txBody>
      </p:sp>
    </p:spTree>
    <p:extLst>
      <p:ext uri="{BB962C8B-B14F-4D97-AF65-F5344CB8AC3E}">
        <p14:creationId xmlns:p14="http://schemas.microsoft.com/office/powerpoint/2010/main" val="368785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2026-09-01T14:19:13.4560000Z</dcterms:created>
  <dcterms:modified xsi:type="dcterms:W3CDTF">2026-09-01T14:19:13.4560000Z</dcterms:modified>
</coreProperties>
</file>