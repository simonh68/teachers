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4ee8046b7948e5" /><Relationship Type="http://schemas.openxmlformats.org/officeDocument/2006/relationships/extended-properties" Target="/docProps/app.xml" Id="R99d3ac2d1945410e" /><Relationship Type="http://schemas.openxmlformats.org/officeDocument/2006/relationships/officeDocument" Target="/ppt/presentation.xml" Id="R93b0e50c600443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f8bb57e5c4b11"/>
  </p:sldMasterIdLst>
  <p:notesMasterIdLst>
    <p:notesMasterId xmlns:r="http://schemas.openxmlformats.org/officeDocument/2006/relationships" r:id="R42019e002ed04ad4"/>
  </p:notesMasterIdLst>
  <p:sldIdLst>
    <p:sldId xmlns:r="http://schemas.openxmlformats.org/officeDocument/2006/relationships" id="256" r:id="R9a5406f770a8499b"/>
    <p:sldId xmlns:r="http://schemas.openxmlformats.org/officeDocument/2006/relationships" id="257" r:id="R921e07109e774aa6"/>
    <p:sldId xmlns:r="http://schemas.openxmlformats.org/officeDocument/2006/relationships" id="258" r:id="R0f5a38a83ebe452c"/>
    <p:sldId xmlns:r="http://schemas.openxmlformats.org/officeDocument/2006/relationships" id="259" r:id="R9b653aaa15994811"/>
    <p:sldId xmlns:r="http://schemas.openxmlformats.org/officeDocument/2006/relationships" id="260" r:id="R8e097c9b27734243"/>
    <p:sldId xmlns:r="http://schemas.openxmlformats.org/officeDocument/2006/relationships" id="261" r:id="R9b51c87b70554056"/>
    <p:sldId xmlns:r="http://schemas.openxmlformats.org/officeDocument/2006/relationships" id="262" r:id="Raa9fbfbbedf84715"/>
    <p:sldId xmlns:r="http://schemas.openxmlformats.org/officeDocument/2006/relationships" id="263" r:id="Ra6f7638c657249de"/>
    <p:sldId xmlns:r="http://schemas.openxmlformats.org/officeDocument/2006/relationships" id="264" r:id="R0cf7e8e331ab4848"/>
    <p:sldId xmlns:r="http://schemas.openxmlformats.org/officeDocument/2006/relationships" id="265" r:id="R0290f0a0bfa34fab"/>
    <p:sldId xmlns:r="http://schemas.openxmlformats.org/officeDocument/2006/relationships" id="266" r:id="R373d9ccf38bb4627"/>
    <p:sldId xmlns:r="http://schemas.openxmlformats.org/officeDocument/2006/relationships" id="267" r:id="R14b0391fc27e43d9"/>
    <p:sldId xmlns:r="http://schemas.openxmlformats.org/officeDocument/2006/relationships" id="268" r:id="R74a735c36bb14db4"/>
    <p:sldId xmlns:r="http://schemas.openxmlformats.org/officeDocument/2006/relationships" id="269" r:id="R5150fdd2dbd34072"/>
    <p:sldId xmlns:r="http://schemas.openxmlformats.org/officeDocument/2006/relationships" id="270" r:id="Rb9d1d738f4484b39"/>
    <p:sldId xmlns:r="http://schemas.openxmlformats.org/officeDocument/2006/relationships" id="271" r:id="R46647076e7364f36"/>
    <p:sldId xmlns:r="http://schemas.openxmlformats.org/officeDocument/2006/relationships" id="272" r:id="Racb8925053c84fb9"/>
    <p:sldId xmlns:r="http://schemas.openxmlformats.org/officeDocument/2006/relationships" id="273" r:id="R1d5943a6cf764719"/>
    <p:sldId xmlns:r="http://schemas.openxmlformats.org/officeDocument/2006/relationships" id="274" r:id="R323a4ec83dd34819"/>
    <p:sldId xmlns:r="http://schemas.openxmlformats.org/officeDocument/2006/relationships" id="275" r:id="R22771c59433040f1"/>
    <p:sldId xmlns:r="http://schemas.openxmlformats.org/officeDocument/2006/relationships" id="276" r:id="Rf3230ec093944d59"/>
    <p:sldId xmlns:r="http://schemas.openxmlformats.org/officeDocument/2006/relationships" id="277" r:id="Rc7ce79db97334992"/>
    <p:sldId xmlns:r="http://schemas.openxmlformats.org/officeDocument/2006/relationships" id="278" r:id="R416d9124abf64b3d"/>
    <p:sldId xmlns:r="http://schemas.openxmlformats.org/officeDocument/2006/relationships" id="279" r:id="R8ecedbfbf7e64cb4"/>
    <p:sldId xmlns:r="http://schemas.openxmlformats.org/officeDocument/2006/relationships" id="280" r:id="Rf55d96f8c0ce4cae"/>
    <p:sldId xmlns:r="http://schemas.openxmlformats.org/officeDocument/2006/relationships" id="281" r:id="R34f69a59061847a5"/>
    <p:sldId xmlns:r="http://schemas.openxmlformats.org/officeDocument/2006/relationships" id="282" r:id="R809f5f947a9a4ea3"/>
    <p:sldId xmlns:r="http://schemas.openxmlformats.org/officeDocument/2006/relationships" id="283" r:id="Reb6d6127627647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b2a5622bc746d7" /><Relationship Type="http://schemas.openxmlformats.org/officeDocument/2006/relationships/slideMaster" Target="/ppt/slideMasters/slideMaster1.xml" Id="R5bcf8bb57e5c4b11" /><Relationship Type="http://schemas.openxmlformats.org/officeDocument/2006/relationships/notesMaster" Target="/ppt/notesMasters/notesMaster1.xml" Id="R42019e002ed04ad4" /><Relationship Type="http://schemas.openxmlformats.org/officeDocument/2006/relationships/presProps" Target="/ppt/presProps.xml" Id="Rec520877d4aa4011" /><Relationship Type="http://schemas.openxmlformats.org/officeDocument/2006/relationships/tableStyles" Target="/ppt/tableStyles.xml" Id="R62fcad4aaa1946c1" /><Relationship Type="http://schemas.openxmlformats.org/officeDocument/2006/relationships/slide" Target="/ppt/slides/slide1.xml" Id="R9a5406f770a8499b" /><Relationship Type="http://schemas.openxmlformats.org/officeDocument/2006/relationships/slide" Target="/ppt/slides/slide2.xml" Id="R921e07109e774aa6" /><Relationship Type="http://schemas.openxmlformats.org/officeDocument/2006/relationships/slide" Target="/ppt/slides/slide3.xml" Id="R0f5a38a83ebe452c" /><Relationship Type="http://schemas.openxmlformats.org/officeDocument/2006/relationships/slide" Target="/ppt/slides/slide4.xml" Id="R9b653aaa15994811" /><Relationship Type="http://schemas.openxmlformats.org/officeDocument/2006/relationships/slide" Target="/ppt/slides/slide5.xml" Id="R8e097c9b27734243" /><Relationship Type="http://schemas.openxmlformats.org/officeDocument/2006/relationships/slide" Target="/ppt/slides/slide6.xml" Id="R9b51c87b70554056" /><Relationship Type="http://schemas.openxmlformats.org/officeDocument/2006/relationships/slide" Target="/ppt/slides/slide7.xml" Id="Raa9fbfbbedf84715" /><Relationship Type="http://schemas.openxmlformats.org/officeDocument/2006/relationships/slide" Target="/ppt/slides/slide8.xml" Id="Ra6f7638c657249de" /><Relationship Type="http://schemas.openxmlformats.org/officeDocument/2006/relationships/slide" Target="/ppt/slides/slide9.xml" Id="R0cf7e8e331ab4848" /><Relationship Type="http://schemas.openxmlformats.org/officeDocument/2006/relationships/slide" Target="/ppt/slides/slide10.xml" Id="R0290f0a0bfa34fab" /><Relationship Type="http://schemas.openxmlformats.org/officeDocument/2006/relationships/slide" Target="/ppt/slides/slide11.xml" Id="R373d9ccf38bb4627" /><Relationship Type="http://schemas.openxmlformats.org/officeDocument/2006/relationships/slide" Target="/ppt/slides/slide12.xml" Id="R14b0391fc27e43d9" /><Relationship Type="http://schemas.openxmlformats.org/officeDocument/2006/relationships/slide" Target="/ppt/slides/slide13.xml" Id="R74a735c36bb14db4" /><Relationship Type="http://schemas.openxmlformats.org/officeDocument/2006/relationships/slide" Target="/ppt/slides/slide14.xml" Id="R5150fdd2dbd34072" /><Relationship Type="http://schemas.openxmlformats.org/officeDocument/2006/relationships/slide" Target="/ppt/slides/slide15.xml" Id="Rb9d1d738f4484b39" /><Relationship Type="http://schemas.openxmlformats.org/officeDocument/2006/relationships/slide" Target="/ppt/slides/slide16.xml" Id="R46647076e7364f36" /><Relationship Type="http://schemas.openxmlformats.org/officeDocument/2006/relationships/slide" Target="/ppt/slides/slide17.xml" Id="Racb8925053c84fb9" /><Relationship Type="http://schemas.openxmlformats.org/officeDocument/2006/relationships/slide" Target="/ppt/slides/slide18.xml" Id="R1d5943a6cf764719" /><Relationship Type="http://schemas.openxmlformats.org/officeDocument/2006/relationships/slide" Target="/ppt/slides/slide19.xml" Id="R323a4ec83dd34819" /><Relationship Type="http://schemas.openxmlformats.org/officeDocument/2006/relationships/slide" Target="/ppt/slides/slide20.xml" Id="R22771c59433040f1" /><Relationship Type="http://schemas.openxmlformats.org/officeDocument/2006/relationships/slide" Target="/ppt/slides/slide21.xml" Id="Rf3230ec093944d59" /><Relationship Type="http://schemas.openxmlformats.org/officeDocument/2006/relationships/slide" Target="/ppt/slides/slide22.xml" Id="Rc7ce79db97334992" /><Relationship Type="http://schemas.openxmlformats.org/officeDocument/2006/relationships/slide" Target="/ppt/slides/slide23.xml" Id="R416d9124abf64b3d" /><Relationship Type="http://schemas.openxmlformats.org/officeDocument/2006/relationships/slide" Target="/ppt/slides/slide24.xml" Id="R8ecedbfbf7e64cb4" /><Relationship Type="http://schemas.openxmlformats.org/officeDocument/2006/relationships/slide" Target="/ppt/slides/slide25.xml" Id="Rf55d96f8c0ce4cae" /><Relationship Type="http://schemas.openxmlformats.org/officeDocument/2006/relationships/slide" Target="/ppt/slides/slide26.xml" Id="R34f69a59061847a5" /><Relationship Type="http://schemas.openxmlformats.org/officeDocument/2006/relationships/slide" Target="/ppt/slides/slide27.xml" Id="R809f5f947a9a4ea3" /><Relationship Type="http://schemas.openxmlformats.org/officeDocument/2006/relationships/slide" Target="/ppt/slides/slide28.xml" Id="Reb6d6127627647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e27d1d5ef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5285848e194647" /><Relationship Type="http://schemas.openxmlformats.org/officeDocument/2006/relationships/notesMaster" Target="/ppt/notesMasters/notesMaster1.xml" Id="Rd63464c74302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35177b44c243a3" /><Relationship Type="http://schemas.openxmlformats.org/officeDocument/2006/relationships/notesMaster" Target="/ppt/notesMasters/notesMaster1.xml" Id="Rce15f32685884d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da51320ad34e6f" /><Relationship Type="http://schemas.openxmlformats.org/officeDocument/2006/relationships/notesMaster" Target="/ppt/notesMasters/notesMaster1.xml" Id="R61df273da6f04d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3b12030f2347ba" /><Relationship Type="http://schemas.openxmlformats.org/officeDocument/2006/relationships/notesMaster" Target="/ppt/notesMasters/notesMaster1.xml" Id="R3a9ac0354b5540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d2d847058844c2" /><Relationship Type="http://schemas.openxmlformats.org/officeDocument/2006/relationships/notesMaster" Target="/ppt/notesMasters/notesMaster1.xml" Id="R9fe1b7b82b4c4b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fd4cb258e4b98" /><Relationship Type="http://schemas.openxmlformats.org/officeDocument/2006/relationships/notesMaster" Target="/ppt/notesMasters/notesMaster1.xml" Id="R5eb17b56d7c94b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635e75e3984147" /><Relationship Type="http://schemas.openxmlformats.org/officeDocument/2006/relationships/notesMaster" Target="/ppt/notesMasters/notesMaster1.xml" Id="Rd15762fc3ebc43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4afd915fdf4964" /><Relationship Type="http://schemas.openxmlformats.org/officeDocument/2006/relationships/notesMaster" Target="/ppt/notesMasters/notesMaster1.xml" Id="R149270b6529d48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24c16190994c94" /><Relationship Type="http://schemas.openxmlformats.org/officeDocument/2006/relationships/notesMaster" Target="/ppt/notesMasters/notesMaster1.xml" Id="Re4dcd07738944c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7734227dad4477" /><Relationship Type="http://schemas.openxmlformats.org/officeDocument/2006/relationships/notesMaster" Target="/ppt/notesMasters/notesMaster1.xml" Id="R50f785ee694b4d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6d05af2d1541b0" /><Relationship Type="http://schemas.openxmlformats.org/officeDocument/2006/relationships/notesMaster" Target="/ppt/notesMasters/notesMaster1.xml" Id="Rae179ddf5b4f4c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459565ccf84d92" /><Relationship Type="http://schemas.openxmlformats.org/officeDocument/2006/relationships/notesMaster" Target="/ppt/notesMasters/notesMaster1.xml" Id="Re0ecc15d6aac46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4fd62b3b614ecd" /><Relationship Type="http://schemas.openxmlformats.org/officeDocument/2006/relationships/notesMaster" Target="/ppt/notesMasters/notesMaster1.xml" Id="R8e26d3216bbd44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af6a788e2d4954" /><Relationship Type="http://schemas.openxmlformats.org/officeDocument/2006/relationships/notesMaster" Target="/ppt/notesMasters/notesMaster1.xml" Id="R0dd8c7fac88a4a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2e41080105431f" /><Relationship Type="http://schemas.openxmlformats.org/officeDocument/2006/relationships/notesMaster" Target="/ppt/notesMasters/notesMaster1.xml" Id="R72b1d753de4c4c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b9c221aec1474d" /><Relationship Type="http://schemas.openxmlformats.org/officeDocument/2006/relationships/notesMaster" Target="/ppt/notesMasters/notesMaster1.xml" Id="R4ae45579fcec4f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4fcc7b6fac4c47" /><Relationship Type="http://schemas.openxmlformats.org/officeDocument/2006/relationships/notesMaster" Target="/ppt/notesMasters/notesMaster1.xml" Id="R993583d87ea442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8104d868c548c7" /><Relationship Type="http://schemas.openxmlformats.org/officeDocument/2006/relationships/notesMaster" Target="/ppt/notesMasters/notesMaster1.xml" Id="Rfcf8878ccdb649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e81e95f6c1425f" /><Relationship Type="http://schemas.openxmlformats.org/officeDocument/2006/relationships/notesMaster" Target="/ppt/notesMasters/notesMaster1.xml" Id="Rae6223b8820d48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705696b61b4311" /><Relationship Type="http://schemas.openxmlformats.org/officeDocument/2006/relationships/notesMaster" Target="/ppt/notesMasters/notesMaster1.xml" Id="Reb76c9c8ecda43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42e49211cd434b" /><Relationship Type="http://schemas.openxmlformats.org/officeDocument/2006/relationships/notesMaster" Target="/ppt/notesMasters/notesMaster1.xml" Id="R500cac61273344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146eb9fd1845f3" /><Relationship Type="http://schemas.openxmlformats.org/officeDocument/2006/relationships/notesMaster" Target="/ppt/notesMasters/notesMaster1.xml" Id="R1aa39d6418dd4b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26817200ee4daa" /><Relationship Type="http://schemas.openxmlformats.org/officeDocument/2006/relationships/notesMaster" Target="/ppt/notesMasters/notesMaster1.xml" Id="R9e518b9662fe43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5f169bb2fd43a6" /><Relationship Type="http://schemas.openxmlformats.org/officeDocument/2006/relationships/notesMaster" Target="/ppt/notesMasters/notesMaster1.xml" Id="Rd8a05eeb02fe46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4fec6c1e220492d" /><Relationship Type="http://schemas.openxmlformats.org/officeDocument/2006/relationships/notesMaster" Target="/ppt/notesMasters/notesMaster1.xml" Id="R89c108968d8f4a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34ec3f4f1f4e7d" /><Relationship Type="http://schemas.openxmlformats.org/officeDocument/2006/relationships/notesMaster" Target="/ppt/notesMasters/notesMaster1.xml" Id="R9b35401b3dc64b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845a8200bea4d32" /><Relationship Type="http://schemas.openxmlformats.org/officeDocument/2006/relationships/notesMaster" Target="/ppt/notesMasters/notesMaster1.xml" Id="Rd54b9b1888a242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842de8ec6945a1" /><Relationship Type="http://schemas.openxmlformats.org/officeDocument/2006/relationships/notesMaster" Target="/ppt/notesMasters/notesMaster1.xml" Id="R111d947a0fe146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89cf1178843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0ac3e74029499f" /><Relationship Type="http://schemas.openxmlformats.org/officeDocument/2006/relationships/slideLayout" Target="/ppt/slideLayouts/slideLayout1.xml" Id="Rca99f0f4c5c146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99f0f4c5c146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d634e81764c2a" /><Relationship Type="http://schemas.openxmlformats.org/officeDocument/2006/relationships/notesSlide" Target="/ppt/notesSlides/notesSlide1.xml" Id="R00e6337924b745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177b147ae4a16" /><Relationship Type="http://schemas.openxmlformats.org/officeDocument/2006/relationships/notesSlide" Target="/ppt/notesSlides/notesSlide2.xml" Id="R237ce9fcfd7542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90a2eef61427b" /><Relationship Type="http://schemas.openxmlformats.org/officeDocument/2006/relationships/notesSlide" Target="/ppt/notesSlides/notesSlide3.xml" Id="Rb4b9c5fbf829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4382f8c8b4872" /><Relationship Type="http://schemas.openxmlformats.org/officeDocument/2006/relationships/notesSlide" Target="/ppt/notesSlides/notesSlide4.xml" Id="R5de44486db8841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7586ba661452f" /><Relationship Type="http://schemas.openxmlformats.org/officeDocument/2006/relationships/notesSlide" Target="/ppt/notesSlides/notesSlide5.xml" Id="R038c4543ecdf4c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d85b2457b42bd" /><Relationship Type="http://schemas.openxmlformats.org/officeDocument/2006/relationships/notesSlide" Target="/ppt/notesSlides/notesSlide6.xml" Id="Ra81216fa902b4d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5a4cf46c147de" /><Relationship Type="http://schemas.openxmlformats.org/officeDocument/2006/relationships/notesSlide" Target="/ppt/notesSlides/notesSlide7.xml" Id="R80cc8415c91849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d7a5049964334" /><Relationship Type="http://schemas.openxmlformats.org/officeDocument/2006/relationships/notesSlide" Target="/ppt/notesSlides/notesSlide8.xml" Id="Rd6d7ca79768848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6008fd7ac4c01" /><Relationship Type="http://schemas.openxmlformats.org/officeDocument/2006/relationships/notesSlide" Target="/ppt/notesSlides/notesSlide9.xml" Id="R534d156499cf4e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b28ed38b64a83" /><Relationship Type="http://schemas.openxmlformats.org/officeDocument/2006/relationships/notesSlide" Target="/ppt/notesSlides/notesSlide10.xml" Id="Rb54381d0d4794b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019761d414d57" /><Relationship Type="http://schemas.openxmlformats.org/officeDocument/2006/relationships/notesSlide" Target="/ppt/notesSlides/notesSlide11.xml" Id="R6d1db09c297a4d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fa9c52ab344a2" /><Relationship Type="http://schemas.openxmlformats.org/officeDocument/2006/relationships/notesSlide" Target="/ppt/notesSlides/notesSlide12.xml" Id="Rfca96fbc49f242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2d96077564398" /><Relationship Type="http://schemas.openxmlformats.org/officeDocument/2006/relationships/notesSlide" Target="/ppt/notesSlides/notesSlide13.xml" Id="Ra069b15eab1543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f2584b562412a" /><Relationship Type="http://schemas.openxmlformats.org/officeDocument/2006/relationships/notesSlide" Target="/ppt/notesSlides/notesSlide14.xml" Id="R31d2db08ed4149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03096a1af4ec6" /><Relationship Type="http://schemas.openxmlformats.org/officeDocument/2006/relationships/notesSlide" Target="/ppt/notesSlides/notesSlide15.xml" Id="R6570afa22aa142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da54343af4472" /><Relationship Type="http://schemas.openxmlformats.org/officeDocument/2006/relationships/notesSlide" Target="/ppt/notesSlides/notesSlide16.xml" Id="R8bf1de8e2bb64c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93748f281444b" /><Relationship Type="http://schemas.openxmlformats.org/officeDocument/2006/relationships/notesSlide" Target="/ppt/notesSlides/notesSlide17.xml" Id="R04abfe628ee248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ab15c9d5a41b7" /><Relationship Type="http://schemas.openxmlformats.org/officeDocument/2006/relationships/notesSlide" Target="/ppt/notesSlides/notesSlide18.xml" Id="R18b00d78360545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2f5d86aa2467d" /><Relationship Type="http://schemas.openxmlformats.org/officeDocument/2006/relationships/notesSlide" Target="/ppt/notesSlides/notesSlide19.xml" Id="Ra2a3b4d720a74cf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3b81493c44788" /><Relationship Type="http://schemas.openxmlformats.org/officeDocument/2006/relationships/notesSlide" Target="/ppt/notesSlides/notesSlide20.xml" Id="Rca3203fde37f417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54eede4854eef" /><Relationship Type="http://schemas.openxmlformats.org/officeDocument/2006/relationships/notesSlide" Target="/ppt/notesSlides/notesSlide21.xml" Id="R5ce82dda55af4c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b4b70691c4159" /><Relationship Type="http://schemas.openxmlformats.org/officeDocument/2006/relationships/notesSlide" Target="/ppt/notesSlides/notesSlide22.xml" Id="R305f1c9c8bd841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7f18268444ea7" /><Relationship Type="http://schemas.openxmlformats.org/officeDocument/2006/relationships/notesSlide" Target="/ppt/notesSlides/notesSlide23.xml" Id="R4a06babd2d424e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3860817644ab7" /><Relationship Type="http://schemas.openxmlformats.org/officeDocument/2006/relationships/notesSlide" Target="/ppt/notesSlides/notesSlide24.xml" Id="R07f2fb40f54a48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7c651b9b8447f" /><Relationship Type="http://schemas.openxmlformats.org/officeDocument/2006/relationships/notesSlide" Target="/ppt/notesSlides/notesSlide25.xml" Id="Re4235b46d983417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7817f93224810" /><Relationship Type="http://schemas.openxmlformats.org/officeDocument/2006/relationships/notesSlide" Target="/ppt/notesSlides/notesSlide26.xml" Id="Re0bc7e737d994e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aaf300d694cd7" /><Relationship Type="http://schemas.openxmlformats.org/officeDocument/2006/relationships/notesSlide" Target="/ppt/notesSlides/notesSlide27.xml" Id="Ra84da004242049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9de1dbb6c40cb" /><Relationship Type="http://schemas.openxmlformats.org/officeDocument/2006/relationships/notesSlide" Target="/ppt/notesSlides/notesSlide28.xml" Id="Rc22af9d10bb147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D0B7F-7376-446E-8E56-D8E10252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88D1C-AB2E-409A-8A69-C29B978A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כיתה י״א · 4 יח״ל WELCOME TO GRADE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989F9-69DC-495F-BA90-0FC739BD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MODULE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93CE8-BB94-43F8-9BBC-93B94507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בסוף השנה ניגשים לבגרות</a:t>
            </a:r>
          </a:p>
        </p:txBody>
      </p:sp>
    </p:spTree>
    <p:extLst>
      <p:ext uri="{BB962C8B-B14F-4D97-AF65-F5344CB8AC3E}">
        <p14:creationId xmlns:p14="http://schemas.microsoft.com/office/powerpoint/2010/main" val="1207677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CC8B5-F90A-4039-850E-55C98FC4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42367-7C1A-492B-80BB-04DEA68A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2E3ED-E479-4737-AC2F-EE82AE81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OUR 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0351D-B7A2-45B1-BA91-054592E9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בסוף השנה ניגשים לשאלון C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ההכנה מתחילה בשיעור הראשון</a:t>
            </a:r>
          </a:p>
        </p:txBody>
      </p:sp>
    </p:spTree>
    <p:extLst>
      <p:ext uri="{BB962C8B-B14F-4D97-AF65-F5344CB8AC3E}">
        <p14:creationId xmlns:p14="http://schemas.microsoft.com/office/powerpoint/2010/main" val="583834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E810B-0CC9-4E9B-9E05-0E898560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AA5B6-BEF5-416A-8832-C6C1317E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E3BD4-29A0-4DE3-8B4D-76DACE8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OUR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77257-5FED-4553-B574-C077AC34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ארבעה מסלולים — יעד אחד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MODULE C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CORE II Vocabulary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WRITING Clear ideas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LITERATURE Four works</a:t>
            </a:r>
          </a:p>
        </p:txBody>
      </p:sp>
    </p:spTree>
    <p:extLst>
      <p:ext uri="{BB962C8B-B14F-4D97-AF65-F5344CB8AC3E}">
        <p14:creationId xmlns:p14="http://schemas.microsoft.com/office/powerpoint/2010/main" val="1601410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38BA4-6D75-419F-9517-EAB10E93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F8845-12D0-426D-A9A7-6A36B93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A3B0C-EC20-47B4-BC1D-AB8C7E5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BAGRUT HABITS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F3BF0-5B71-4323-B367-EB28B29C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עובדים כמו קבוצת בגרות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דיוק עונים למה שנשאל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זמן מתרגלים בקצב נכון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עצמאות בודקים לפני שמגישים</a:t>
            </a:r>
          </a:p>
        </p:txBody>
      </p:sp>
    </p:spTree>
    <p:extLst>
      <p:ext uri="{BB962C8B-B14F-4D97-AF65-F5344CB8AC3E}">
        <p14:creationId xmlns:p14="http://schemas.microsoft.com/office/powerpoint/2010/main" val="705799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18447-0030-4E41-99A0-5EA2C963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787C7-708C-472B-B8C8-2392679A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5242B-D80C-4B53-A0E0-12109B2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7AFC6-6B24-4DAD-855F-C535A6A9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 SMART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מתרגמים כל מילה · מבינים את הנושא ומאתרים את המידע הדרוש</a:t>
            </a:r>
          </a:p>
        </p:txBody>
      </p:sp>
    </p:spTree>
    <p:extLst>
      <p:ext uri="{BB962C8B-B14F-4D97-AF65-F5344CB8AC3E}">
        <p14:creationId xmlns:p14="http://schemas.microsoft.com/office/powerpoint/2010/main" val="2073795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AE40B-F0CF-4E32-BAEB-061898A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EBD01-652A-4339-8E98-F43A47F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7742D-8C5E-4FEC-B224-F477329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BEFORE YOU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18950-4973-4DF5-8250-57A77A02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 the title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Look at the source and headings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Predict the topic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 the questions</a:t>
            </a:r>
          </a:p>
        </p:txBody>
      </p:sp>
    </p:spTree>
    <p:extLst>
      <p:ext uri="{BB962C8B-B14F-4D97-AF65-F5344CB8AC3E}">
        <p14:creationId xmlns:p14="http://schemas.microsoft.com/office/powerpoint/2010/main" val="469753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2BBAB-95ED-41FB-8284-D5A02D65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CC68A-BFA2-41D5-B63A-F200B68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69C59-D14A-4015-B108-9CAC14A5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FIND THE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03A83-BDDC-41CE-993D-74F0CD1E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מנחשים — מאתרים ומוכיחים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QUESTION → KEYWORDS → TEXT → PROOF</a:t>
            </a:r>
          </a:p>
        </p:txBody>
      </p:sp>
    </p:spTree>
    <p:extLst>
      <p:ext uri="{BB962C8B-B14F-4D97-AF65-F5344CB8AC3E}">
        <p14:creationId xmlns:p14="http://schemas.microsoft.com/office/powerpoint/2010/main" val="1006656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99457-8EE3-47BC-9C47-FE84AC3A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4971D-CBC9-4067-95F8-8E7428FC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81F58-751C-460E-A00A-DD26E84D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PARAPHRASE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8F92B-0155-4046-BFCE-535DCFB3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Same meaning — different words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school decided to postpone the trip.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trip will take place at a later date.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מחפשים משמעות — לא רק מילים זהות</a:t>
            </a:r>
          </a:p>
        </p:txBody>
      </p:sp>
    </p:spTree>
    <p:extLst>
      <p:ext uri="{BB962C8B-B14F-4D97-AF65-F5344CB8AC3E}">
        <p14:creationId xmlns:p14="http://schemas.microsoft.com/office/powerpoint/2010/main" val="1664028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BECC9-2DB2-47D0-8F5A-85C3CA81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6B914-C45F-43CA-890D-F6673B0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F663B-F593-4F9D-96DA-1E6D6D4B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ANSWER CLEARLY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E6B6A-0231-49E8-9B89-3C48CE9A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Answer exactly what the question asks.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→ REASON HOW → METHOD EXAMPLE → DETAIL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מעתיקים פסקה שלמה כאשר נדרש פרט אחד</a:t>
            </a:r>
          </a:p>
        </p:txBody>
      </p:sp>
    </p:spTree>
    <p:extLst>
      <p:ext uri="{BB962C8B-B14F-4D97-AF65-F5344CB8AC3E}">
        <p14:creationId xmlns:p14="http://schemas.microsoft.com/office/powerpoint/2010/main" val="52077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98351-1B79-46B9-A0D3-B825C85F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1B653-DEA8-41C7-8841-02AB568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34363-6004-4D5C-A08F-980EFE3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CHECK BEFORE YOU MOVE 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FE2B6-D0E8-4F6B-AAD9-F0B413BE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Did I answer the question?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Is my answer supported by the text?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Is my sentence complete?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Did I copy accurately?</a:t>
            </a:r>
          </a:p>
        </p:txBody>
      </p:sp>
    </p:spTree>
    <p:extLst>
      <p:ext uri="{BB962C8B-B14F-4D97-AF65-F5344CB8AC3E}">
        <p14:creationId xmlns:p14="http://schemas.microsoft.com/office/powerpoint/2010/main" val="5302773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59EB4-0739-4F96-A66E-D20B0CC3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98C8B-6FFF-4E6B-B23F-78BA6701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5C11E-6902-4E15-8F0C-EA769550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REAL EXAM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8AF66-792F-4673-9403-8EEB6D7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PAST MODULE C EXAMS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GUIDED → INDEPENDENT → TIMED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בהדרגה מבנה הבחינה הופך למוכר</a:t>
            </a:r>
          </a:p>
        </p:txBody>
      </p:sp>
    </p:spTree>
    <p:extLst>
      <p:ext uri="{BB962C8B-B14F-4D97-AF65-F5344CB8AC3E}">
        <p14:creationId xmlns:p14="http://schemas.microsoft.com/office/powerpoint/2010/main" val="1290314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E6937-CB67-4182-A836-C8D979CA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6B821-2827-4AE6-ACCE-6FE80E2E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B4242-14AA-4E26-9958-A5F4C426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WRITING IS PART OF THE 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EBB02-6DC2-4FC5-AAAD-406A4D0B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 CLEARLY.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THINK CLEARLY.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WRITE CLEARLY.</a:t>
            </a:r>
          </a:p>
        </p:txBody>
      </p:sp>
    </p:spTree>
    <p:extLst>
      <p:ext uri="{BB962C8B-B14F-4D97-AF65-F5344CB8AC3E}">
        <p14:creationId xmlns:p14="http://schemas.microsoft.com/office/powerpoint/2010/main" val="298693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FD89E-AAD5-4BAF-9274-5F66DEE4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6DDE0-3426-4D91-8171-CBDB6AA3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90B3E-4610-4066-92E7-9E045FC1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WRITING IS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40015-B360-465E-8712-F27A0F4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כתיבה יכולה להיות קלה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אתם שולטים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IDEA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EXAMPLE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WORDS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STRUCTURE</a:t>
            </a:r>
          </a:p>
        </p:txBody>
      </p:sp>
    </p:spTree>
    <p:extLst>
      <p:ext uri="{BB962C8B-B14F-4D97-AF65-F5344CB8AC3E}">
        <p14:creationId xmlns:p14="http://schemas.microsoft.com/office/powerpoint/2010/main" val="1021612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891AF-6B2C-4FB9-BDBC-E0C9692F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963F5-508E-4225-947D-5F315F5A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65FEE-A8F9-49D6-B59A-B1FFBFDA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TRAIN THE THINKING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AF359-D2DE-4001-A638-1A3ED0FC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משננים תשובה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מתמודדים עם נושאים מגוונים ולומדים לגבש עמדה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SCHOOL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TECHNOLOGY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VOLUNTEERING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TEENAGE LIFE</a:t>
            </a:r>
          </a:p>
        </p:txBody>
      </p:sp>
    </p:spTree>
    <p:extLst>
      <p:ext uri="{BB962C8B-B14F-4D97-AF65-F5344CB8AC3E}">
        <p14:creationId xmlns:p14="http://schemas.microsoft.com/office/powerpoint/2010/main" val="11474956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F50AD-46A3-4BBF-AAAB-D69F9D6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DC97F-FBDB-45E1-A792-7CA58350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FD740-8C8F-49B7-931C-F69E6EB3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 CLEAR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372A2-5A47-4E6C-824B-B2318904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קודם חושבים — אחר כך כותבים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OPINION → REASON → EXAMPLE → CONCLUSION</a:t>
            </a:r>
          </a:p>
        </p:txBody>
      </p:sp>
    </p:spTree>
    <p:extLst>
      <p:ext uri="{BB962C8B-B14F-4D97-AF65-F5344CB8AC3E}">
        <p14:creationId xmlns:p14="http://schemas.microsoft.com/office/powerpoint/2010/main" val="9170556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B6A80-C324-4685-99EE-E48CA7D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F75C5-5BF9-4B36-901D-28CC743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03705-9F56-4B27-AAC1-E4DD644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WRITING 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AA7C0-35D8-4A0C-802E-CCC227C9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הבוט עוזר לכם להשתפר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WRITE → ASK → REWRITE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הקישור יישלח בקבוצת הכיתה</a:t>
            </a:r>
          </a:p>
        </p:txBody>
      </p:sp>
    </p:spTree>
    <p:extLst>
      <p:ext uri="{BB962C8B-B14F-4D97-AF65-F5344CB8AC3E}">
        <p14:creationId xmlns:p14="http://schemas.microsoft.com/office/powerpoint/2010/main" val="7242487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BAE27-5D0A-4F3B-892A-11F15083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D091C-62FC-4360-B241-2ADAD0A9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C0F5C-14EB-4F42-9496-44FB94A5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THE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58A62-93C6-4159-98E4-527364F6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BOT DOES NOT WRITE FOR YOU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Do not rewrite my answer. Show me two unclear places and explain one grammar mistake.</a:t>
            </a:r>
          </a:p>
        </p:txBody>
      </p:sp>
    </p:spTree>
    <p:extLst>
      <p:ext uri="{BB962C8B-B14F-4D97-AF65-F5344CB8AC3E}">
        <p14:creationId xmlns:p14="http://schemas.microsoft.com/office/powerpoint/2010/main" val="12729665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4180E-CB14-434E-A7F5-8DDD5D23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2A7F2-B254-49F4-9BFD-06C69872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5BA55-E654-41E9-822B-C5A2FE24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CORE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AA3C7-9A86-4531-AA26-B1245A8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לומדים באפליקציה — נבחנים בכיתה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APP Learn and practise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→ CLASS Vocabulary quiz</a:t>
            </a:r>
          </a:p>
        </p:txBody>
      </p:sp>
    </p:spTree>
    <p:extLst>
      <p:ext uri="{BB962C8B-B14F-4D97-AF65-F5344CB8AC3E}">
        <p14:creationId xmlns:p14="http://schemas.microsoft.com/office/powerpoint/2010/main" val="3017225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FB6CC-5E5B-4D58-B282-35F6DA9F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DCEAA-6556-4BCF-937C-68EFFE54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65A38-713C-44B9-B906-5EDD7B1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LOCAL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B6949-7FA7-4B37-9719-4268B8DF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SAME DEVICE · SAME BROWSER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Use the same phone or computer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Use the same browser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Do not use private mode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Check that your progress was saved</a:t>
            </a:r>
          </a:p>
        </p:txBody>
      </p:sp>
    </p:spTree>
    <p:extLst>
      <p:ext uri="{BB962C8B-B14F-4D97-AF65-F5344CB8AC3E}">
        <p14:creationId xmlns:p14="http://schemas.microsoft.com/office/powerpoint/2010/main" val="10601589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93BC9-1A0B-40D1-BC2E-B334EBD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67C65-CB35-4CA0-B83C-BD39A9D1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21696-0C06-41B5-BA61-DA85B600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YOUR RESPONSIBILITY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4260E-6D4B-47BA-A24B-D194F4D5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SEEN ≠ MASTERED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מסיימים את הקבוצות · חוזרים על מילים קשות · מגיעים מוכנים לבוחן</a:t>
            </a:r>
          </a:p>
        </p:txBody>
      </p:sp>
    </p:spTree>
    <p:extLst>
      <p:ext uri="{BB962C8B-B14F-4D97-AF65-F5344CB8AC3E}">
        <p14:creationId xmlns:p14="http://schemas.microsoft.com/office/powerpoint/2010/main" val="4649816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0D3B6-0E84-4066-9CB7-033582D4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5FD40-FC77-4EB1-B850-8B97A587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4AF26-2422-433D-8A04-B3C167A6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OUR LITERATURE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BD9D7-0FAB-4655-A3BE-090676F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ארבע יצירות השנה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Thank You, Ma’am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Grandmother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Count That Day Lost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Summer’s Reading</a:t>
            </a:r>
          </a:p>
        </p:txBody>
      </p:sp>
    </p:spTree>
    <p:extLst>
      <p:ext uri="{BB962C8B-B14F-4D97-AF65-F5344CB8AC3E}">
        <p14:creationId xmlns:p14="http://schemas.microsoft.com/office/powerpoint/2010/main" val="13492799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AD8AE-963E-4515-87AD-9E8F43AA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BEDDE-7353-46E9-AB46-2F809C89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2D26B-8608-492E-A635-E71B1CC3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THANK YOU, MA’AM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F768E-F72B-4F16-831E-010C838B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Thank You, Ma’am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Kindness and a second chance</a:t>
            </a:r>
          </a:p>
        </p:txBody>
      </p:sp>
    </p:spTree>
    <p:extLst>
      <p:ext uri="{BB962C8B-B14F-4D97-AF65-F5344CB8AC3E}">
        <p14:creationId xmlns:p14="http://schemas.microsoft.com/office/powerpoint/2010/main" val="9472470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C3631-EDA6-4CD7-A13D-B6F78D7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4F89C-47C3-48C5-9994-C6D1FED9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33676-0FC4-4149-925E-3361B624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GRANDMOTHER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9DE69-310A-4396-9DC0-4A25BE5D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Grandmother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Listening changes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3834422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96340-D6E7-4E33-B1F8-8315DE28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33AFD-16C3-4222-BB44-FB5FEFA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02CDB-903E-4103-967F-A416F6FA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COUNT THAT DAY LOST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339B3-A5B1-4473-9A7E-0505C2D3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Count That Day Lost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makes a day meaningful?</a:t>
            </a:r>
          </a:p>
        </p:txBody>
      </p:sp>
    </p:spTree>
    <p:extLst>
      <p:ext uri="{BB962C8B-B14F-4D97-AF65-F5344CB8AC3E}">
        <p14:creationId xmlns:p14="http://schemas.microsoft.com/office/powerpoint/2010/main" val="12610785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D2484-4BDA-4E05-A955-C2F09D99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3154F-288C-4434-A7ED-ACB4FEDC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CCEC9-49E6-4205-9906-E01CDC6C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 SUMMER’S READING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983DA-241F-4D60-851F-96036DFC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Summer’s Reading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Reading, dignity and change</a:t>
            </a:r>
          </a:p>
        </p:txBody>
      </p:sp>
    </p:spTree>
    <p:extLst>
      <p:ext uri="{BB962C8B-B14F-4D97-AF65-F5344CB8AC3E}">
        <p14:creationId xmlns:p14="http://schemas.microsoft.com/office/powerpoint/2010/main" val="20923744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4B277-1A7D-461F-8DBF-6A915B2F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67E90-76F0-48A2-A755-062AF84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1C15D-D6AF-444B-BD6A-5B180B5D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LITERATURE BUILDS THE SAME 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6FA62-3638-4E8D-9CB6-D9BD81C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קוראים לעומק — ומוכיחים מן הטקסט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 → UNDERSTAND → EXPLAIN → PROVE</a:t>
            </a:r>
          </a:p>
        </p:txBody>
      </p:sp>
    </p:spTree>
    <p:extLst>
      <p:ext uri="{BB962C8B-B14F-4D97-AF65-F5344CB8AC3E}">
        <p14:creationId xmlns:p14="http://schemas.microsoft.com/office/powerpoint/2010/main" val="12081175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8347F-CF4E-433C-B0D7-B19172C1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2A0F0-57BC-41E9-BC62-68E8D47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C WRITING VOCABULARY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33161-FB0C-40B9-A39C-53D5487E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OUR RESPONSIBILITY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D7D54-D87E-4F86-BE87-7B342196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מגיעים · עובדים · מתרגלים · שואלים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SHOW UP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WORK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PRACTISE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ASK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כשמשהו אינו ברור — פונים אליי בזמן</a:t>
            </a:r>
          </a:p>
        </p:txBody>
      </p:sp>
    </p:spTree>
    <p:extLst>
      <p:ext uri="{BB962C8B-B14F-4D97-AF65-F5344CB8AC3E}">
        <p14:creationId xmlns:p14="http://schemas.microsoft.com/office/powerpoint/2010/main" val="21068107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3857A-282A-4065-B1E8-A1FB17C8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46D00-28AC-460C-8F5A-4BA70F96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כיתה י״א · 4 יח״ל THE TARGET IS CLEAR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41306-404E-481A-87A8-EAC53A81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בסוף השנה ניגשים ל־C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6297E-5462-45C0-B259-1F46D45E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START NOW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מתקדמים בכל שבוע</a:t>
            </a:r>
          </a:p>
        </p:txBody>
      </p:sp>
    </p:spTree>
    <p:extLst>
      <p:ext uri="{BB962C8B-B14F-4D97-AF65-F5344CB8AC3E}">
        <p14:creationId xmlns:p14="http://schemas.microsoft.com/office/powerpoint/2010/main" val="109197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2026-09-01T14:55:40.7210000Z</dcterms:created>
  <dcterms:modified xsi:type="dcterms:W3CDTF">2026-09-01T14:55:40.7210000Z</dcterms:modified>
</coreProperties>
</file>