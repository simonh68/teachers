
<file path=[Content_Types].xml><?xml version="1.0" encoding="utf-8"?>
<Types xmlns="http://schemas.openxmlformats.org/package/2006/content-types">
  <Default Extension="xml" ContentType="application/vnd.openxmlformats-package.core-properties+xml"/>
  <Default Extension="gif" ContentType="image/gif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c9a9cadc2d4ac7" /><Relationship Type="http://schemas.openxmlformats.org/officeDocument/2006/relationships/extended-properties" Target="/docProps/app.xml" Id="Ra60b45355d214cc6" /><Relationship Type="http://schemas.openxmlformats.org/officeDocument/2006/relationships/officeDocument" Target="/ppt/presentation.xml" Id="Re9e4b5783bca4c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99df85727844e6"/>
  </p:sldMasterIdLst>
  <p:notesMasterIdLst>
    <p:notesMasterId xmlns:r="http://schemas.openxmlformats.org/officeDocument/2006/relationships" r:id="R04587f993b6e437e"/>
  </p:notesMasterIdLst>
  <p:sldIdLst>
    <p:sldId xmlns:r="http://schemas.openxmlformats.org/officeDocument/2006/relationships" id="256" r:id="Rd0d3e94de9e0493b"/>
    <p:sldId xmlns:r="http://schemas.openxmlformats.org/officeDocument/2006/relationships" id="257" r:id="R16b97791ea224d2f"/>
    <p:sldId xmlns:r="http://schemas.openxmlformats.org/officeDocument/2006/relationships" id="258" r:id="R18152930ba4b4f59"/>
    <p:sldId xmlns:r="http://schemas.openxmlformats.org/officeDocument/2006/relationships" id="259" r:id="R5a5cf4b639c04a02"/>
    <p:sldId xmlns:r="http://schemas.openxmlformats.org/officeDocument/2006/relationships" id="260" r:id="R0d3d2bc2824d47a5"/>
    <p:sldId xmlns:r="http://schemas.openxmlformats.org/officeDocument/2006/relationships" id="261" r:id="R0ca5b5643ddb49bc"/>
    <p:sldId xmlns:r="http://schemas.openxmlformats.org/officeDocument/2006/relationships" id="262" r:id="R278d16efb49a4d00"/>
    <p:sldId xmlns:r="http://schemas.openxmlformats.org/officeDocument/2006/relationships" id="263" r:id="R8bf157946ed54a13"/>
    <p:sldId xmlns:r="http://schemas.openxmlformats.org/officeDocument/2006/relationships" id="264" r:id="Rbb647e01c74b4f37"/>
    <p:sldId xmlns:r="http://schemas.openxmlformats.org/officeDocument/2006/relationships" id="265" r:id="R20292111694747cf"/>
    <p:sldId xmlns:r="http://schemas.openxmlformats.org/officeDocument/2006/relationships" id="266" r:id="Rb39fa2a7171c4d69"/>
    <p:sldId xmlns:r="http://schemas.openxmlformats.org/officeDocument/2006/relationships" id="267" r:id="Rcf087eab2e7040ea"/>
    <p:sldId xmlns:r="http://schemas.openxmlformats.org/officeDocument/2006/relationships" id="268" r:id="R2527834c440a42d5"/>
    <p:sldId xmlns:r="http://schemas.openxmlformats.org/officeDocument/2006/relationships" id="269" r:id="R752f911966234578"/>
    <p:sldId xmlns:r="http://schemas.openxmlformats.org/officeDocument/2006/relationships" id="270" r:id="Re4720cbd929d4d23"/>
    <p:sldId xmlns:r="http://schemas.openxmlformats.org/officeDocument/2006/relationships" id="271" r:id="R68b89707f3334c58"/>
    <p:sldId xmlns:r="http://schemas.openxmlformats.org/officeDocument/2006/relationships" id="272" r:id="R367eee2195194aa7"/>
    <p:sldId xmlns:r="http://schemas.openxmlformats.org/officeDocument/2006/relationships" id="273" r:id="R51c3077e543f46d8"/>
    <p:sldId xmlns:r="http://schemas.openxmlformats.org/officeDocument/2006/relationships" id="274" r:id="R46abc6cdbf0f4cc2"/>
    <p:sldId xmlns:r="http://schemas.openxmlformats.org/officeDocument/2006/relationships" id="275" r:id="R3621c351992041ea"/>
    <p:sldId xmlns:r="http://schemas.openxmlformats.org/officeDocument/2006/relationships" id="276" r:id="R6a9d845a7560466c"/>
    <p:sldId xmlns:r="http://schemas.openxmlformats.org/officeDocument/2006/relationships" id="277" r:id="R71b7f4c594564552"/>
    <p:sldId xmlns:r="http://schemas.openxmlformats.org/officeDocument/2006/relationships" id="278" r:id="Rb09e949cd6354d62"/>
    <p:sldId xmlns:r="http://schemas.openxmlformats.org/officeDocument/2006/relationships" id="279" r:id="R13eb74fcd5024b82"/>
    <p:sldId xmlns:r="http://schemas.openxmlformats.org/officeDocument/2006/relationships" id="280" r:id="Rf79972939f3d4f2b"/>
    <p:sldId xmlns:r="http://schemas.openxmlformats.org/officeDocument/2006/relationships" id="281" r:id="R7bdd3b78922443d9"/>
    <p:sldId xmlns:r="http://schemas.openxmlformats.org/officeDocument/2006/relationships" id="282" r:id="R2ff75f6158464c6d"/>
    <p:sldId xmlns:r="http://schemas.openxmlformats.org/officeDocument/2006/relationships" id="283" r:id="R04a578fad4e34d1e"/>
    <p:sldId xmlns:r="http://schemas.openxmlformats.org/officeDocument/2006/relationships" id="284" r:id="Rbfb618fe297a4ed2"/>
    <p:sldId xmlns:r="http://schemas.openxmlformats.org/officeDocument/2006/relationships" id="285" r:id="R5dd5b4cc31e94531"/>
    <p:sldId xmlns:r="http://schemas.openxmlformats.org/officeDocument/2006/relationships" id="286" r:id="Rd77fcd724ad04ea7"/>
    <p:sldId xmlns:r="http://schemas.openxmlformats.org/officeDocument/2006/relationships" id="287" r:id="R59f77768b0b14003"/>
    <p:sldId xmlns:r="http://schemas.openxmlformats.org/officeDocument/2006/relationships" id="288" r:id="R00ca98ade4a44b5c"/>
    <p:sldId xmlns:r="http://schemas.openxmlformats.org/officeDocument/2006/relationships" id="289" r:id="Rfbf09d9fb1524719"/>
    <p:sldId xmlns:r="http://schemas.openxmlformats.org/officeDocument/2006/relationships" id="290" r:id="R56bd8e42e9cd4487"/>
    <p:sldId xmlns:r="http://schemas.openxmlformats.org/officeDocument/2006/relationships" id="291" r:id="Rb468e9e181314e91"/>
    <p:sldId xmlns:r="http://schemas.openxmlformats.org/officeDocument/2006/relationships" id="292" r:id="Rfc856f42f91248b7"/>
    <p:sldId xmlns:r="http://schemas.openxmlformats.org/officeDocument/2006/relationships" id="293" r:id="R10eb934c1d374f9d"/>
    <p:sldId xmlns:r="http://schemas.openxmlformats.org/officeDocument/2006/relationships" id="294" r:id="R8bd92f09a5eb4211"/>
    <p:sldId xmlns:r="http://schemas.openxmlformats.org/officeDocument/2006/relationships" id="295" r:id="R099fa88853c542cc"/>
    <p:sldId xmlns:r="http://schemas.openxmlformats.org/officeDocument/2006/relationships" id="296" r:id="Rce64840476644f86"/>
    <p:sldId xmlns:r="http://schemas.openxmlformats.org/officeDocument/2006/relationships" id="297" r:id="R099a6f4b81ba417d"/>
    <p:sldId xmlns:r="http://schemas.openxmlformats.org/officeDocument/2006/relationships" id="298" r:id="Ra5840fa0aca14671"/>
    <p:sldId xmlns:r="http://schemas.openxmlformats.org/officeDocument/2006/relationships" id="299" r:id="R4e275c14289e49ea"/>
    <p:sldId xmlns:r="http://schemas.openxmlformats.org/officeDocument/2006/relationships" id="300" r:id="R3412711f1edc421f"/>
    <p:sldId xmlns:r="http://schemas.openxmlformats.org/officeDocument/2006/relationships" id="301" r:id="R6b3338cd5da54f9e"/>
    <p:sldId xmlns:r="http://schemas.openxmlformats.org/officeDocument/2006/relationships" id="302" r:id="R87adfa749bda410d"/>
    <p:sldId xmlns:r="http://schemas.openxmlformats.org/officeDocument/2006/relationships" id="303" r:id="Rc16540aaa44448d8"/>
    <p:sldId xmlns:r="http://schemas.openxmlformats.org/officeDocument/2006/relationships" id="304" r:id="R79477e2da6bc44b9"/>
    <p:sldId xmlns:r="http://schemas.openxmlformats.org/officeDocument/2006/relationships" id="305" r:id="R34245d784f314502"/>
    <p:sldId xmlns:r="http://schemas.openxmlformats.org/officeDocument/2006/relationships" id="306" r:id="R99abf01464bb4c14"/>
    <p:sldId xmlns:r="http://schemas.openxmlformats.org/officeDocument/2006/relationships" id="307" r:id="Ra322f84d1fa548d9"/>
    <p:sldId xmlns:r="http://schemas.openxmlformats.org/officeDocument/2006/relationships" id="308" r:id="R4bdfe724f27846cb"/>
    <p:sldId xmlns:r="http://schemas.openxmlformats.org/officeDocument/2006/relationships" id="309" r:id="R6abf850053e046b9"/>
    <p:sldId xmlns:r="http://schemas.openxmlformats.org/officeDocument/2006/relationships" id="310" r:id="R56853b426040476b"/>
    <p:sldId xmlns:r="http://schemas.openxmlformats.org/officeDocument/2006/relationships" id="311" r:id="Rf4a088e2ff1e420e"/>
    <p:sldId xmlns:r="http://schemas.openxmlformats.org/officeDocument/2006/relationships" id="312" r:id="R7ad22530bca0486e"/>
    <p:sldId xmlns:r="http://schemas.openxmlformats.org/officeDocument/2006/relationships" id="313" r:id="Rf497185ae22a48de"/>
    <p:sldId xmlns:r="http://schemas.openxmlformats.org/officeDocument/2006/relationships" id="314" r:id="Rc7c9599db42f4a12"/>
    <p:sldId xmlns:r="http://schemas.openxmlformats.org/officeDocument/2006/relationships" id="315" r:id="R4220414475de4664"/>
    <p:sldId xmlns:r="http://schemas.openxmlformats.org/officeDocument/2006/relationships" id="316" r:id="Rfe1bdfd877634b9f"/>
    <p:sldId xmlns:r="http://schemas.openxmlformats.org/officeDocument/2006/relationships" id="317" r:id="Rc55b336c7e9e41b6"/>
    <p:sldId xmlns:r="http://schemas.openxmlformats.org/officeDocument/2006/relationships" id="318" r:id="R83d6f6895ae644fb"/>
    <p:sldId xmlns:r="http://schemas.openxmlformats.org/officeDocument/2006/relationships" id="319" r:id="Rcd82952760614405"/>
    <p:sldId xmlns:r="http://schemas.openxmlformats.org/officeDocument/2006/relationships" id="320" r:id="R808754f5b63f401d"/>
    <p:sldId xmlns:r="http://schemas.openxmlformats.org/officeDocument/2006/relationships" id="321" r:id="R5bd247e5653349e1"/>
    <p:sldId xmlns:r="http://schemas.openxmlformats.org/officeDocument/2006/relationships" id="322" r:id="Rce26fa4c985e44b1"/>
    <p:sldId xmlns:r="http://schemas.openxmlformats.org/officeDocument/2006/relationships" id="323" r:id="R75a73042d6144805"/>
    <p:sldId xmlns:r="http://schemas.openxmlformats.org/officeDocument/2006/relationships" id="324" r:id="R2d50031bb089446d"/>
    <p:sldId xmlns:r="http://schemas.openxmlformats.org/officeDocument/2006/relationships" id="325" r:id="R72d1bc75373c441b"/>
    <p:sldId xmlns:r="http://schemas.openxmlformats.org/officeDocument/2006/relationships" id="326" r:id="R150f6765f6174d3a"/>
    <p:sldId xmlns:r="http://schemas.openxmlformats.org/officeDocument/2006/relationships" id="327" r:id="Rd87ea22d33fa46f3"/>
    <p:sldId xmlns:r="http://schemas.openxmlformats.org/officeDocument/2006/relationships" id="328" r:id="Rf96ada77e6fa43f9"/>
    <p:sldId xmlns:r="http://schemas.openxmlformats.org/officeDocument/2006/relationships" id="329" r:id="R7f3e13ee856642f4"/>
    <p:sldId xmlns:r="http://schemas.openxmlformats.org/officeDocument/2006/relationships" id="330" r:id="Rf0ad17cc803f409f"/>
    <p:sldId xmlns:r="http://schemas.openxmlformats.org/officeDocument/2006/relationships" id="331" r:id="R3bb6ee01f35d4f6d"/>
    <p:sldId xmlns:r="http://schemas.openxmlformats.org/officeDocument/2006/relationships" id="332" r:id="R9689de2827694deb"/>
    <p:sldId xmlns:r="http://schemas.openxmlformats.org/officeDocument/2006/relationships" id="333" r:id="R95a1d218355c45cf"/>
    <p:sldId xmlns:r="http://schemas.openxmlformats.org/officeDocument/2006/relationships" id="334" r:id="R3015255ac8ce40f2"/>
    <p:sldId xmlns:r="http://schemas.openxmlformats.org/officeDocument/2006/relationships" id="335" r:id="R7123a73349f54deb"/>
    <p:sldId xmlns:r="http://schemas.openxmlformats.org/officeDocument/2006/relationships" id="336" r:id="R9c71bb7f48e8478e"/>
    <p:sldId xmlns:r="http://schemas.openxmlformats.org/officeDocument/2006/relationships" id="337" r:id="R4802c1d0a8d34ce3"/>
    <p:sldId xmlns:r="http://schemas.openxmlformats.org/officeDocument/2006/relationships" id="338" r:id="R54ba08d1a5bd4102"/>
    <p:sldId xmlns:r="http://schemas.openxmlformats.org/officeDocument/2006/relationships" id="339" r:id="R710e1b73165f4ec6"/>
    <p:sldId xmlns:r="http://schemas.openxmlformats.org/officeDocument/2006/relationships" id="340" r:id="R26465edd80dc4498"/>
    <p:sldId xmlns:r="http://schemas.openxmlformats.org/officeDocument/2006/relationships" id="341" r:id="R8e8cd93e00d84319"/>
    <p:sldId xmlns:r="http://schemas.openxmlformats.org/officeDocument/2006/relationships" id="342" r:id="R2c8667dcf6e84e79"/>
    <p:sldId xmlns:r="http://schemas.openxmlformats.org/officeDocument/2006/relationships" id="343" r:id="R1f0adc44daaa4cba"/>
    <p:sldId xmlns:r="http://schemas.openxmlformats.org/officeDocument/2006/relationships" id="344" r:id="Rd32063eebfa8470b"/>
    <p:sldId xmlns:r="http://schemas.openxmlformats.org/officeDocument/2006/relationships" id="345" r:id="Rb1433e48c5fa46c0"/>
    <p:sldId xmlns:r="http://schemas.openxmlformats.org/officeDocument/2006/relationships" id="346" r:id="R6b7c667595ba4e29"/>
    <p:sldId xmlns:r="http://schemas.openxmlformats.org/officeDocument/2006/relationships" id="347" r:id="R4021b75e8e9a4368"/>
    <p:sldId xmlns:r="http://schemas.openxmlformats.org/officeDocument/2006/relationships" id="348" r:id="R2eadfb56d2bc4d03"/>
    <p:sldId xmlns:r="http://schemas.openxmlformats.org/officeDocument/2006/relationships" id="349" r:id="R301a7bc9c843412e"/>
    <p:sldId xmlns:r="http://schemas.openxmlformats.org/officeDocument/2006/relationships" id="350" r:id="Rd6ff416187124fdb"/>
    <p:sldId xmlns:r="http://schemas.openxmlformats.org/officeDocument/2006/relationships" id="351" r:id="Rdc537824e1fd4ebc"/>
    <p:sldId xmlns:r="http://schemas.openxmlformats.org/officeDocument/2006/relationships" id="352" r:id="Rdf329a4b71764dc2"/>
    <p:sldId xmlns:r="http://schemas.openxmlformats.org/officeDocument/2006/relationships" id="353" r:id="R9fe85b49af2f4a29"/>
    <p:sldId xmlns:r="http://schemas.openxmlformats.org/officeDocument/2006/relationships" id="354" r:id="R7a7df228e8bb4480"/>
    <p:sldId xmlns:r="http://schemas.openxmlformats.org/officeDocument/2006/relationships" id="355" r:id="R057984c329ad4216"/>
    <p:sldId xmlns:r="http://schemas.openxmlformats.org/officeDocument/2006/relationships" id="356" r:id="R0d52c816d55b454a"/>
    <p:sldId xmlns:r="http://schemas.openxmlformats.org/officeDocument/2006/relationships" id="357" r:id="R1f9532db41af47d4"/>
    <p:sldId xmlns:r="http://schemas.openxmlformats.org/officeDocument/2006/relationships" id="358" r:id="Rff081dba6eea4aa4"/>
    <p:sldId xmlns:r="http://schemas.openxmlformats.org/officeDocument/2006/relationships" id="359" r:id="R3f3aadfcc1ac4438"/>
    <p:sldId xmlns:r="http://schemas.openxmlformats.org/officeDocument/2006/relationships" id="360" r:id="R7872071db5654def"/>
    <p:sldId xmlns:r="http://schemas.openxmlformats.org/officeDocument/2006/relationships" id="361" r:id="Ra38ab184198944ef"/>
    <p:sldId xmlns:r="http://schemas.openxmlformats.org/officeDocument/2006/relationships" id="362" r:id="Rbc4936d765814314"/>
    <p:sldId xmlns:r="http://schemas.openxmlformats.org/officeDocument/2006/relationships" id="363" r:id="R1f0df44430a344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874ba3d6dac4657" /><Relationship Type="http://schemas.openxmlformats.org/officeDocument/2006/relationships/slideMaster" Target="/ppt/slideMasters/slideMaster1.xml" Id="R9d99df85727844e6" /><Relationship Type="http://schemas.openxmlformats.org/officeDocument/2006/relationships/notesMaster" Target="/ppt/notesMasters/notesMaster1.xml" Id="R04587f993b6e437e" /><Relationship Type="http://schemas.openxmlformats.org/officeDocument/2006/relationships/presProps" Target="/ppt/presProps.xml" Id="R83c462961ad0469a" /><Relationship Type="http://schemas.openxmlformats.org/officeDocument/2006/relationships/tableStyles" Target="/ppt/tableStyles.xml" Id="R215d1cdea3b04411" /><Relationship Type="http://schemas.openxmlformats.org/officeDocument/2006/relationships/slide" Target="/ppt/slides/slide1.xml" Id="Rd0d3e94de9e0493b" /><Relationship Type="http://schemas.openxmlformats.org/officeDocument/2006/relationships/slide" Target="/ppt/slides/slide2.xml" Id="R16b97791ea224d2f" /><Relationship Type="http://schemas.openxmlformats.org/officeDocument/2006/relationships/slide" Target="/ppt/slides/slide3.xml" Id="R18152930ba4b4f59" /><Relationship Type="http://schemas.openxmlformats.org/officeDocument/2006/relationships/slide" Target="/ppt/slides/slide4.xml" Id="R5a5cf4b639c04a02" /><Relationship Type="http://schemas.openxmlformats.org/officeDocument/2006/relationships/slide" Target="/ppt/slides/slide5.xml" Id="R0d3d2bc2824d47a5" /><Relationship Type="http://schemas.openxmlformats.org/officeDocument/2006/relationships/slide" Target="/ppt/slides/slide6.xml" Id="R0ca5b5643ddb49bc" /><Relationship Type="http://schemas.openxmlformats.org/officeDocument/2006/relationships/slide" Target="/ppt/slides/slide7.xml" Id="R278d16efb49a4d00" /><Relationship Type="http://schemas.openxmlformats.org/officeDocument/2006/relationships/slide" Target="/ppt/slides/slide8.xml" Id="R8bf157946ed54a13" /><Relationship Type="http://schemas.openxmlformats.org/officeDocument/2006/relationships/slide" Target="/ppt/slides/slide9.xml" Id="Rbb647e01c74b4f37" /><Relationship Type="http://schemas.openxmlformats.org/officeDocument/2006/relationships/slide" Target="/ppt/slides/slide10.xml" Id="R20292111694747cf" /><Relationship Type="http://schemas.openxmlformats.org/officeDocument/2006/relationships/slide" Target="/ppt/slides/slide11.xml" Id="Rb39fa2a7171c4d69" /><Relationship Type="http://schemas.openxmlformats.org/officeDocument/2006/relationships/slide" Target="/ppt/slides/slide12.xml" Id="Rcf087eab2e7040ea" /><Relationship Type="http://schemas.openxmlformats.org/officeDocument/2006/relationships/slide" Target="/ppt/slides/slide13.xml" Id="R2527834c440a42d5" /><Relationship Type="http://schemas.openxmlformats.org/officeDocument/2006/relationships/slide" Target="/ppt/slides/slide14.xml" Id="R752f911966234578" /><Relationship Type="http://schemas.openxmlformats.org/officeDocument/2006/relationships/slide" Target="/ppt/slides/slide15.xml" Id="Re4720cbd929d4d23" /><Relationship Type="http://schemas.openxmlformats.org/officeDocument/2006/relationships/slide" Target="/ppt/slides/slide16.xml" Id="R68b89707f3334c58" /><Relationship Type="http://schemas.openxmlformats.org/officeDocument/2006/relationships/slide" Target="/ppt/slides/slide17.xml" Id="R367eee2195194aa7" /><Relationship Type="http://schemas.openxmlformats.org/officeDocument/2006/relationships/slide" Target="/ppt/slides/slide18.xml" Id="R51c3077e543f46d8" /><Relationship Type="http://schemas.openxmlformats.org/officeDocument/2006/relationships/slide" Target="/ppt/slides/slide19.xml" Id="R46abc6cdbf0f4cc2" /><Relationship Type="http://schemas.openxmlformats.org/officeDocument/2006/relationships/slide" Target="/ppt/slides/slide20.xml" Id="R3621c351992041ea" /><Relationship Type="http://schemas.openxmlformats.org/officeDocument/2006/relationships/slide" Target="/ppt/slides/slide21.xml" Id="R6a9d845a7560466c" /><Relationship Type="http://schemas.openxmlformats.org/officeDocument/2006/relationships/slide" Target="/ppt/slides/slide22.xml" Id="R71b7f4c594564552" /><Relationship Type="http://schemas.openxmlformats.org/officeDocument/2006/relationships/slide" Target="/ppt/slides/slide23.xml" Id="Rb09e949cd6354d62" /><Relationship Type="http://schemas.openxmlformats.org/officeDocument/2006/relationships/slide" Target="/ppt/slides/slide24.xml" Id="R13eb74fcd5024b82" /><Relationship Type="http://schemas.openxmlformats.org/officeDocument/2006/relationships/slide" Target="/ppt/slides/slide25.xml" Id="Rf79972939f3d4f2b" /><Relationship Type="http://schemas.openxmlformats.org/officeDocument/2006/relationships/slide" Target="/ppt/slides/slide26.xml" Id="R7bdd3b78922443d9" /><Relationship Type="http://schemas.openxmlformats.org/officeDocument/2006/relationships/slide" Target="/ppt/slides/slide27.xml" Id="R2ff75f6158464c6d" /><Relationship Type="http://schemas.openxmlformats.org/officeDocument/2006/relationships/slide" Target="/ppt/slides/slide28.xml" Id="R04a578fad4e34d1e" /><Relationship Type="http://schemas.openxmlformats.org/officeDocument/2006/relationships/slide" Target="/ppt/slides/slide29.xml" Id="Rbfb618fe297a4ed2" /><Relationship Type="http://schemas.openxmlformats.org/officeDocument/2006/relationships/slide" Target="/ppt/slides/slide30.xml" Id="R5dd5b4cc31e94531" /><Relationship Type="http://schemas.openxmlformats.org/officeDocument/2006/relationships/slide" Target="/ppt/slides/slide31.xml" Id="Rd77fcd724ad04ea7" /><Relationship Type="http://schemas.openxmlformats.org/officeDocument/2006/relationships/slide" Target="/ppt/slides/slide32.xml" Id="R59f77768b0b14003" /><Relationship Type="http://schemas.openxmlformats.org/officeDocument/2006/relationships/slide" Target="/ppt/slides/slide33.xml" Id="R00ca98ade4a44b5c" /><Relationship Type="http://schemas.openxmlformats.org/officeDocument/2006/relationships/slide" Target="/ppt/slides/slide34.xml" Id="Rfbf09d9fb1524719" /><Relationship Type="http://schemas.openxmlformats.org/officeDocument/2006/relationships/slide" Target="/ppt/slides/slide35.xml" Id="R56bd8e42e9cd4487" /><Relationship Type="http://schemas.openxmlformats.org/officeDocument/2006/relationships/slide" Target="/ppt/slides/slide36.xml" Id="Rb468e9e181314e91" /><Relationship Type="http://schemas.openxmlformats.org/officeDocument/2006/relationships/slide" Target="/ppt/slides/slide37.xml" Id="Rfc856f42f91248b7" /><Relationship Type="http://schemas.openxmlformats.org/officeDocument/2006/relationships/slide" Target="/ppt/slides/slide38.xml" Id="R10eb934c1d374f9d" /><Relationship Type="http://schemas.openxmlformats.org/officeDocument/2006/relationships/slide" Target="/ppt/slides/slide39.xml" Id="R8bd92f09a5eb4211" /><Relationship Type="http://schemas.openxmlformats.org/officeDocument/2006/relationships/slide" Target="/ppt/slides/slide40.xml" Id="R099fa88853c542cc" /><Relationship Type="http://schemas.openxmlformats.org/officeDocument/2006/relationships/slide" Target="/ppt/slides/slide41.xml" Id="Rce64840476644f86" /><Relationship Type="http://schemas.openxmlformats.org/officeDocument/2006/relationships/slide" Target="/ppt/slides/slide42.xml" Id="R099a6f4b81ba417d" /><Relationship Type="http://schemas.openxmlformats.org/officeDocument/2006/relationships/slide" Target="/ppt/slides/slide43.xml" Id="Ra5840fa0aca14671" /><Relationship Type="http://schemas.openxmlformats.org/officeDocument/2006/relationships/slide" Target="/ppt/slides/slide44.xml" Id="R4e275c14289e49ea" /><Relationship Type="http://schemas.openxmlformats.org/officeDocument/2006/relationships/slide" Target="/ppt/slides/slide45.xml" Id="R3412711f1edc421f" /><Relationship Type="http://schemas.openxmlformats.org/officeDocument/2006/relationships/slide" Target="/ppt/slides/slide46.xml" Id="R6b3338cd5da54f9e" /><Relationship Type="http://schemas.openxmlformats.org/officeDocument/2006/relationships/slide" Target="/ppt/slides/slide47.xml" Id="R87adfa749bda410d" /><Relationship Type="http://schemas.openxmlformats.org/officeDocument/2006/relationships/slide" Target="/ppt/slides/slide48.xml" Id="Rc16540aaa44448d8" /><Relationship Type="http://schemas.openxmlformats.org/officeDocument/2006/relationships/slide" Target="/ppt/slides/slide49.xml" Id="R79477e2da6bc44b9" /><Relationship Type="http://schemas.openxmlformats.org/officeDocument/2006/relationships/slide" Target="/ppt/slides/slide50.xml" Id="R34245d784f314502" /><Relationship Type="http://schemas.openxmlformats.org/officeDocument/2006/relationships/slide" Target="/ppt/slides/slide51.xml" Id="R99abf01464bb4c14" /><Relationship Type="http://schemas.openxmlformats.org/officeDocument/2006/relationships/slide" Target="/ppt/slides/slide52.xml" Id="Ra322f84d1fa548d9" /><Relationship Type="http://schemas.openxmlformats.org/officeDocument/2006/relationships/slide" Target="/ppt/slides/slide53.xml" Id="R4bdfe724f27846cb" /><Relationship Type="http://schemas.openxmlformats.org/officeDocument/2006/relationships/slide" Target="/ppt/slides/slide54.xml" Id="R6abf850053e046b9" /><Relationship Type="http://schemas.openxmlformats.org/officeDocument/2006/relationships/slide" Target="/ppt/slides/slide55.xml" Id="R56853b426040476b" /><Relationship Type="http://schemas.openxmlformats.org/officeDocument/2006/relationships/slide" Target="/ppt/slides/slide56.xml" Id="Rf4a088e2ff1e420e" /><Relationship Type="http://schemas.openxmlformats.org/officeDocument/2006/relationships/slide" Target="/ppt/slides/slide57.xml" Id="R7ad22530bca0486e" /><Relationship Type="http://schemas.openxmlformats.org/officeDocument/2006/relationships/slide" Target="/ppt/slides/slide58.xml" Id="Rf497185ae22a48de" /><Relationship Type="http://schemas.openxmlformats.org/officeDocument/2006/relationships/slide" Target="/ppt/slides/slide59.xml" Id="Rc7c9599db42f4a12" /><Relationship Type="http://schemas.openxmlformats.org/officeDocument/2006/relationships/slide" Target="/ppt/slides/slide60.xml" Id="R4220414475de4664" /><Relationship Type="http://schemas.openxmlformats.org/officeDocument/2006/relationships/slide" Target="/ppt/slides/slide61.xml" Id="Rfe1bdfd877634b9f" /><Relationship Type="http://schemas.openxmlformats.org/officeDocument/2006/relationships/slide" Target="/ppt/slides/slide62.xml" Id="Rc55b336c7e9e41b6" /><Relationship Type="http://schemas.openxmlformats.org/officeDocument/2006/relationships/slide" Target="/ppt/slides/slide63.xml" Id="R83d6f6895ae644fb" /><Relationship Type="http://schemas.openxmlformats.org/officeDocument/2006/relationships/slide" Target="/ppt/slides/slide64.xml" Id="Rcd82952760614405" /><Relationship Type="http://schemas.openxmlformats.org/officeDocument/2006/relationships/slide" Target="/ppt/slides/slide65.xml" Id="R808754f5b63f401d" /><Relationship Type="http://schemas.openxmlformats.org/officeDocument/2006/relationships/slide" Target="/ppt/slides/slide66.xml" Id="R5bd247e5653349e1" /><Relationship Type="http://schemas.openxmlformats.org/officeDocument/2006/relationships/slide" Target="/ppt/slides/slide67.xml" Id="Rce26fa4c985e44b1" /><Relationship Type="http://schemas.openxmlformats.org/officeDocument/2006/relationships/slide" Target="/ppt/slides/slide68.xml" Id="R75a73042d6144805" /><Relationship Type="http://schemas.openxmlformats.org/officeDocument/2006/relationships/slide" Target="/ppt/slides/slide69.xml" Id="R2d50031bb089446d" /><Relationship Type="http://schemas.openxmlformats.org/officeDocument/2006/relationships/slide" Target="/ppt/slides/slide70.xml" Id="R72d1bc75373c441b" /><Relationship Type="http://schemas.openxmlformats.org/officeDocument/2006/relationships/slide" Target="/ppt/slides/slide71.xml" Id="R150f6765f6174d3a" /><Relationship Type="http://schemas.openxmlformats.org/officeDocument/2006/relationships/slide" Target="/ppt/slides/slide72.xml" Id="Rd87ea22d33fa46f3" /><Relationship Type="http://schemas.openxmlformats.org/officeDocument/2006/relationships/slide" Target="/ppt/slides/slide73.xml" Id="Rf96ada77e6fa43f9" /><Relationship Type="http://schemas.openxmlformats.org/officeDocument/2006/relationships/slide" Target="/ppt/slides/slide74.xml" Id="R7f3e13ee856642f4" /><Relationship Type="http://schemas.openxmlformats.org/officeDocument/2006/relationships/slide" Target="/ppt/slides/slide75.xml" Id="Rf0ad17cc803f409f" /><Relationship Type="http://schemas.openxmlformats.org/officeDocument/2006/relationships/slide" Target="/ppt/slides/slide76.xml" Id="R3bb6ee01f35d4f6d" /><Relationship Type="http://schemas.openxmlformats.org/officeDocument/2006/relationships/slide" Target="/ppt/slides/slide77.xml" Id="R9689de2827694deb" /><Relationship Type="http://schemas.openxmlformats.org/officeDocument/2006/relationships/slide" Target="/ppt/slides/slide78.xml" Id="R95a1d218355c45cf" /><Relationship Type="http://schemas.openxmlformats.org/officeDocument/2006/relationships/slide" Target="/ppt/slides/slide79.xml" Id="R3015255ac8ce40f2" /><Relationship Type="http://schemas.openxmlformats.org/officeDocument/2006/relationships/slide" Target="/ppt/slides/slide80.xml" Id="R7123a73349f54deb" /><Relationship Type="http://schemas.openxmlformats.org/officeDocument/2006/relationships/slide" Target="/ppt/slides/slide81.xml" Id="R9c71bb7f48e8478e" /><Relationship Type="http://schemas.openxmlformats.org/officeDocument/2006/relationships/slide" Target="/ppt/slides/slide82.xml" Id="R4802c1d0a8d34ce3" /><Relationship Type="http://schemas.openxmlformats.org/officeDocument/2006/relationships/slide" Target="/ppt/slides/slide83.xml" Id="R54ba08d1a5bd4102" /><Relationship Type="http://schemas.openxmlformats.org/officeDocument/2006/relationships/slide" Target="/ppt/slides/slide84.xml" Id="R710e1b73165f4ec6" /><Relationship Type="http://schemas.openxmlformats.org/officeDocument/2006/relationships/slide" Target="/ppt/slides/slide85.xml" Id="R26465edd80dc4498" /><Relationship Type="http://schemas.openxmlformats.org/officeDocument/2006/relationships/slide" Target="/ppt/slides/slide86.xml" Id="R8e8cd93e00d84319" /><Relationship Type="http://schemas.openxmlformats.org/officeDocument/2006/relationships/slide" Target="/ppt/slides/slide87.xml" Id="R2c8667dcf6e84e79" /><Relationship Type="http://schemas.openxmlformats.org/officeDocument/2006/relationships/slide" Target="/ppt/slides/slide88.xml" Id="R1f0adc44daaa4cba" /><Relationship Type="http://schemas.openxmlformats.org/officeDocument/2006/relationships/slide" Target="/ppt/slides/slide89.xml" Id="Rd32063eebfa8470b" /><Relationship Type="http://schemas.openxmlformats.org/officeDocument/2006/relationships/slide" Target="/ppt/slides/slide90.xml" Id="Rb1433e48c5fa46c0" /><Relationship Type="http://schemas.openxmlformats.org/officeDocument/2006/relationships/slide" Target="/ppt/slides/slide91.xml" Id="R6b7c667595ba4e29" /><Relationship Type="http://schemas.openxmlformats.org/officeDocument/2006/relationships/slide" Target="/ppt/slides/slide92.xml" Id="R4021b75e8e9a4368" /><Relationship Type="http://schemas.openxmlformats.org/officeDocument/2006/relationships/slide" Target="/ppt/slides/slide93.xml" Id="R2eadfb56d2bc4d03" /><Relationship Type="http://schemas.openxmlformats.org/officeDocument/2006/relationships/slide" Target="/ppt/slides/slide94.xml" Id="R301a7bc9c843412e" /><Relationship Type="http://schemas.openxmlformats.org/officeDocument/2006/relationships/slide" Target="/ppt/slides/slide95.xml" Id="Rd6ff416187124fdb" /><Relationship Type="http://schemas.openxmlformats.org/officeDocument/2006/relationships/slide" Target="/ppt/slides/slide96.xml" Id="Rdc537824e1fd4ebc" /><Relationship Type="http://schemas.openxmlformats.org/officeDocument/2006/relationships/slide" Target="/ppt/slides/slide97.xml" Id="Rdf329a4b71764dc2" /><Relationship Type="http://schemas.openxmlformats.org/officeDocument/2006/relationships/slide" Target="/ppt/slides/slide98.xml" Id="R9fe85b49af2f4a29" /><Relationship Type="http://schemas.openxmlformats.org/officeDocument/2006/relationships/slide" Target="/ppt/slides/slide99.xml" Id="R7a7df228e8bb4480" /><Relationship Type="http://schemas.openxmlformats.org/officeDocument/2006/relationships/slide" Target="/ppt/slides/slide100.xml" Id="R057984c329ad4216" /><Relationship Type="http://schemas.openxmlformats.org/officeDocument/2006/relationships/slide" Target="/ppt/slides/slide101.xml" Id="R0d52c816d55b454a" /><Relationship Type="http://schemas.openxmlformats.org/officeDocument/2006/relationships/slide" Target="/ppt/slides/slide102.xml" Id="R1f9532db41af47d4" /><Relationship Type="http://schemas.openxmlformats.org/officeDocument/2006/relationships/slide" Target="/ppt/slides/slide103.xml" Id="Rff081dba6eea4aa4" /><Relationship Type="http://schemas.openxmlformats.org/officeDocument/2006/relationships/slide" Target="/ppt/slides/slide104.xml" Id="R3f3aadfcc1ac4438" /><Relationship Type="http://schemas.openxmlformats.org/officeDocument/2006/relationships/slide" Target="/ppt/slides/slide105.xml" Id="R7872071db5654def" /><Relationship Type="http://schemas.openxmlformats.org/officeDocument/2006/relationships/slide" Target="/ppt/slides/slide106.xml" Id="Ra38ab184198944ef" /><Relationship Type="http://schemas.openxmlformats.org/officeDocument/2006/relationships/slide" Target="/ppt/slides/slide107.xml" Id="Rbc4936d765814314" /><Relationship Type="http://schemas.openxmlformats.org/officeDocument/2006/relationships/slide" Target="/ppt/slides/slide108.xml" Id="R1f0df44430a344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c2f5df68144c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a7a84cddc994d69" /><Relationship Type="http://schemas.openxmlformats.org/officeDocument/2006/relationships/notesMaster" Target="/ppt/notesMasters/notesMaster1.xml" Id="R4e7a63c7ce8c4c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b000ca36de4a6a" /><Relationship Type="http://schemas.openxmlformats.org/officeDocument/2006/relationships/notesMaster" Target="/ppt/notesMasters/notesMaster1.xml" Id="Refbbbd1924ac484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32e9987bcec4280" /><Relationship Type="http://schemas.openxmlformats.org/officeDocument/2006/relationships/notesMaster" Target="/ppt/notesMasters/notesMaster1.xml" Id="R3e1ce17b1e76495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1655fec748541de" /><Relationship Type="http://schemas.openxmlformats.org/officeDocument/2006/relationships/notesMaster" Target="/ppt/notesMasters/notesMaster1.xml" Id="Re305d2e1f3ab451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05a5950a6fa45e1" /><Relationship Type="http://schemas.openxmlformats.org/officeDocument/2006/relationships/notesMaster" Target="/ppt/notesMasters/notesMaster1.xml" Id="Raf5d9fe51142448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50d4ab5d7bb4065" /><Relationship Type="http://schemas.openxmlformats.org/officeDocument/2006/relationships/notesMaster" Target="/ppt/notesMasters/notesMaster1.xml" Id="R62ad338ef124468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faac9bd8bb54476" /><Relationship Type="http://schemas.openxmlformats.org/officeDocument/2006/relationships/notesMaster" Target="/ppt/notesMasters/notesMaster1.xml" Id="R01bf774114f54fa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e813353c04a4cf1" /><Relationship Type="http://schemas.openxmlformats.org/officeDocument/2006/relationships/notesMaster" Target="/ppt/notesMasters/notesMaster1.xml" Id="R27f75c2beb0c432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4f46e377e934e1e" /><Relationship Type="http://schemas.openxmlformats.org/officeDocument/2006/relationships/notesMaster" Target="/ppt/notesMasters/notesMaster1.xml" Id="R9b2423b829ea47c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d0c6634b323471d" /><Relationship Type="http://schemas.openxmlformats.org/officeDocument/2006/relationships/notesMaster" Target="/ppt/notesMasters/notesMaster1.xml" Id="Ra59be09b84cb47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7095358a2604dac" /><Relationship Type="http://schemas.openxmlformats.org/officeDocument/2006/relationships/notesMaster" Target="/ppt/notesMasters/notesMaster1.xml" Id="R68759fb8c846400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75ec32ca41e41ff" /><Relationship Type="http://schemas.openxmlformats.org/officeDocument/2006/relationships/notesMaster" Target="/ppt/notesMasters/notesMaster1.xml" Id="R953002ee66d5478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74c5f3b35aa43a8" /><Relationship Type="http://schemas.openxmlformats.org/officeDocument/2006/relationships/notesMaster" Target="/ppt/notesMasters/notesMaster1.xml" Id="R0b485a77b1dc4dd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468094ded964eab" /><Relationship Type="http://schemas.openxmlformats.org/officeDocument/2006/relationships/notesMaster" Target="/ppt/notesMasters/notesMaster1.xml" Id="R5cae3cd77d3d42e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9a57d4ccb594a59" /><Relationship Type="http://schemas.openxmlformats.org/officeDocument/2006/relationships/notesMaster" Target="/ppt/notesMasters/notesMaster1.xml" Id="R450008676f004f1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7514bbd901c4b43" /><Relationship Type="http://schemas.openxmlformats.org/officeDocument/2006/relationships/notesMaster" Target="/ppt/notesMasters/notesMaster1.xml" Id="Rc4ef7d232fb348f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4b356ed3cff40fd" /><Relationship Type="http://schemas.openxmlformats.org/officeDocument/2006/relationships/notesMaster" Target="/ppt/notesMasters/notesMaster1.xml" Id="Ra83dd7f06b9d446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7c030282c86499f" /><Relationship Type="http://schemas.openxmlformats.org/officeDocument/2006/relationships/notesMaster" Target="/ppt/notesMasters/notesMaster1.xml" Id="Re3b4e86fe20849a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0cbc5e74ec64f90" /><Relationship Type="http://schemas.openxmlformats.org/officeDocument/2006/relationships/notesMaster" Target="/ppt/notesMasters/notesMaster1.xml" Id="Ra36b43fa86a541b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fb91744921144a5" /><Relationship Type="http://schemas.openxmlformats.org/officeDocument/2006/relationships/notesMaster" Target="/ppt/notesMasters/notesMaster1.xml" Id="Rbe8bc339d268442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9848bddb4684306" /><Relationship Type="http://schemas.openxmlformats.org/officeDocument/2006/relationships/notesMaster" Target="/ppt/notesMasters/notesMaster1.xml" Id="R4172c2b4b9de473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063f7bc251c430e" /><Relationship Type="http://schemas.openxmlformats.org/officeDocument/2006/relationships/notesMaster" Target="/ppt/notesMasters/notesMaster1.xml" Id="R617a73cf7318426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f26bbd3d83a439c" /><Relationship Type="http://schemas.openxmlformats.org/officeDocument/2006/relationships/notesMaster" Target="/ppt/notesMasters/notesMaster1.xml" Id="R6b9d04d2c3cc497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b0f003d883a4fee" /><Relationship Type="http://schemas.openxmlformats.org/officeDocument/2006/relationships/notesMaster" Target="/ppt/notesMasters/notesMaster1.xml" Id="Rbb4e0d6447254d6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6e711d63bc047c8" /><Relationship Type="http://schemas.openxmlformats.org/officeDocument/2006/relationships/notesMaster" Target="/ppt/notesMasters/notesMaster1.xml" Id="R38ba0f385e164be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d52f808e09f4ba4" /><Relationship Type="http://schemas.openxmlformats.org/officeDocument/2006/relationships/notesMaster" Target="/ppt/notesMasters/notesMaster1.xml" Id="Rb056c844a93343f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e9ff2f8737e4cda" /><Relationship Type="http://schemas.openxmlformats.org/officeDocument/2006/relationships/notesMaster" Target="/ppt/notesMasters/notesMaster1.xml" Id="Rd6178ce453474e9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c23b726768a4021" /><Relationship Type="http://schemas.openxmlformats.org/officeDocument/2006/relationships/notesMaster" Target="/ppt/notesMasters/notesMaster1.xml" Id="Rf1e6572104ed4df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e419f47540d4036" /><Relationship Type="http://schemas.openxmlformats.org/officeDocument/2006/relationships/notesMaster" Target="/ppt/notesMasters/notesMaster1.xml" Id="Rced4b90be56e421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99d5dbd320d4acb" /><Relationship Type="http://schemas.openxmlformats.org/officeDocument/2006/relationships/notesMaster" Target="/ppt/notesMasters/notesMaster1.xml" Id="Rc699974a26444ed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4a8456637724689" /><Relationship Type="http://schemas.openxmlformats.org/officeDocument/2006/relationships/notesMaster" Target="/ppt/notesMasters/notesMaster1.xml" Id="Rd426531296f7468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00adec8306f4ff9" /><Relationship Type="http://schemas.openxmlformats.org/officeDocument/2006/relationships/notesMaster" Target="/ppt/notesMasters/notesMaster1.xml" Id="R241484eeada043a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a31941758ae4b86" /><Relationship Type="http://schemas.openxmlformats.org/officeDocument/2006/relationships/notesMaster" Target="/ppt/notesMasters/notesMaster1.xml" Id="R06de6349e9644e98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99b570ff9da4187" /><Relationship Type="http://schemas.openxmlformats.org/officeDocument/2006/relationships/notesMaster" Target="/ppt/notesMasters/notesMaster1.xml" Id="Rab81e9fc86744d74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002c6213afb47ef" /><Relationship Type="http://schemas.openxmlformats.org/officeDocument/2006/relationships/notesMaster" Target="/ppt/notesMasters/notesMaster1.xml" Id="Rded3eeadfd834f8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8ab57d139c004430" /><Relationship Type="http://schemas.openxmlformats.org/officeDocument/2006/relationships/notesMaster" Target="/ppt/notesMasters/notesMaster1.xml" Id="R3c1f14c42913410b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20429b0c5e304c11" /><Relationship Type="http://schemas.openxmlformats.org/officeDocument/2006/relationships/notesMaster" Target="/ppt/notesMasters/notesMaster1.xml" Id="Ra1aed5a919a342e3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245acadac88044c2" /><Relationship Type="http://schemas.openxmlformats.org/officeDocument/2006/relationships/notesMaster" Target="/ppt/notesMasters/notesMaster1.xml" Id="R817064f4a9a24b5a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c8258d504b9347a7" /><Relationship Type="http://schemas.openxmlformats.org/officeDocument/2006/relationships/notesMaster" Target="/ppt/notesMasters/notesMaster1.xml" Id="R6816e05c5b6f4ef9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10a6aaad6c744d1" /><Relationship Type="http://schemas.openxmlformats.org/officeDocument/2006/relationships/notesMaster" Target="/ppt/notesMasters/notesMaster1.xml" Id="Rd3a2a1f302964174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f3420892edce42a6" /><Relationship Type="http://schemas.openxmlformats.org/officeDocument/2006/relationships/notesMaster" Target="/ppt/notesMasters/notesMaster1.xml" Id="R89be3bc08906414a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c88db589c6f24606" /><Relationship Type="http://schemas.openxmlformats.org/officeDocument/2006/relationships/notesMaster" Target="/ppt/notesMasters/notesMaster1.xml" Id="R0a370dba467c433a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a29abaa1b67b4608" /><Relationship Type="http://schemas.openxmlformats.org/officeDocument/2006/relationships/notesMaster" Target="/ppt/notesMasters/notesMaster1.xml" Id="R5764a1e3a8684d3e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ce0ecf824354431d" /><Relationship Type="http://schemas.openxmlformats.org/officeDocument/2006/relationships/notesMaster" Target="/ppt/notesMasters/notesMaster1.xml" Id="R57edea82b5f84f6c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b0c0208ccb28402e" /><Relationship Type="http://schemas.openxmlformats.org/officeDocument/2006/relationships/notesMaster" Target="/ppt/notesMasters/notesMaster1.xml" Id="Rd4153751862847b4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460d1654af1046d7" /><Relationship Type="http://schemas.openxmlformats.org/officeDocument/2006/relationships/notesMaster" Target="/ppt/notesMasters/notesMaster1.xml" Id="R407121b9141f48e0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88fb1d3012c0437c" /><Relationship Type="http://schemas.openxmlformats.org/officeDocument/2006/relationships/notesMaster" Target="/ppt/notesMasters/notesMaster1.xml" Id="R56c90d230abc4419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040270e4b3b64d82" /><Relationship Type="http://schemas.openxmlformats.org/officeDocument/2006/relationships/notesMaster" Target="/ppt/notesMasters/notesMaster1.xml" Id="Rdff4a4c0fbe0405d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ad69e38913874146" /><Relationship Type="http://schemas.openxmlformats.org/officeDocument/2006/relationships/notesMaster" Target="/ppt/notesMasters/notesMaster1.xml" Id="Rd7306bc153104b0c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9df13587276045b6" /><Relationship Type="http://schemas.openxmlformats.org/officeDocument/2006/relationships/notesMaster" Target="/ppt/notesMasters/notesMaster1.xml" Id="R8045aa4c28e34b6f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b04075b7129b4d1f" /><Relationship Type="http://schemas.openxmlformats.org/officeDocument/2006/relationships/notesMaster" Target="/ppt/notesMasters/notesMaster1.xml" Id="Rcca3915564414a21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6c496a01b2c74b54" /><Relationship Type="http://schemas.openxmlformats.org/officeDocument/2006/relationships/notesMaster" Target="/ppt/notesMasters/notesMaster1.xml" Id="R532197d1e5294d41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5ca97b5e61554844" /><Relationship Type="http://schemas.openxmlformats.org/officeDocument/2006/relationships/notesMaster" Target="/ppt/notesMasters/notesMaster1.xml" Id="R911bc309858749a4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674f4b8f0f854822" /><Relationship Type="http://schemas.openxmlformats.org/officeDocument/2006/relationships/notesMaster" Target="/ppt/notesMasters/notesMaster1.xml" Id="R65cc264c8a89407d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55ba5d006b9b4390" /><Relationship Type="http://schemas.openxmlformats.org/officeDocument/2006/relationships/notesMaster" Target="/ppt/notesMasters/notesMaster1.xml" Id="Rb5b180f0c2ff4b15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b4869dce4e394486" /><Relationship Type="http://schemas.openxmlformats.org/officeDocument/2006/relationships/notesMaster" Target="/ppt/notesMasters/notesMaster1.xml" Id="R72fd7d32912b47c1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89b62f08ef5345e9" /><Relationship Type="http://schemas.openxmlformats.org/officeDocument/2006/relationships/notesMaster" Target="/ppt/notesMasters/notesMaster1.xml" Id="Rd0a1e8b10d424644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f2d1387e2a5141b1" /><Relationship Type="http://schemas.openxmlformats.org/officeDocument/2006/relationships/notesMaster" Target="/ppt/notesMasters/notesMaster1.xml" Id="R0838ffa9dc7b409a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9b5610c266f64372" /><Relationship Type="http://schemas.openxmlformats.org/officeDocument/2006/relationships/notesMaster" Target="/ppt/notesMasters/notesMaster1.xml" Id="Re9bc423670984789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19e79da7add54363" /><Relationship Type="http://schemas.openxmlformats.org/officeDocument/2006/relationships/notesMaster" Target="/ppt/notesMasters/notesMaster1.xml" Id="R6d18e0e27ed54b5b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fc1626376ec947c6" /><Relationship Type="http://schemas.openxmlformats.org/officeDocument/2006/relationships/notesMaster" Target="/ppt/notesMasters/notesMaster1.xml" Id="Re84eeb8ce0574481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79c4db03f2884c94" /><Relationship Type="http://schemas.openxmlformats.org/officeDocument/2006/relationships/notesMaster" Target="/ppt/notesMasters/notesMaster1.xml" Id="R5b44f7c2bac34812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d913fa1b57cc49ec" /><Relationship Type="http://schemas.openxmlformats.org/officeDocument/2006/relationships/notesMaster" Target="/ppt/notesMasters/notesMaster1.xml" Id="R5eff895a89254e7b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7952e86c6b564030" /><Relationship Type="http://schemas.openxmlformats.org/officeDocument/2006/relationships/notesMaster" Target="/ppt/notesMasters/notesMaster1.xml" Id="R62c8fc4ca07d429d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f91f3487ca4e4a96" /><Relationship Type="http://schemas.openxmlformats.org/officeDocument/2006/relationships/notesMaster" Target="/ppt/notesMasters/notesMaster1.xml" Id="Rba42525b608a49d0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593e2558ac5e43ab" /><Relationship Type="http://schemas.openxmlformats.org/officeDocument/2006/relationships/notesMaster" Target="/ppt/notesMasters/notesMaster1.xml" Id="R0f11bef65a5e4653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cb806b2a8aea48c9" /><Relationship Type="http://schemas.openxmlformats.org/officeDocument/2006/relationships/notesMaster" Target="/ppt/notesMasters/notesMaster1.xml" Id="R2fedbc5814fd4254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b6901727373e4c34" /><Relationship Type="http://schemas.openxmlformats.org/officeDocument/2006/relationships/notesMaster" Target="/ppt/notesMasters/notesMaster1.xml" Id="R3583d53f719741e1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e2c3c8f357a94a52" /><Relationship Type="http://schemas.openxmlformats.org/officeDocument/2006/relationships/notesMaster" Target="/ppt/notesMasters/notesMaster1.xml" Id="R323304a849864e67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001bfac79fea45d4" /><Relationship Type="http://schemas.openxmlformats.org/officeDocument/2006/relationships/notesMaster" Target="/ppt/notesMasters/notesMaster1.xml" Id="R0e02844dbda8429f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2e288574f8d04fdf" /><Relationship Type="http://schemas.openxmlformats.org/officeDocument/2006/relationships/notesMaster" Target="/ppt/notesMasters/notesMaster1.xml" Id="R722c666520b94f45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ad7d1260a83e4f81" /><Relationship Type="http://schemas.openxmlformats.org/officeDocument/2006/relationships/notesMaster" Target="/ppt/notesMasters/notesMaster1.xml" Id="R7b7f48a6f85e4709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3bccf6f6efdb4b2e" /><Relationship Type="http://schemas.openxmlformats.org/officeDocument/2006/relationships/notesMaster" Target="/ppt/notesMasters/notesMaster1.xml" Id="R716f6423c83f47f3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46b5cc1ee30342cf" /><Relationship Type="http://schemas.openxmlformats.org/officeDocument/2006/relationships/notesMaster" Target="/ppt/notesMasters/notesMaster1.xml" Id="R09d783b3c666438d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d82065e92c664f53" /><Relationship Type="http://schemas.openxmlformats.org/officeDocument/2006/relationships/notesMaster" Target="/ppt/notesMasters/notesMaster1.xml" Id="R214d47f590944d3b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8e14fbe2d2dc4228" /><Relationship Type="http://schemas.openxmlformats.org/officeDocument/2006/relationships/notesMaster" Target="/ppt/notesMasters/notesMaster1.xml" Id="Rff2531f1530e4ec9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1cc099b732184b80" /><Relationship Type="http://schemas.openxmlformats.org/officeDocument/2006/relationships/notesMaster" Target="/ppt/notesMasters/notesMaster1.xml" Id="R43e5a205d2844c6a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bf3641837ad64dd5" /><Relationship Type="http://schemas.openxmlformats.org/officeDocument/2006/relationships/notesMaster" Target="/ppt/notesMasters/notesMaster1.xml" Id="Ra960d27cf2c24277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0932c974a741425a" /><Relationship Type="http://schemas.openxmlformats.org/officeDocument/2006/relationships/notesMaster" Target="/ppt/notesMasters/notesMaster1.xml" Id="Rc846082079bf42b1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e42578fe8a10485f" /><Relationship Type="http://schemas.openxmlformats.org/officeDocument/2006/relationships/notesMaster" Target="/ppt/notesMasters/notesMaster1.xml" Id="R02774dc86c014bbf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759a4159b796449b" /><Relationship Type="http://schemas.openxmlformats.org/officeDocument/2006/relationships/notesMaster" Target="/ppt/notesMasters/notesMaster1.xml" Id="R5e6018e7bab046a7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b0f7c05cf6724216" /><Relationship Type="http://schemas.openxmlformats.org/officeDocument/2006/relationships/notesMaster" Target="/ppt/notesMasters/notesMaster1.xml" Id="R0ef9b5680b924059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7a946e4662944ba7" /><Relationship Type="http://schemas.openxmlformats.org/officeDocument/2006/relationships/notesMaster" Target="/ppt/notesMasters/notesMaster1.xml" Id="R18b4d277a3614688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a38d2963c6314896" /><Relationship Type="http://schemas.openxmlformats.org/officeDocument/2006/relationships/notesMaster" Target="/ppt/notesMasters/notesMaster1.xml" Id="R6bf722a35d204ec6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3d964c8f05174f53" /><Relationship Type="http://schemas.openxmlformats.org/officeDocument/2006/relationships/notesMaster" Target="/ppt/notesMasters/notesMaster1.xml" Id="Rd9b1fbe12096462c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fe6fe31d629a4abf" /><Relationship Type="http://schemas.openxmlformats.org/officeDocument/2006/relationships/notesMaster" Target="/ppt/notesMasters/notesMaster1.xml" Id="Rbc5847d215b24579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80531073a90d468f" /><Relationship Type="http://schemas.openxmlformats.org/officeDocument/2006/relationships/notesMaster" Target="/ppt/notesMasters/notesMaster1.xml" Id="Rdd8aaf4c098648f9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33b425354c68411a" /><Relationship Type="http://schemas.openxmlformats.org/officeDocument/2006/relationships/notesMaster" Target="/ppt/notesMasters/notesMaster1.xml" Id="Ra45000b4290a49d8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92215b830dcf482b" /><Relationship Type="http://schemas.openxmlformats.org/officeDocument/2006/relationships/notesMaster" Target="/ppt/notesMasters/notesMaster1.xml" Id="R6c223bdc825040f5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5296107acf17448b" /><Relationship Type="http://schemas.openxmlformats.org/officeDocument/2006/relationships/notesMaster" Target="/ppt/notesMasters/notesMaster1.xml" Id="Rfd375ab6be364790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bce1ed1539924568" /><Relationship Type="http://schemas.openxmlformats.org/officeDocument/2006/relationships/notesMaster" Target="/ppt/notesMasters/notesMaster1.xml" Id="R95ba3a720b1542fb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4af7dc315ca546ad" /><Relationship Type="http://schemas.openxmlformats.org/officeDocument/2006/relationships/notesMaster" Target="/ppt/notesMasters/notesMaster1.xml" Id="R982f16794e44477b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0934ea6000684058" /><Relationship Type="http://schemas.openxmlformats.org/officeDocument/2006/relationships/notesMaster" Target="/ppt/notesMasters/notesMaster1.xml" Id="R7ff883fb5a284636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62931729a71b45d8" /><Relationship Type="http://schemas.openxmlformats.org/officeDocument/2006/relationships/notesMaster" Target="/ppt/notesMasters/notesMaster1.xml" Id="R9d38eb2b35c2487c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181b9ca2ac3048f6" /><Relationship Type="http://schemas.openxmlformats.org/officeDocument/2006/relationships/notesMaster" Target="/ppt/notesMasters/notesMaster1.xml" Id="Rfc243f8c5b1e4f99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a2f229223b3341c6" /><Relationship Type="http://schemas.openxmlformats.org/officeDocument/2006/relationships/notesMaster" Target="/ppt/notesMasters/notesMaster1.xml" Id="R9b21b53e63b04c30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249801fd309a4427" /><Relationship Type="http://schemas.openxmlformats.org/officeDocument/2006/relationships/notesMaster" Target="/ppt/notesMasters/notesMaster1.xml" Id="Rde6bb03789e04e64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673392135d1c49e8" /><Relationship Type="http://schemas.openxmlformats.org/officeDocument/2006/relationships/notesMaster" Target="/ppt/notesMasters/notesMaster1.xml" Id="R7b487a3e42404d23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2c4d99b4db9b4ccc" /><Relationship Type="http://schemas.openxmlformats.org/officeDocument/2006/relationships/notesMaster" Target="/ppt/notesMasters/notesMaster1.xml" Id="Re5da44e7efe6400f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f995ca07ea4d478f" /><Relationship Type="http://schemas.openxmlformats.org/officeDocument/2006/relationships/notesMaster" Target="/ppt/notesMasters/notesMaster1.xml" Id="Rcf35ff317ad94607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f9c57b6c66b748f4" /><Relationship Type="http://schemas.openxmlformats.org/officeDocument/2006/relationships/notesMaster" Target="/ppt/notesMasters/notesMaster1.xml" Id="R1545b120967b4dfd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fc193751bc9646b5" /><Relationship Type="http://schemas.openxmlformats.org/officeDocument/2006/relationships/notesMaster" Target="/ppt/notesMasters/notesMaster1.xml" Id="Rf4edac2030d74ca1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8f5fad90d0bb46e9" /><Relationship Type="http://schemas.openxmlformats.org/officeDocument/2006/relationships/notesMaster" Target="/ppt/notesMasters/notesMaster1.xml" Id="R78fcdfacafe94cac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2b333580ee8343c6" /><Relationship Type="http://schemas.openxmlformats.org/officeDocument/2006/relationships/notesMaster" Target="/ppt/notesMasters/notesMaster1.xml" Id="R30e827a5223a42d1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79a4584a7fa84c03" /><Relationship Type="http://schemas.openxmlformats.org/officeDocument/2006/relationships/notesMaster" Target="/ppt/notesMasters/notesMaster1.xml" Id="R5af8864358c04e57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32382f44510f4846" /><Relationship Type="http://schemas.openxmlformats.org/officeDocument/2006/relationships/notesMaster" Target="/ppt/notesMasters/notesMaster1.xml" Id="R6f8dc492c72149a3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6c75d905e3504c3f" /><Relationship Type="http://schemas.openxmlformats.org/officeDocument/2006/relationships/notesMaster" Target="/ppt/notesMasters/notesMaster1.xml" Id="Rf8db5364912d4694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033e4baa2828405b" /><Relationship Type="http://schemas.openxmlformats.org/officeDocument/2006/relationships/notesMaster" Target="/ppt/notesMasters/notesMaster1.xml" Id="R2346b2f5fe4642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שיעור המשך לאחר השלמת Advanced Grammar. כעת מיישמים בכתיבה.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הסבירו: כל מבנה נכנס לחיבור משום שהוא מועיל לרעיון. אין צורך לדחוס את כל המבנים לכל משפט.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נושא תרגול מקורי. אין כאן התחייבות לשאלה שתופיע במבחן.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פסקה 1: משפטים 1–2. פסקה 2: 3–4 והרחבה 9. פסקה 3: 5–6 והרחבה 10. פסקה 4: 7–8. המספרים מציינים שלבי כתיבה, לא סדר סופי.</a:t>
            </a:r>
          </a:p>
          <a:p xmlns:a="http://schemas.openxmlformats.org/drawingml/2006/main">
            <a:r>
              <a:t>Source: https://meyda.education.gov.il/sheeloney_bagrut/pitronot_bagrut/2026/6/016582-8-HEB-1400-1600.pdf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הבחינו בין השתתפות במשחק כיתתי לבין בחירת נבחרת תחרותית. הימנעו מחיבור כללי על יתרונות הספורט.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תנו זמן לתכנון. בקשו טענה נגדית אמיתית, לא נימוק נוסף לאותה עמדה.</a:t>
            </a:r>
          </a:p>
          <a:p xmlns:a="http://schemas.openxmlformats.org/drawingml/2006/main">
            <a:r>
              <a:t>Timer is interactive in the HTML version. PPTX shows the time allocation and a link to the live timer.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במודל שלנו פסקת On the one hand מתנגדת לעמדה. פסקת On the other hand חוזרת לתמוך בה.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תכנון לפני כתיבה. 10 שניות, בלי משימה נוספת.</a:t>
            </a:r>
          </a:p>
          <a:p xmlns:a="http://schemas.openxmlformats.org/drawingml/2006/main">
            <a:r>
              <a:t>Original Teachers generated cat illustration, reused for this lesson with new grammar context. Silent GIF, 6 cycles of 1.8 seconds.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בקשו שני משפטים נפרדים. אל תכניסו עמדה במשפט הראשון.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משפט פתיחה ניטרלי ואחריו דעה מפורשת. מתקנים רק מה שנחוץ ושומרים על הרעיון של התלמיד.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משפט פתיחה ניטרלי ואחריו דעה מפורשת. מתקנים רק מה שנחוץ ושומרים על הרעיון של התלמיד.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האפשרות השנייה עונה לשאלה על שיתוף תלמידים במשחק. משפט כללי על ספורט אינו מספיק.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האפשרות השנייה עונה לשאלה על שיתוף תלמידים במשחק. משפט כללי על ספורט אינו מספיק.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קשר בין קריאת המשימה לגיבוש עמדה. אפשר לחייך ולהמשיך.</a:t>
            </a:r>
          </a:p>
          <a:p xmlns:a="http://schemas.openxmlformats.org/drawingml/2006/main">
            <a:r>
              <a:t>Original Teachers generated cat illustration, reused for this lesson with new grammar context. Silent GIF, 6 cycles of 1.8 seconds.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לפני משפט 3: חשבו הפוך. לפני משפט 5: חזרו לעמדה. תוספת דוגמה בכל פסקת גוף מפתחת את הטיעון.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Playing together היא הפעילות שעליה מדברים. כל הצירוף משמש נושא יחיד, ולכן helps.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Playing together היא הפעילות שעליה מדברים. כל הצירוף משמש נושא יחיד, ולכן helps.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הבחינו בין Playing helps לבין They are playing. בשני יש פעולה בזמן מתמשך; בשיעור משתמשים בפעילות כשם עצם.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התלמידים אומרים אות ומסבירים לפני החשיפה.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התלמידים אומרים אות ומסבירים לפני החשיפה.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הדגישו: מבנה נוסף שאפשר להשתמש בו לפי הצורך, ולא תוספת חובה לחיבור שלנו.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הדגישו: מבנה נוסף שאפשר להשתמש בו לפי הצורך, ולא תוספת חובה לחיבור שלנו.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 the other hand מתחיל את פסקה 3, והוא משיב לטענה הנגדית שבפסקה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Balancing הוא נושא המשפט. לא חייבים לענות על שאלה בכל הפוגה.</a:t>
            </a:r>
          </a:p>
          <a:p xmlns:a="http://schemas.openxmlformats.org/drawingml/2006/main">
            <a:r>
              <a:t>Original Teachers generated cat illustration, reused for this lesson with new grammar context. Silent GIF, 6 cycles of 1.8 seconds.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Because מחבר סיבה למשפט. אחריו מופיע משפט עם נושא ופועל.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Because מחבר סיבה למשפט. אחריו מופיע משפט עם נושא ופועל.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Therefore מציג תוצאה. כאן הוא פותח משפט חדש ואחריו פסיק.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Therefore מציג תוצאה. כאן הוא פותח משפט חדש ואחריו פסיק.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However מציג ניגוד או הסתייגות. הוא אינו מציג סיבה.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However מציג ניגוד או הסתייגות. הוא אינו מציג סיבה.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דוגמאות הפיסוק כאן מראות דרך בטוחה לתלמידים: However ו־Therefore בתחילת משפט חדש. קיימים גם מבנים תקינים נוספים.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הניגוד בין מכשול קטן לתגובה גדולה ממחיש However.</a:t>
            </a:r>
          </a:p>
          <a:p xmlns:a="http://schemas.openxmlformats.org/drawingml/2006/main">
            <a:r>
              <a:t>Original Teachers generated cat illustration, reused for this lesson with new grammar context. Silent GIF, 6 cycles of 1.8 seconds.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הפתיח המדויק: On the one hand,. הטענה נגדית לעמדת I claim that. משפט If הוא תנאי ראשון. משפט For example הוא הרחבה 9 בתוך אותה פסקה.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משפט פעיל. המוקד הוא במורים שמארגנים.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משפט פעיל. המוקד הוא במורים שמארגנים.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המשמעות נשמרת. שינינו את מוקד המשפט למשחקים. אין צורך ב־by teachers כשהמבצע מובן מההקשר.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המשמעות נשמרת. שינינו את מוקד המשפט למשחקים. אין צורך ב־by teachers כשהמבצע מובן מההקשר.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למשל: games should be organized; every student should be included. המילה should אינה משתנה לפי הנושא.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should be organized הוא מבנה סביל תקין: should + be + V3.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should be organized הוא מבנה סביל תקין: should + be + V3.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צריך גם be וגם V3: should be included. אין להשמיט אחד מהם.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צריך גם be וגם V3: should be included. אין להשמיט אחד מהם.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הדגמה משעשעת של passive: המוקד במה שקרה להודעה.</a:t>
            </a:r>
          </a:p>
          <a:p xmlns:a="http://schemas.openxmlformats.org/drawingml/2006/main">
            <a:r>
              <a:t>Original Teachers generated cat illustration, reused for this lesson with new grammar context. Silent GIF, 6 cycles of 1.8 seconds.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הרגשת ההדרה מהעבר מסבירה למה צריך לפעול כעת. לא מציינים כאן זמן עבר מסוים כגון yesterday.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זהו ניסיון קודם שרלוונטי לטיעון בהווה. הפועל feel מופיע בצורת V3: felt.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זהו ניסיון קודם שרלוונטי לטיעון בהווה. הפועל feel מופיע בצורת V3: felt.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אל תוסיפו תווית הווה/עבר בודדת למשפט הזה: המבנה מחבר ניסיון קודם להווה.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V3 של feel הוא felt. לכן: have felt.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V3 של feel הוא felt. לכן: have felt.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Yesterday מציין זמן עבר שהסתיים. כאן משתמשים ב־Past Simple: felt.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Yesterday מציין זמן עבר שהסתיים. כאן משתמשים ב־Past Simple: felt.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תוצאה עד כה: has climbed. הפוגה קצרה.</a:t>
            </a:r>
          </a:p>
          <a:p xmlns:a="http://schemas.openxmlformats.org/drawingml/2006/main">
            <a:r>
              <a:t>Original Teachers generated cat illustration, reused for this lesson with new grammar context. Silent GIF, 6 cycles of 1.8 seconds.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זו דרך לפתח טיעון, לא רק להדגים נוסחה דקדוקית.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השוואה למבנה שלמדנו בעבר. בחיבור הנוכחי משפט 4 חייב להיות First Conditional.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they מתייחס לתלמידים שהרגישו מודרים. תנו לתלמידים לזהות את השינוי ואת התוצאה לפני התרגום.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they מתייחס לתלמידים שהרגישו מודרים. תנו לתלמידים לזהות את השינוי ואת התוצאה לפני התרגום.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עם If + Past Simple משתמשים כאן ב־would + base verb. הכוונה לתוצאה היפותטית.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עם If + Past Simple משתמשים כאן ב־would + base verb. הכוונה לתוצאה היפותטית.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זהו משפט חלופי למסר עתידי. לא חייבים להכניס לחיבור גם תנאי ראשון וגם תנאי שני.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First Conditional: בחלק של if יש Present Simple; בחלק התוצאה will + base verb.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First Conditional: בחלק של if יש Present Simple; בחלק התוצאה will + base verb.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משפט תנאי דמיוני הקשור לתמונה.</a:t>
            </a:r>
          </a:p>
          <a:p xmlns:a="http://schemas.openxmlformats.org/drawingml/2006/main">
            <a:r>
              <a:t>Original Teachers generated cat illustration, reused for this lesson with new grammar context. Silent GIF, 6 cycles of 1.8 seconds.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בחיבור: If teams include inexperienced players, they will sometimes lose matches because of simple mistakes.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 the other hand מתחיל פסקה חדשה. משפט 5 תומך בעמדה, משפט 6 משתמש ב־Present Perfect, ומשפט 10 מרחיב בתוך הפסקה.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הסדר נקבע לפי ההנחיות. Gerund משתלב באופן טבעי במשפט התמיכה ובהרחבה.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Although כבר מציג ניגוד. לא מוסיפים but או so באותו מבנה.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Although כבר מציג ניגוד. לא מוסיפים but או so באותו מבנה.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משפט 7 מסכם את העמדה. משפט 8 מוסיף המלצה בסביל. שני המשפטים באותה פסקת סיום.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משפט 7 מסכם את העמדה. משפט 8 מוסיף המלצה בסביל. שני המשפטים באותה פסקת סיום.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מחזיר לנושא של שיתוף פעולה ולזמן perfect.</a:t>
            </a:r>
          </a:p>
          <a:p xmlns:a="http://schemas.openxmlformats.org/drawingml/2006/main">
            <a:r>
              <a:t>Original Teachers generated cat illustration, reused for this lesson with new grammar context. Silent GIF, 6 cycles of 1.8 seconds.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משפט פתיחה בלי דעה</a:t>
            </a:r>
          </a:p>
          <a:p xmlns:a="http://schemas.openxmlformats.org/drawingml/2006/main">
            <a:r>
              <a:t>סופרים רק את הטקסט שנכתב. הפסקאות הריקות הן מקומות שמורים, ולא פסקאות נוספות.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משפט דעה: I claim that</a:t>
            </a:r>
          </a:p>
          <a:p xmlns:a="http://schemas.openxmlformats.org/drawingml/2006/main">
            <a:r>
              <a:t>סופרים רק את הטקסט שנכתב. הפסקאות הריקות הן מקומות שמורים, ולא פסקאות נוספות.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טענה נגדית: חשבו הפוך</a:t>
            </a:r>
          </a:p>
          <a:p xmlns:a="http://schemas.openxmlformats.org/drawingml/2006/main">
            <a:r>
              <a:t>סופרים רק את הטקסט שנכתב. הפסקאות הריקות הן מקומות שמורים, ולא פסקאות נוספות. לפני משפט 3 חושבים הפוך.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תנאי ראשון שמפתח את הטענה הנגדית</a:t>
            </a:r>
          </a:p>
          <a:p xmlns:a="http://schemas.openxmlformats.org/drawingml/2006/main">
            <a:r>
              <a:t>סופרים רק את הטקסט שנכתב. הפסקאות הריקות הן מקומות שמורים, ולא פסקאות נוספות.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תמיכה: חוזרים לעמדה שלנו</a:t>
            </a:r>
          </a:p>
          <a:p xmlns:a="http://schemas.openxmlformats.org/drawingml/2006/main">
            <a:r>
              <a:t>סופרים רק את הטקסט שנכתב. הפסקאות הריקות הן מקומות שמורים, ולא פסקאות נוספות. לפני משפט 5 חוזרים לעמדה שלנו.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ניסיון קודם ב־Present Perfect</a:t>
            </a:r>
          </a:p>
          <a:p xmlns:a="http://schemas.openxmlformats.org/drawingml/2006/main">
            <a:r>
              <a:t>סופרים רק את הטקסט שנכתב. הפסקאות הריקות הן מקומות שמורים, ולא פסקאות נוספות.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מסקנה</a:t>
            </a:r>
          </a:p>
          <a:p xmlns:a="http://schemas.openxmlformats.org/drawingml/2006/main">
            <a:r>
              <a:t>סופרים רק את הטקסט שנכתב. הפסקאות הריקות הן מקומות שמורים, ולא פסקאות נוספות.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המלצה בסביל</a:t>
            </a:r>
          </a:p>
          <a:p xmlns:a="http://schemas.openxmlformats.org/drawingml/2006/main">
            <a:r>
              <a:t>סופרים רק את הטקסט שנכתב. הפסקאות הריקות הן מקומות שמורים, ולא פסקאות נוספות.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הרחבה בתוך פסקה 2</a:t>
            </a:r>
          </a:p>
          <a:p xmlns:a="http://schemas.openxmlformats.org/drawingml/2006/main">
            <a:r>
              <a:t>סופרים רק את הטקסט שנכתב. הפסקאות הריקות הן מקומות שמורים, ולא פסקאות נוספות.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הרחבה בתוך פסקה 3</a:t>
            </a:r>
          </a:p>
          <a:p xmlns:a="http://schemas.openxmlformats.org/drawingml/2006/main">
            <a:r>
              <a:t>סופרים רק את הטקסט שנכתב. הפסקאות הריקות הן מקומות שמורים, ולא פסקאות נוספות.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הנושא: Should every student have a chance to take part in class sports games, regardless of ability?</a:t>
            </a:r>
          </a:p>
          <a:p xmlns:a="http://schemas.openxmlformats.org/drawingml/2006/main">
            <a:r>
              <a:t>סדר הקריאה הסופי: 1,2 / 3,4,9 / 5,6,10 / 7,8. עשרת המספרים מציינים שלבי כתיבה. סופרים מילים בלי הכותרת והנושא.</a:t>
            </a:r>
          </a:p>
          <a:p xmlns:a="http://schemas.openxmlformats.org/drawingml/2006/main">
            <a:r>
              <a:t>Source: https://meyda.education.gov.il/sheeloney_bagrut/pitronot_bagrut/2026/6/016582-8-HEB-1400-1600.pdf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בדקו שהפתיחה והדעה הם שני משפטים נפרדים.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משפט ההרחבה 9 נכנס אחרי משפט 4 בפסקה השנייה. אין פסקה חמישית.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משפט ההרחבה 10 נכנס אחרי משפט 6 בפסקה השלישית.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מסקנה שנובעת מהדיון בשני הצדדים וחוזרת לעמדה המקורית.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חשיפה קצרה של present perfect passive. אין צורך ללמד מבנה חדש כעת.</a:t>
            </a:r>
          </a:p>
          <a:p xmlns:a="http://schemas.openxmlformats.org/drawingml/2006/main">
            <a:r>
              <a:t>Original Teachers generated cat illustration, reused for this lesson with new grammar context. Silent GIF, 6 cycles of 1.8 seconds.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זהו נושא מתוך הרשימה שסיימון מסר. אין לתת חיבור מוכן על נושא התלמיד.</a:t>
            </a:r>
          </a:p>
          <a:p xmlns:a="http://schemas.openxmlformats.org/drawingml/2006/main">
            <a:r>
              <a:t>Timer is interactive in the HTML version. PPTX shows the time allocation and a link to the live timer.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אלה פתיחים ניטרליים. התלמיד קובע את הטענה ואת הרעיונות. הדוגמאות הבאות משתמשות בנושא קבוע אחר: גיל לקבלת טלפון.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תנו לכל תלמיד לבחור מבנה שהוא מבין. בקשו משפט עם משמעות ברורה, לא דוגמה מנותקת.</a:t>
            </a:r>
          </a:p>
          <a:p xmlns:a="http://schemas.openxmlformats.org/drawingml/2006/main">
            <a:r>
              <a:t>Timer is interactive in the HTML version. PPTX shows the time allocation and a link to the live timer.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נושא הדוגמה הקבוע: From what age should children have their own cellphone? הנושא של התלמיד הוא Should teenagers have an after-school job? אל תחליפו את נושא הדוגמה בזמן התרגול.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נושא הדוגמה הקבוע: From what age should children have their own cellphone? הנושא של התלמיד הוא Should teenagers have an after-school job? אל תחליפו את נושא הדוגמה בזמן התרגול.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כמו בדיקת חיבור: לפעמים הפרט החסר קרוב.</a:t>
            </a:r>
          </a:p>
          <a:p xmlns:a="http://schemas.openxmlformats.org/drawingml/2006/main">
            <a:r>
              <a:t>Original Teachers generated cat illustration, reused for this lesson with new grammar context. Silent GIF, 6 cycles of 1.8 seconds.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הצירוף Playing together הוא נושא יחיד; הפועל הוא helps.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הצירוף Playing together הוא נושא יחיד; הפועל הוא helps.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First Conditional: If + Present Simple, will + base verb. בחיבור זהו משפט 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First Conditional: If + Present Simple, will + base verb. בחיבור זהו משפט 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ודאו שגם הטענה הנגדית מפותחת. סופרים מילים אחרי כל תוספת. אין לסיים מתחת ל־120 מילים.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לפי הנחיות התרגול, לא משתמשים ב־good או ב־important. אין צורך לדחוס את כל החלופות לחיבור אחד.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זוכרים להרחיב רעיון באמצעות דוגמה, בלי להעמיס מילים.</a:t>
            </a:r>
          </a:p>
          <a:p xmlns:a="http://schemas.openxmlformats.org/drawingml/2006/main">
            <a:r>
              <a:t>Original Teachers generated cat illustration, reused for this lesson with new grammar context. Silent GIF, 6 cycles of 1.8 seconds.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תנו משוב מינימלי אחרי כל משפט. הציגו החיבור עד עכשיו וספירת מילים. משפטים 9–10 נכנסים לגוף, לא לפסקאות חדשות. אין לסיים מתחת ל־120 מילים.</a:t>
            </a:r>
          </a:p>
          <a:p xmlns:a="http://schemas.openxmlformats.org/drawingml/2006/main">
            <a:r>
              <a:t>Timer is interactive in the HTML version. PPTX shows the time allocation and a link to the live timer.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הטווח: 120–140. לא מוסיפים פסקה חמישית ולא מסיימים מתחת ל־120. מתקנים תחילה תוכן ואז שפה.</a:t>
            </a:r>
          </a:p>
          <a:p xmlns:a="http://schemas.openxmlformats.org/drawingml/2006/main">
            <a:r>
              <a:t>Timer is interactive in the HTML version. PPTX shows the time allocation and a link to the live timer.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משפט 2: I claim that. משפט 4: תנאי ראשון. משפט 6: Present Perfect. משפט 8: סביל. אלה הוראות התרגול של סיימון.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חזרה לנושא החיבור: הכללה, חברות ומתן הזדמנות.</a:t>
            </a:r>
          </a:p>
          <a:p xmlns:a="http://schemas.openxmlformats.org/drawingml/2006/main">
            <a:r>
              <a:t>Original Teachers generated cat illustration, reused for this lesson with new grammar context. Silent GIF, 6 cycles of 1.8 seconds.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החיבור מתחזק כשהטיעון ברור והשפה מדויקת ומתאימה למשמעות.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החיבור מתחזק כשהטיעון ברור והשפה מדויקת ומתאימה למשמעות.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סיום רק לאחר שהחיבור עומד באורך ובמבנה. שמרו טיוטה וגרסה מתוקנת להשוואה.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29dd1920c3472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84f646ebac0499a" /><Relationship Type="http://schemas.openxmlformats.org/officeDocument/2006/relationships/slideLayout" Target="/ppt/slideLayouts/slideLayout1.xml" Id="R5839200d6172474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39200d6172474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384d7d8cfd44b0" /><Relationship Type="http://schemas.openxmlformats.org/officeDocument/2006/relationships/hyperlink" Target="https://simonh68.github.io/teachers/grade11/five-units/" TargetMode="External" Id="R04265d674bef488c" /><Relationship Type="http://schemas.openxmlformats.org/officeDocument/2006/relationships/notesSlide" Target="/ppt/notesSlides/notesSlide1.xml" Id="Rca49f7e493ac438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a11675e09b4524" /><Relationship Type="http://schemas.openxmlformats.org/officeDocument/2006/relationships/hyperlink" Target="https://simonh68.github.io/teachers/grade11/five-units/" TargetMode="External" Id="R061f2b5db15844d0" /><Relationship Type="http://schemas.openxmlformats.org/officeDocument/2006/relationships/notesSlide" Target="/ppt/notesSlides/notesSlide2.xml" Id="Rc20f5d465e544b8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6560d4e91d4b57" /><Relationship Type="http://schemas.openxmlformats.org/officeDocument/2006/relationships/hyperlink" Target="https://simonh68.github.io/teachers/grade11/five-units/" TargetMode="External" Id="R329bc05be89d4319" /><Relationship Type="http://schemas.openxmlformats.org/officeDocument/2006/relationships/notesSlide" Target="/ppt/notesSlides/notesSlide3.xml" Id="R8e5d85b3bfca45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b22cbe26b54fa0" /><Relationship Type="http://schemas.openxmlformats.org/officeDocument/2006/relationships/hyperlink" Target="https://simonh68.github.io/teachers/grade11/five-units/" TargetMode="External" Id="Rcad0c281988449af" /><Relationship Type="http://schemas.openxmlformats.org/officeDocument/2006/relationships/notesSlide" Target="/ppt/notesSlides/notesSlide4.xml" Id="Re85d1dc5f13042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20f5bbbbb841f2" /><Relationship Type="http://schemas.openxmlformats.org/officeDocument/2006/relationships/hyperlink" Target="https://simonh68.github.io/teachers/grade11/five-units/" TargetMode="External" Id="R25152c77121f44d9" /><Relationship Type="http://schemas.openxmlformats.org/officeDocument/2006/relationships/notesSlide" Target="/ppt/notesSlides/notesSlide5.xml" Id="R4559268cb73b444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92bb1d6cc403e" /><Relationship Type="http://schemas.openxmlformats.org/officeDocument/2006/relationships/hyperlink" Target="https://simonh68.github.io/teachers/grade11/five-units/" TargetMode="External" Id="Rfa4ef0c50ac0419f" /><Relationship Type="http://schemas.openxmlformats.org/officeDocument/2006/relationships/hyperlink" Target="https://simonh68.github.io/teachers/grade11/grammar-in-an-essay/#slide-6" TargetMode="External" Id="Rd7ef81fed0c8410e" /><Relationship Type="http://schemas.openxmlformats.org/officeDocument/2006/relationships/notesSlide" Target="/ppt/notesSlides/notesSlide6.xml" Id="R99570b0a2dfa4da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7601b67f9d4aba" /><Relationship Type="http://schemas.openxmlformats.org/officeDocument/2006/relationships/hyperlink" Target="https://simonh68.github.io/teachers/grade11/five-units/" TargetMode="External" Id="R2f6a2f8a2e414969" /><Relationship Type="http://schemas.openxmlformats.org/officeDocument/2006/relationships/notesSlide" Target="/ppt/notesSlides/notesSlide7.xml" Id="R19877a7328854a8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f85eaf856b44ff" /><Relationship Type="http://schemas.openxmlformats.org/officeDocument/2006/relationships/hyperlink" Target="https://simonh68.github.io/teachers/grade11/five-units/" TargetMode="External" Id="Rf920e039ee7441c1" /><Relationship Type="http://schemas.openxmlformats.org/officeDocument/2006/relationships/image" Target="/ppt/media/image.gif" Id="Ra828108a33d04609" /><Relationship Type="http://schemas.openxmlformats.org/officeDocument/2006/relationships/notesSlide" Target="/ppt/notesSlides/notesSlide8.xml" Id="R6ef5c9eeae4348d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9ba664d6314b95" /><Relationship Type="http://schemas.openxmlformats.org/officeDocument/2006/relationships/hyperlink" Target="https://simonh68.github.io/teachers/grade11/five-units/" TargetMode="External" Id="R36a21f4f1c5748e1" /><Relationship Type="http://schemas.openxmlformats.org/officeDocument/2006/relationships/notesSlide" Target="/ppt/notesSlides/notesSlide9.xml" Id="Rf92d8531cb094a7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ae43fd27fa46e5" /><Relationship Type="http://schemas.openxmlformats.org/officeDocument/2006/relationships/hyperlink" Target="https://simonh68.github.io/teachers/grade11/five-units/" TargetMode="External" Id="Rf2522767f9934b9f" /><Relationship Type="http://schemas.openxmlformats.org/officeDocument/2006/relationships/notesSlide" Target="/ppt/notesSlides/notesSlide10.xml" Id="R9440482af35f481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fd41bf4a3141bd" /><Relationship Type="http://schemas.openxmlformats.org/officeDocument/2006/relationships/hyperlink" Target="https://simonh68.github.io/teachers/grade11/five-units/" TargetMode="External" Id="R5a132f3fcae145c6" /><Relationship Type="http://schemas.openxmlformats.org/officeDocument/2006/relationships/notesSlide" Target="/ppt/notesSlides/notesSlide11.xml" Id="R16c55f163ab946b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4cc0efbf644598" /><Relationship Type="http://schemas.openxmlformats.org/officeDocument/2006/relationships/hyperlink" Target="https://simonh68.github.io/teachers/grade11/five-units/" TargetMode="External" Id="R6868f685e4554df0" /><Relationship Type="http://schemas.openxmlformats.org/officeDocument/2006/relationships/notesSlide" Target="/ppt/notesSlides/notesSlide12.xml" Id="Rd773fb5fda0f422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2040bd6cff43d5" /><Relationship Type="http://schemas.openxmlformats.org/officeDocument/2006/relationships/hyperlink" Target="https://simonh68.github.io/teachers/grade11/five-units/" TargetMode="External" Id="Re51e3c1b39cf4c64" /><Relationship Type="http://schemas.openxmlformats.org/officeDocument/2006/relationships/notesSlide" Target="/ppt/notesSlides/notesSlide13.xml" Id="R5dc915f0d2524b8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a54c9f7fb34e3b" /><Relationship Type="http://schemas.openxmlformats.org/officeDocument/2006/relationships/hyperlink" Target="https://simonh68.github.io/teachers/grade11/five-units/" TargetMode="External" Id="R2f59baf501ba4292" /><Relationship Type="http://schemas.openxmlformats.org/officeDocument/2006/relationships/image" Target="/ppt/media/image2.gif" Id="R840ef64539ba4ce1" /><Relationship Type="http://schemas.openxmlformats.org/officeDocument/2006/relationships/notesSlide" Target="/ppt/notesSlides/notesSlide14.xml" Id="R0656115a948d405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a796894e5b4e82" /><Relationship Type="http://schemas.openxmlformats.org/officeDocument/2006/relationships/hyperlink" Target="https://simonh68.github.io/teachers/grade11/five-units/" TargetMode="External" Id="R2108bebe144646ae" /><Relationship Type="http://schemas.openxmlformats.org/officeDocument/2006/relationships/notesSlide" Target="/ppt/notesSlides/notesSlide15.xml" Id="R1e3c30ab79ef40d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6271b4873b46ac" /><Relationship Type="http://schemas.openxmlformats.org/officeDocument/2006/relationships/hyperlink" Target="https://simonh68.github.io/teachers/grade11/five-units/" TargetMode="External" Id="R89a460a19ddc40a3" /><Relationship Type="http://schemas.openxmlformats.org/officeDocument/2006/relationships/notesSlide" Target="/ppt/notesSlides/notesSlide16.xml" Id="Re576625cc11c435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305f7773734dc8" /><Relationship Type="http://schemas.openxmlformats.org/officeDocument/2006/relationships/hyperlink" Target="https://simonh68.github.io/teachers/grade11/five-units/" TargetMode="External" Id="Rd370964a3192464c" /><Relationship Type="http://schemas.openxmlformats.org/officeDocument/2006/relationships/notesSlide" Target="/ppt/notesSlides/notesSlide17.xml" Id="R40d4f8fb567e42a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c1fe31b28c4422" /><Relationship Type="http://schemas.openxmlformats.org/officeDocument/2006/relationships/hyperlink" Target="https://simonh68.github.io/teachers/grade11/five-units/" TargetMode="External" Id="R07525a39002e4ff0" /><Relationship Type="http://schemas.openxmlformats.org/officeDocument/2006/relationships/notesSlide" Target="/ppt/notesSlides/notesSlide18.xml" Id="R0bb5430793324e9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3496481c54298" /><Relationship Type="http://schemas.openxmlformats.org/officeDocument/2006/relationships/hyperlink" Target="https://simonh68.github.io/teachers/grade11/five-units/" TargetMode="External" Id="R344619585f9e4a1f" /><Relationship Type="http://schemas.openxmlformats.org/officeDocument/2006/relationships/notesSlide" Target="/ppt/notesSlides/notesSlide19.xml" Id="Rbf9846667aa0401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1d7c87362f4427" /><Relationship Type="http://schemas.openxmlformats.org/officeDocument/2006/relationships/hyperlink" Target="https://simonh68.github.io/teachers/grade11/five-units/" TargetMode="External" Id="R2ee1d62ba03c408e" /><Relationship Type="http://schemas.openxmlformats.org/officeDocument/2006/relationships/notesSlide" Target="/ppt/notesSlides/notesSlide20.xml" Id="Ra586367559c84bf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13560351974cd3" /><Relationship Type="http://schemas.openxmlformats.org/officeDocument/2006/relationships/hyperlink" Target="https://simonh68.github.io/teachers/grade11/five-units/" TargetMode="External" Id="Ra9bb9ba71cea4cd9" /><Relationship Type="http://schemas.openxmlformats.org/officeDocument/2006/relationships/notesSlide" Target="/ppt/notesSlides/notesSlide21.xml" Id="R94950e67395b4cc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7018bb3ee242ac" /><Relationship Type="http://schemas.openxmlformats.org/officeDocument/2006/relationships/hyperlink" Target="https://simonh68.github.io/teachers/grade11/five-units/" TargetMode="External" Id="Rada0f6a3fb69491e" /><Relationship Type="http://schemas.openxmlformats.org/officeDocument/2006/relationships/notesSlide" Target="/ppt/notesSlides/notesSlide22.xml" Id="R466d9fff22724a5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96d028d69446ff" /><Relationship Type="http://schemas.openxmlformats.org/officeDocument/2006/relationships/hyperlink" Target="https://simonh68.github.io/teachers/grade11/five-units/" TargetMode="External" Id="R718655f37a204bc8" /><Relationship Type="http://schemas.openxmlformats.org/officeDocument/2006/relationships/notesSlide" Target="/ppt/notesSlides/notesSlide23.xml" Id="R1d298442307d4b2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dcd4b97e764056" /><Relationship Type="http://schemas.openxmlformats.org/officeDocument/2006/relationships/hyperlink" Target="https://simonh68.github.io/teachers/grade11/five-units/" TargetMode="External" Id="R0b7332f6503f4a40" /><Relationship Type="http://schemas.openxmlformats.org/officeDocument/2006/relationships/image" Target="/ppt/media/image3.gif" Id="R5a9f4e6dced04be8" /><Relationship Type="http://schemas.openxmlformats.org/officeDocument/2006/relationships/notesSlide" Target="/ppt/notesSlides/notesSlide24.xml" Id="Rd6ae7b85a882482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e974c0002c424c" /><Relationship Type="http://schemas.openxmlformats.org/officeDocument/2006/relationships/hyperlink" Target="https://simonh68.github.io/teachers/grade11/five-units/" TargetMode="External" Id="R711ac639ac9249b6" /><Relationship Type="http://schemas.openxmlformats.org/officeDocument/2006/relationships/notesSlide" Target="/ppt/notesSlides/notesSlide25.xml" Id="R261fa927305c4c5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53f358eeb84b15" /><Relationship Type="http://schemas.openxmlformats.org/officeDocument/2006/relationships/hyperlink" Target="https://simonh68.github.io/teachers/grade11/five-units/" TargetMode="External" Id="R9e0f3f32e6da4d6b" /><Relationship Type="http://schemas.openxmlformats.org/officeDocument/2006/relationships/notesSlide" Target="/ppt/notesSlides/notesSlide26.xml" Id="R3afc014dd6654b7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062ae62a9c4c1f" /><Relationship Type="http://schemas.openxmlformats.org/officeDocument/2006/relationships/hyperlink" Target="https://simonh68.github.io/teachers/grade11/five-units/" TargetMode="External" Id="Re6c4e8ea10f04184" /><Relationship Type="http://schemas.openxmlformats.org/officeDocument/2006/relationships/notesSlide" Target="/ppt/notesSlides/notesSlide27.xml" Id="Rb58cb7163ba6479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75b20c1f234d79" /><Relationship Type="http://schemas.openxmlformats.org/officeDocument/2006/relationships/hyperlink" Target="https://simonh68.github.io/teachers/grade11/five-units/" TargetMode="External" Id="Reb0f34e6bea846b4" /><Relationship Type="http://schemas.openxmlformats.org/officeDocument/2006/relationships/notesSlide" Target="/ppt/notesSlides/notesSlide28.xml" Id="R925e46530c504bc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8d1f808e2744a0" /><Relationship Type="http://schemas.openxmlformats.org/officeDocument/2006/relationships/hyperlink" Target="https://simonh68.github.io/teachers/grade11/five-units/" TargetMode="External" Id="R8222d0501ece4944" /><Relationship Type="http://schemas.openxmlformats.org/officeDocument/2006/relationships/notesSlide" Target="/ppt/notesSlides/notesSlide29.xml" Id="R2773b169506c4c2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086b86467243dc" /><Relationship Type="http://schemas.openxmlformats.org/officeDocument/2006/relationships/hyperlink" Target="https://simonh68.github.io/teachers/grade11/five-units/" TargetMode="External" Id="Rbe70c73fc8d24ee9" /><Relationship Type="http://schemas.openxmlformats.org/officeDocument/2006/relationships/notesSlide" Target="/ppt/notesSlides/notesSlide30.xml" Id="Re62ebca23d9d404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8f012c534454a" /><Relationship Type="http://schemas.openxmlformats.org/officeDocument/2006/relationships/hyperlink" Target="https://simonh68.github.io/teachers/grade11/five-units/" TargetMode="External" Id="R9761c40d42cc4034" /><Relationship Type="http://schemas.openxmlformats.org/officeDocument/2006/relationships/notesSlide" Target="/ppt/notesSlides/notesSlide31.xml" Id="Rbbc1096235dc4a47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d474b51c8346e7" /><Relationship Type="http://schemas.openxmlformats.org/officeDocument/2006/relationships/hyperlink" Target="https://simonh68.github.io/teachers/grade11/five-units/" TargetMode="External" Id="Rb5a1db6acc8349dd" /><Relationship Type="http://schemas.openxmlformats.org/officeDocument/2006/relationships/image" Target="/ppt/media/image4.gif" Id="R6b6b3ea3f9c94893" /><Relationship Type="http://schemas.openxmlformats.org/officeDocument/2006/relationships/notesSlide" Target="/ppt/notesSlides/notesSlide32.xml" Id="R8b71f4191e13402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3ac55ede83405d" /><Relationship Type="http://schemas.openxmlformats.org/officeDocument/2006/relationships/hyperlink" Target="https://simonh68.github.io/teachers/grade11/five-units/" TargetMode="External" Id="R3b32cf5c675642c5" /><Relationship Type="http://schemas.openxmlformats.org/officeDocument/2006/relationships/notesSlide" Target="/ppt/notesSlides/notesSlide33.xml" Id="Rffe6ac08729840d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5479d15731419b" /><Relationship Type="http://schemas.openxmlformats.org/officeDocument/2006/relationships/hyperlink" Target="https://simonh68.github.io/teachers/grade11/five-units/" TargetMode="External" Id="R070fdb9c446647e3" /><Relationship Type="http://schemas.openxmlformats.org/officeDocument/2006/relationships/notesSlide" Target="/ppt/notesSlides/notesSlide34.xml" Id="R09d922c76ca94fb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d0a700eb16469e" /><Relationship Type="http://schemas.openxmlformats.org/officeDocument/2006/relationships/hyperlink" Target="https://simonh68.github.io/teachers/grade11/five-units/" TargetMode="External" Id="R1a27fe0370464b50" /><Relationship Type="http://schemas.openxmlformats.org/officeDocument/2006/relationships/notesSlide" Target="/ppt/notesSlides/notesSlide35.xml" Id="R89911f73147e45e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4482aceee04f9a" /><Relationship Type="http://schemas.openxmlformats.org/officeDocument/2006/relationships/hyperlink" Target="https://simonh68.github.io/teachers/grade11/five-units/" TargetMode="External" Id="R69cc07482fed4c1d" /><Relationship Type="http://schemas.openxmlformats.org/officeDocument/2006/relationships/notesSlide" Target="/ppt/notesSlides/notesSlide36.xml" Id="Rdc6b97a56c42458d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8a1f9fad74091" /><Relationship Type="http://schemas.openxmlformats.org/officeDocument/2006/relationships/hyperlink" Target="https://simonh68.github.io/teachers/grade11/five-units/" TargetMode="External" Id="R52f6c04fb6674f45" /><Relationship Type="http://schemas.openxmlformats.org/officeDocument/2006/relationships/notesSlide" Target="/ppt/notesSlides/notesSlide37.xml" Id="R439f4eb689094d9b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89cc2a37414061" /><Relationship Type="http://schemas.openxmlformats.org/officeDocument/2006/relationships/hyperlink" Target="https://simonh68.github.io/teachers/grade11/five-units/" TargetMode="External" Id="Re960ca0c0c3a4631" /><Relationship Type="http://schemas.openxmlformats.org/officeDocument/2006/relationships/notesSlide" Target="/ppt/notesSlides/notesSlide38.xml" Id="Rafa3a7df82054169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cf14e4334344fc" /><Relationship Type="http://schemas.openxmlformats.org/officeDocument/2006/relationships/hyperlink" Target="https://simonh68.github.io/teachers/grade11/five-units/" TargetMode="External" Id="R66b404f7a0304e9b" /><Relationship Type="http://schemas.openxmlformats.org/officeDocument/2006/relationships/notesSlide" Target="/ppt/notesSlides/notesSlide39.xml" Id="R8687771a5f264ac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1b845f5f348b3" /><Relationship Type="http://schemas.openxmlformats.org/officeDocument/2006/relationships/hyperlink" Target="https://simonh68.github.io/teachers/grade11/five-units/" TargetMode="External" Id="Ra5707837db164c53" /><Relationship Type="http://schemas.openxmlformats.org/officeDocument/2006/relationships/notesSlide" Target="/ppt/notesSlides/notesSlide40.xml" Id="Redfaefbd8adb417d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04ac75fe9942e6" /><Relationship Type="http://schemas.openxmlformats.org/officeDocument/2006/relationships/hyperlink" Target="https://simonh68.github.io/teachers/grade11/five-units/" TargetMode="External" Id="Rb6ddb604ee784390" /><Relationship Type="http://schemas.openxmlformats.org/officeDocument/2006/relationships/notesSlide" Target="/ppt/notesSlides/notesSlide41.xml" Id="Re28c0229925d47c0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59c5de1702446f" /><Relationship Type="http://schemas.openxmlformats.org/officeDocument/2006/relationships/hyperlink" Target="https://simonh68.github.io/teachers/grade11/five-units/" TargetMode="External" Id="Rebb014308c0e4c1a" /><Relationship Type="http://schemas.openxmlformats.org/officeDocument/2006/relationships/notesSlide" Target="/ppt/notesSlides/notesSlide42.xml" Id="R94a0ca43de2d457e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be6ec59f2a4025" /><Relationship Type="http://schemas.openxmlformats.org/officeDocument/2006/relationships/hyperlink" Target="https://simonh68.github.io/teachers/grade11/five-units/" TargetMode="External" Id="R1c422fe5b6fe4a37" /><Relationship Type="http://schemas.openxmlformats.org/officeDocument/2006/relationships/image" Target="/ppt/media/image5.gif" Id="Re5063f5cb73c4850" /><Relationship Type="http://schemas.openxmlformats.org/officeDocument/2006/relationships/notesSlide" Target="/ppt/notesSlides/notesSlide43.xml" Id="Re7c1a05ce40745d9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e9bb90b0e64e8b" /><Relationship Type="http://schemas.openxmlformats.org/officeDocument/2006/relationships/hyperlink" Target="https://simonh68.github.io/teachers/grade11/five-units/" TargetMode="External" Id="R033c507da5d04787" /><Relationship Type="http://schemas.openxmlformats.org/officeDocument/2006/relationships/notesSlide" Target="/ppt/notesSlides/notesSlide44.xml" Id="Rf2c0c044de464379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5079d7063a4e6e" /><Relationship Type="http://schemas.openxmlformats.org/officeDocument/2006/relationships/hyperlink" Target="https://simonh68.github.io/teachers/grade11/five-units/" TargetMode="External" Id="Rc63649078ae8449d" /><Relationship Type="http://schemas.openxmlformats.org/officeDocument/2006/relationships/notesSlide" Target="/ppt/notesSlides/notesSlide45.xml" Id="Rc12486dec49947a4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47dfcf21834066" /><Relationship Type="http://schemas.openxmlformats.org/officeDocument/2006/relationships/hyperlink" Target="https://simonh68.github.io/teachers/grade11/five-units/" TargetMode="External" Id="R95bd162c7c3c465e" /><Relationship Type="http://schemas.openxmlformats.org/officeDocument/2006/relationships/notesSlide" Target="/ppt/notesSlides/notesSlide46.xml" Id="R3060ebfc583d4f0c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5f8c4cbc443e3" /><Relationship Type="http://schemas.openxmlformats.org/officeDocument/2006/relationships/hyperlink" Target="https://simonh68.github.io/teachers/grade11/five-units/" TargetMode="External" Id="R7e4ecf431e644f3b" /><Relationship Type="http://schemas.openxmlformats.org/officeDocument/2006/relationships/notesSlide" Target="/ppt/notesSlides/notesSlide47.xml" Id="R657a694f94984186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1b89f61d694b67" /><Relationship Type="http://schemas.openxmlformats.org/officeDocument/2006/relationships/hyperlink" Target="https://simonh68.github.io/teachers/grade11/five-units/" TargetMode="External" Id="R71a5dd76fe14438d" /><Relationship Type="http://schemas.openxmlformats.org/officeDocument/2006/relationships/notesSlide" Target="/ppt/notesSlides/notesSlide48.xml" Id="R201b3cc4ac564fa8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e9f72a21e9482f" /><Relationship Type="http://schemas.openxmlformats.org/officeDocument/2006/relationships/hyperlink" Target="https://simonh68.github.io/teachers/grade11/five-units/" TargetMode="External" Id="Rc88dd0394a33457a" /><Relationship Type="http://schemas.openxmlformats.org/officeDocument/2006/relationships/notesSlide" Target="/ppt/notesSlides/notesSlide49.xml" Id="Rfae5b9487195407d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40f14488e54e2e" /><Relationship Type="http://schemas.openxmlformats.org/officeDocument/2006/relationships/hyperlink" Target="https://simonh68.github.io/teachers/grade11/five-units/" TargetMode="External" Id="R0fb84c6e21244aae" /><Relationship Type="http://schemas.openxmlformats.org/officeDocument/2006/relationships/notesSlide" Target="/ppt/notesSlides/notesSlide50.xml" Id="Rd10a98f0f0d34ea6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41f4e641814578" /><Relationship Type="http://schemas.openxmlformats.org/officeDocument/2006/relationships/hyperlink" Target="https://simonh68.github.io/teachers/grade11/five-units/" TargetMode="External" Id="Re8bd97ada8c34fb8" /><Relationship Type="http://schemas.openxmlformats.org/officeDocument/2006/relationships/notesSlide" Target="/ppt/notesSlides/notesSlide51.xml" Id="Rfd0311889aef4f4e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0f63b91f3b4666" /><Relationship Type="http://schemas.openxmlformats.org/officeDocument/2006/relationships/hyperlink" Target="https://simonh68.github.io/teachers/grade11/five-units/" TargetMode="External" Id="R0efcf0ad774a4bf3" /><Relationship Type="http://schemas.openxmlformats.org/officeDocument/2006/relationships/image" Target="/ppt/media/image6.gif" Id="R5843e9bb62b04999" /><Relationship Type="http://schemas.openxmlformats.org/officeDocument/2006/relationships/notesSlide" Target="/ppt/notesSlides/notesSlide52.xml" Id="R72fd2fe52a3645de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479d57b4f24524" /><Relationship Type="http://schemas.openxmlformats.org/officeDocument/2006/relationships/hyperlink" Target="https://simonh68.github.io/teachers/grade11/five-units/" TargetMode="External" Id="Ra45fe9379c7b40ed" /><Relationship Type="http://schemas.openxmlformats.org/officeDocument/2006/relationships/notesSlide" Target="/ppt/notesSlides/notesSlide53.xml" Id="Rc516c1a4d3324816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ab1365055043ca" /><Relationship Type="http://schemas.openxmlformats.org/officeDocument/2006/relationships/hyperlink" Target="https://simonh68.github.io/teachers/grade11/five-units/" TargetMode="External" Id="R84b8aa7bf5c843c0" /><Relationship Type="http://schemas.openxmlformats.org/officeDocument/2006/relationships/notesSlide" Target="/ppt/notesSlides/notesSlide54.xml" Id="R235a133fb23b431a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1c50fd8a2c400f" /><Relationship Type="http://schemas.openxmlformats.org/officeDocument/2006/relationships/hyperlink" Target="https://simonh68.github.io/teachers/grade11/five-units/" TargetMode="External" Id="Rc45a8a3cebb047ba" /><Relationship Type="http://schemas.openxmlformats.org/officeDocument/2006/relationships/notesSlide" Target="/ppt/notesSlides/notesSlide55.xml" Id="R1101bda40b804758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6a1a2601d54b78" /><Relationship Type="http://schemas.openxmlformats.org/officeDocument/2006/relationships/hyperlink" Target="https://simonh68.github.io/teachers/grade11/five-units/" TargetMode="External" Id="R3cfa8eb045b14778" /><Relationship Type="http://schemas.openxmlformats.org/officeDocument/2006/relationships/notesSlide" Target="/ppt/notesSlides/notesSlide56.xml" Id="R2cb3f5787dc84174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2a6bf917a4636" /><Relationship Type="http://schemas.openxmlformats.org/officeDocument/2006/relationships/hyperlink" Target="https://simonh68.github.io/teachers/grade11/five-units/" TargetMode="External" Id="R28fde9bf79044b04" /><Relationship Type="http://schemas.openxmlformats.org/officeDocument/2006/relationships/notesSlide" Target="/ppt/notesSlides/notesSlide57.xml" Id="R874f880efd7b4479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0efe36399e4667" /><Relationship Type="http://schemas.openxmlformats.org/officeDocument/2006/relationships/hyperlink" Target="https://simonh68.github.io/teachers/grade11/five-units/" TargetMode="External" Id="R7a830c2da9f54a86" /><Relationship Type="http://schemas.openxmlformats.org/officeDocument/2006/relationships/notesSlide" Target="/ppt/notesSlides/notesSlide58.xml" Id="R2e7ceab120ad4e51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71e3f58bdb4605" /><Relationship Type="http://schemas.openxmlformats.org/officeDocument/2006/relationships/hyperlink" Target="https://simonh68.github.io/teachers/grade11/five-units/" TargetMode="External" Id="Ra02be8b23515495e" /><Relationship Type="http://schemas.openxmlformats.org/officeDocument/2006/relationships/notesSlide" Target="/ppt/notesSlides/notesSlide59.xml" Id="R1d7ce639e8ff4a27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6188bc95764399" /><Relationship Type="http://schemas.openxmlformats.org/officeDocument/2006/relationships/hyperlink" Target="https://simonh68.github.io/teachers/grade11/five-units/" TargetMode="External" Id="R9ddc6fab8ac24496" /><Relationship Type="http://schemas.openxmlformats.org/officeDocument/2006/relationships/notesSlide" Target="/ppt/notesSlides/notesSlide60.xml" Id="R4b571f9b1c584985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e8a033b5414f70" /><Relationship Type="http://schemas.openxmlformats.org/officeDocument/2006/relationships/hyperlink" Target="https://simonh68.github.io/teachers/grade11/five-units/" TargetMode="External" Id="R2366bf40bfdc43c3" /><Relationship Type="http://schemas.openxmlformats.org/officeDocument/2006/relationships/notesSlide" Target="/ppt/notesSlides/notesSlide61.xml" Id="R7f500c4b666a4a38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0ce20aa26e49fb" /><Relationship Type="http://schemas.openxmlformats.org/officeDocument/2006/relationships/hyperlink" Target="https://simonh68.github.io/teachers/grade11/five-units/" TargetMode="External" Id="R10753215ae5547ff" /><Relationship Type="http://schemas.openxmlformats.org/officeDocument/2006/relationships/image" Target="/ppt/media/image7.gif" Id="R7ff3a4b7ce404ddb" /><Relationship Type="http://schemas.openxmlformats.org/officeDocument/2006/relationships/notesSlide" Target="/ppt/notesSlides/notesSlide62.xml" Id="Rb5b0a60accc84758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596e5eb2d64834" /><Relationship Type="http://schemas.openxmlformats.org/officeDocument/2006/relationships/hyperlink" Target="https://simonh68.github.io/teachers/grade11/five-units/" TargetMode="External" Id="Rad7cf4d50de449e9" /><Relationship Type="http://schemas.openxmlformats.org/officeDocument/2006/relationships/notesSlide" Target="/ppt/notesSlides/notesSlide63.xml" Id="R2e42f1002ad849a3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feacc822054cd0" /><Relationship Type="http://schemas.openxmlformats.org/officeDocument/2006/relationships/hyperlink" Target="https://simonh68.github.io/teachers/grade11/five-units/" TargetMode="External" Id="Re797dc1425594385" /><Relationship Type="http://schemas.openxmlformats.org/officeDocument/2006/relationships/notesSlide" Target="/ppt/notesSlides/notesSlide64.xml" Id="R66be1158d15c477c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9ed8be8f4e423b" /><Relationship Type="http://schemas.openxmlformats.org/officeDocument/2006/relationships/hyperlink" Target="https://simonh68.github.io/teachers/grade11/five-units/" TargetMode="External" Id="R7b01c512cc40429f" /><Relationship Type="http://schemas.openxmlformats.org/officeDocument/2006/relationships/notesSlide" Target="/ppt/notesSlides/notesSlide65.xml" Id="R194e04f6d6c64f12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8eb59ec8ac4e86" /><Relationship Type="http://schemas.openxmlformats.org/officeDocument/2006/relationships/hyperlink" Target="https://simonh68.github.io/teachers/grade11/five-units/" TargetMode="External" Id="R795459e94dde4202" /><Relationship Type="http://schemas.openxmlformats.org/officeDocument/2006/relationships/notesSlide" Target="/ppt/notesSlides/notesSlide66.xml" Id="Ra67b1acda7e447d6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aad11fc51b4dc0" /><Relationship Type="http://schemas.openxmlformats.org/officeDocument/2006/relationships/hyperlink" Target="https://simonh68.github.io/teachers/grade11/five-units/" TargetMode="External" Id="R62e95b4fc3c84e47" /><Relationship Type="http://schemas.openxmlformats.org/officeDocument/2006/relationships/notesSlide" Target="/ppt/notesSlides/notesSlide67.xml" Id="Rf1e99398a19a4be2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8965adc1eb44c5" /><Relationship Type="http://schemas.openxmlformats.org/officeDocument/2006/relationships/hyperlink" Target="https://simonh68.github.io/teachers/grade11/five-units/" TargetMode="External" Id="R75f737ce156a4d4e" /><Relationship Type="http://schemas.openxmlformats.org/officeDocument/2006/relationships/notesSlide" Target="/ppt/notesSlides/notesSlide68.xml" Id="Recae83a6ed29480d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f73bb21d74196" /><Relationship Type="http://schemas.openxmlformats.org/officeDocument/2006/relationships/hyperlink" Target="https://simonh68.github.io/teachers/grade11/five-units/" TargetMode="External" Id="R7d4c9b7f4a324aad" /><Relationship Type="http://schemas.openxmlformats.org/officeDocument/2006/relationships/notesSlide" Target="/ppt/notesSlides/notesSlide69.xml" Id="R117a3b6d91274bda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1d43d2d33b498a" /><Relationship Type="http://schemas.openxmlformats.org/officeDocument/2006/relationships/hyperlink" Target="https://simonh68.github.io/teachers/grade11/five-units/" TargetMode="External" Id="Rea3792b3beb74cf3" /><Relationship Type="http://schemas.openxmlformats.org/officeDocument/2006/relationships/image" Target="/ppt/media/image8.gif" Id="R01d83c623ab845c1" /><Relationship Type="http://schemas.openxmlformats.org/officeDocument/2006/relationships/notesSlide" Target="/ppt/notesSlides/notesSlide70.xml" Id="R4afd4aa81b584e42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c3fc20178345d6" /><Relationship Type="http://schemas.openxmlformats.org/officeDocument/2006/relationships/hyperlink" Target="https://simonh68.github.io/teachers/grade11/five-units/" TargetMode="External" Id="Rb324542a520f444e" /><Relationship Type="http://schemas.openxmlformats.org/officeDocument/2006/relationships/notesSlide" Target="/ppt/notesSlides/notesSlide71.xml" Id="R4bd67ca4f19b4d6c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245e289c914f36" /><Relationship Type="http://schemas.openxmlformats.org/officeDocument/2006/relationships/hyperlink" Target="https://simonh68.github.io/teachers/grade11/five-units/" TargetMode="External" Id="R7b6a126543ce4018" /><Relationship Type="http://schemas.openxmlformats.org/officeDocument/2006/relationships/notesSlide" Target="/ppt/notesSlides/notesSlide72.xml" Id="Ra6ca9687d8944436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507e44e9e84548" /><Relationship Type="http://schemas.openxmlformats.org/officeDocument/2006/relationships/hyperlink" Target="https://simonh68.github.io/teachers/grade11/five-units/" TargetMode="External" Id="Ref3e9fe671a14594" /><Relationship Type="http://schemas.openxmlformats.org/officeDocument/2006/relationships/notesSlide" Target="/ppt/notesSlides/notesSlide73.xml" Id="R56dee9130c514a78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33db683a6041c2" /><Relationship Type="http://schemas.openxmlformats.org/officeDocument/2006/relationships/hyperlink" Target="https://simonh68.github.io/teachers/grade11/five-units/" TargetMode="External" Id="Rd0fcfae4922145d1" /><Relationship Type="http://schemas.openxmlformats.org/officeDocument/2006/relationships/notesSlide" Target="/ppt/notesSlides/notesSlide74.xml" Id="R49f8f6197ea84186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e746e7ce54d09" /><Relationship Type="http://schemas.openxmlformats.org/officeDocument/2006/relationships/hyperlink" Target="https://simonh68.github.io/teachers/grade11/five-units/" TargetMode="External" Id="R287a03db5b034e46" /><Relationship Type="http://schemas.openxmlformats.org/officeDocument/2006/relationships/notesSlide" Target="/ppt/notesSlides/notesSlide75.xml" Id="R0cb4c61606a044f0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3f2edaf5b4701" /><Relationship Type="http://schemas.openxmlformats.org/officeDocument/2006/relationships/hyperlink" Target="https://simonh68.github.io/teachers/grade11/five-units/" TargetMode="External" Id="Rf4e23d619ed841ff" /><Relationship Type="http://schemas.openxmlformats.org/officeDocument/2006/relationships/notesSlide" Target="/ppt/notesSlides/notesSlide76.xml" Id="Rb1df8f89c19a4598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ce03c091ea4cb5" /><Relationship Type="http://schemas.openxmlformats.org/officeDocument/2006/relationships/hyperlink" Target="https://simonh68.github.io/teachers/grade11/five-units/" TargetMode="External" Id="Rafc4751eafeb4c71" /><Relationship Type="http://schemas.openxmlformats.org/officeDocument/2006/relationships/notesSlide" Target="/ppt/notesSlides/notesSlide77.xml" Id="R551fd2616e6d4c5d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1918d73b204d38" /><Relationship Type="http://schemas.openxmlformats.org/officeDocument/2006/relationships/hyperlink" Target="https://simonh68.github.io/teachers/grade11/five-units/" TargetMode="External" Id="R4b3f41b98f134c6a" /><Relationship Type="http://schemas.openxmlformats.org/officeDocument/2006/relationships/notesSlide" Target="/ppt/notesSlides/notesSlide78.xml" Id="Rdf441bdd95854ea5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84b0287ca34717" /><Relationship Type="http://schemas.openxmlformats.org/officeDocument/2006/relationships/hyperlink" Target="https://simonh68.github.io/teachers/grade11/five-units/" TargetMode="External" Id="Read29986665345eb" /><Relationship Type="http://schemas.openxmlformats.org/officeDocument/2006/relationships/notesSlide" Target="/ppt/notesSlides/notesSlide79.xml" Id="Ra7856eee05cd4176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a46528db104c45" /><Relationship Type="http://schemas.openxmlformats.org/officeDocument/2006/relationships/hyperlink" Target="https://simonh68.github.io/teachers/grade11/five-units/" TargetMode="External" Id="Rf18a0bf622de4961" /><Relationship Type="http://schemas.openxmlformats.org/officeDocument/2006/relationships/notesSlide" Target="/ppt/notesSlides/notesSlide80.xml" Id="Ra99943d2122d4a7e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cc0594c6b2408e" /><Relationship Type="http://schemas.openxmlformats.org/officeDocument/2006/relationships/hyperlink" Target="https://simonh68.github.io/teachers/grade11/five-units/" TargetMode="External" Id="Rbf238a52ed244312" /><Relationship Type="http://schemas.openxmlformats.org/officeDocument/2006/relationships/notesSlide" Target="/ppt/notesSlides/notesSlide81.xml" Id="R3df36e635a0849a9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d996196974da3" /><Relationship Type="http://schemas.openxmlformats.org/officeDocument/2006/relationships/hyperlink" Target="https://simonh68.github.io/teachers/grade11/five-units/" TargetMode="External" Id="R95a42f486ef94235" /><Relationship Type="http://schemas.openxmlformats.org/officeDocument/2006/relationships/notesSlide" Target="/ppt/notesSlides/notesSlide82.xml" Id="R2990e84cf09d49db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f2b8b234404032" /><Relationship Type="http://schemas.openxmlformats.org/officeDocument/2006/relationships/hyperlink" Target="https://simonh68.github.io/teachers/grade11/five-units/" TargetMode="External" Id="R4982175128eb449d" /><Relationship Type="http://schemas.openxmlformats.org/officeDocument/2006/relationships/notesSlide" Target="/ppt/notesSlides/notesSlide83.xml" Id="Rd872bb6f994444fd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80c2dd4e08412a" /><Relationship Type="http://schemas.openxmlformats.org/officeDocument/2006/relationships/hyperlink" Target="https://simonh68.github.io/teachers/grade11/five-units/" TargetMode="External" Id="R444ebdfcf21247f7" /><Relationship Type="http://schemas.openxmlformats.org/officeDocument/2006/relationships/notesSlide" Target="/ppt/notesSlides/notesSlide84.xml" Id="R4b76105e51b64689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f8d14d743542d6" /><Relationship Type="http://schemas.openxmlformats.org/officeDocument/2006/relationships/hyperlink" Target="https://simonh68.github.io/teachers/grade11/five-units/" TargetMode="External" Id="R889a249caeaf47e1" /><Relationship Type="http://schemas.openxmlformats.org/officeDocument/2006/relationships/notesSlide" Target="/ppt/notesSlides/notesSlide85.xml" Id="R9f35d4aa29b049dd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b8b30aaa2f4e7d" /><Relationship Type="http://schemas.openxmlformats.org/officeDocument/2006/relationships/hyperlink" Target="https://simonh68.github.io/teachers/grade11/five-units/" TargetMode="External" Id="Rdcf1dbf9e8bd476b" /><Relationship Type="http://schemas.openxmlformats.org/officeDocument/2006/relationships/notesSlide" Target="/ppt/notesSlides/notesSlide86.xml" Id="R5766d412c0944c25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c3bdf320f248f7" /><Relationship Type="http://schemas.openxmlformats.org/officeDocument/2006/relationships/hyperlink" Target="https://simonh68.github.io/teachers/grade11/five-units/" TargetMode="External" Id="Ra3375b50db8c477b" /><Relationship Type="http://schemas.openxmlformats.org/officeDocument/2006/relationships/notesSlide" Target="/ppt/notesSlides/notesSlide87.xml" Id="R3a7cd1c3cb6e499b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b5472495e64931" /><Relationship Type="http://schemas.openxmlformats.org/officeDocument/2006/relationships/hyperlink" Target="https://simonh68.github.io/teachers/grade11/five-units/" TargetMode="External" Id="R167eea425ced4a15" /><Relationship Type="http://schemas.openxmlformats.org/officeDocument/2006/relationships/image" Target="/ppt/media/image9.gif" Id="Rc0ccca46fd23435f" /><Relationship Type="http://schemas.openxmlformats.org/officeDocument/2006/relationships/notesSlide" Target="/ppt/notesSlides/notesSlide88.xml" Id="R52e0e3a4bda6454c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f0e6b38ac84e5c" /><Relationship Type="http://schemas.openxmlformats.org/officeDocument/2006/relationships/hyperlink" Target="https://simonh68.github.io/teachers/grade11/five-units/" TargetMode="External" Id="R7ec54731ba2244c4" /><Relationship Type="http://schemas.openxmlformats.org/officeDocument/2006/relationships/hyperlink" Target="https://simonh68.github.io/teachers/grade11/grammar-in-an-essay/#slide-89" TargetMode="External" Id="Rf8d67ea5eed14f6a" /><Relationship Type="http://schemas.openxmlformats.org/officeDocument/2006/relationships/notesSlide" Target="/ppt/notesSlides/notesSlide89.xml" Id="Re2c4ea21755c4ca2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7564ccad9c4b03" /><Relationship Type="http://schemas.openxmlformats.org/officeDocument/2006/relationships/hyperlink" Target="https://simonh68.github.io/teachers/grade11/five-units/" TargetMode="External" Id="R3ec2d00711e342a7" /><Relationship Type="http://schemas.openxmlformats.org/officeDocument/2006/relationships/notesSlide" Target="/ppt/notesSlides/notesSlide90.xml" Id="Rbe08125d428042a0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4c069e0b49439c" /><Relationship Type="http://schemas.openxmlformats.org/officeDocument/2006/relationships/hyperlink" Target="https://simonh68.github.io/teachers/grade11/five-units/" TargetMode="External" Id="R4d7152ca197044e1" /><Relationship Type="http://schemas.openxmlformats.org/officeDocument/2006/relationships/hyperlink" Target="https://simonh68.github.io/teachers/grade11/grammar-in-an-essay/#slide-91" TargetMode="External" Id="Red88d0e5bc594720" /><Relationship Type="http://schemas.openxmlformats.org/officeDocument/2006/relationships/notesSlide" Target="/ppt/notesSlides/notesSlide91.xml" Id="R98cb9789dfcd4926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e84d7906764e57" /><Relationship Type="http://schemas.openxmlformats.org/officeDocument/2006/relationships/hyperlink" Target="https://simonh68.github.io/teachers/grade11/five-units/" TargetMode="External" Id="R33df6b0ee41044d2" /><Relationship Type="http://schemas.openxmlformats.org/officeDocument/2006/relationships/notesSlide" Target="/ppt/notesSlides/notesSlide92.xml" Id="R474d14eb8a004fad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2ad458b04f4e7f" /><Relationship Type="http://schemas.openxmlformats.org/officeDocument/2006/relationships/hyperlink" Target="https://simonh68.github.io/teachers/grade11/five-units/" TargetMode="External" Id="R7fe057bc7c344969" /><Relationship Type="http://schemas.openxmlformats.org/officeDocument/2006/relationships/notesSlide" Target="/ppt/notesSlides/notesSlide93.xml" Id="Rf8fcc927dd4d43f5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a8dd404f94e66" /><Relationship Type="http://schemas.openxmlformats.org/officeDocument/2006/relationships/hyperlink" Target="https://simonh68.github.io/teachers/grade11/five-units/" TargetMode="External" Id="R2334e302f01c46b3" /><Relationship Type="http://schemas.openxmlformats.org/officeDocument/2006/relationships/image" Target="/ppt/media/image10.gif" Id="Rcd954393e0fc4005" /><Relationship Type="http://schemas.openxmlformats.org/officeDocument/2006/relationships/notesSlide" Target="/ppt/notesSlides/notesSlide94.xml" Id="Rb4c877ea1fac40d5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7ebed751c44f34" /><Relationship Type="http://schemas.openxmlformats.org/officeDocument/2006/relationships/hyperlink" Target="https://simonh68.github.io/teachers/grade11/five-units/" TargetMode="External" Id="R2e965dc2798248e3" /><Relationship Type="http://schemas.openxmlformats.org/officeDocument/2006/relationships/notesSlide" Target="/ppt/notesSlides/notesSlide95.xml" Id="R1c6f8dd7b81a4e01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f41713be64456f" /><Relationship Type="http://schemas.openxmlformats.org/officeDocument/2006/relationships/hyperlink" Target="https://simonh68.github.io/teachers/grade11/five-units/" TargetMode="External" Id="Rc697e4fb82f64a5c" /><Relationship Type="http://schemas.openxmlformats.org/officeDocument/2006/relationships/notesSlide" Target="/ppt/notesSlides/notesSlide96.xml" Id="R5b269d656aab425c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c274a3c94744eb" /><Relationship Type="http://schemas.openxmlformats.org/officeDocument/2006/relationships/hyperlink" Target="https://simonh68.github.io/teachers/grade11/five-units/" TargetMode="External" Id="R09955af01ef14332" /><Relationship Type="http://schemas.openxmlformats.org/officeDocument/2006/relationships/notesSlide" Target="/ppt/notesSlides/notesSlide97.xml" Id="R4afdec87411f496a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e3adde443d4f77" /><Relationship Type="http://schemas.openxmlformats.org/officeDocument/2006/relationships/hyperlink" Target="https://simonh68.github.io/teachers/grade11/five-units/" TargetMode="External" Id="R9354074ac76a43d5" /><Relationship Type="http://schemas.openxmlformats.org/officeDocument/2006/relationships/notesSlide" Target="/ppt/notesSlides/notesSlide98.xml" Id="Ra5a43b89d0bc4ad0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d9ed4ca5cd469c" /><Relationship Type="http://schemas.openxmlformats.org/officeDocument/2006/relationships/hyperlink" Target="https://simonh68.github.io/teachers/grade11/five-units/" TargetMode="External" Id="R71b137d2fd734a98" /><Relationship Type="http://schemas.openxmlformats.org/officeDocument/2006/relationships/notesSlide" Target="/ppt/notesSlides/notesSlide99.xml" Id="R096efca7edb44445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aed9c9042c46fd" /><Relationship Type="http://schemas.openxmlformats.org/officeDocument/2006/relationships/hyperlink" Target="https://simonh68.github.io/teachers/grade11/five-units/" TargetMode="External" Id="R0e25168cb36c4e8e" /><Relationship Type="http://schemas.openxmlformats.org/officeDocument/2006/relationships/notesSlide" Target="/ppt/notesSlides/notesSlide100.xml" Id="R81bd0af317e24709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45f7b638c04ee0" /><Relationship Type="http://schemas.openxmlformats.org/officeDocument/2006/relationships/hyperlink" Target="https://simonh68.github.io/teachers/grade11/five-units/" TargetMode="External" Id="R8d399d4ad18e48f8" /><Relationship Type="http://schemas.openxmlformats.org/officeDocument/2006/relationships/image" Target="/ppt/media/image11.gif" Id="Ra09444e37ab845dd" /><Relationship Type="http://schemas.openxmlformats.org/officeDocument/2006/relationships/notesSlide" Target="/ppt/notesSlides/notesSlide101.xml" Id="R496edcab91a941af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18cefa6d8843cf" /><Relationship Type="http://schemas.openxmlformats.org/officeDocument/2006/relationships/hyperlink" Target="https://simonh68.github.io/teachers/grade11/five-units/" TargetMode="External" Id="R92cb8ab9a5094961" /><Relationship Type="http://schemas.openxmlformats.org/officeDocument/2006/relationships/hyperlink" Target="https://simonh68.github.io/teachers/grade11/grammar-in-an-essay/#slide-102" TargetMode="External" Id="Rdc09b20b388340a7" /><Relationship Type="http://schemas.openxmlformats.org/officeDocument/2006/relationships/notesSlide" Target="/ppt/notesSlides/notesSlide102.xml" Id="Re67300e83f564038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bbce5ac9444f76" /><Relationship Type="http://schemas.openxmlformats.org/officeDocument/2006/relationships/hyperlink" Target="https://simonh68.github.io/teachers/grade11/five-units/" TargetMode="External" Id="R50e1113ab4094e82" /><Relationship Type="http://schemas.openxmlformats.org/officeDocument/2006/relationships/hyperlink" Target="https://simonh68.github.io/teachers/grade11/grammar-in-an-essay/#slide-103" TargetMode="External" Id="R7e562165f7e84413" /><Relationship Type="http://schemas.openxmlformats.org/officeDocument/2006/relationships/notesSlide" Target="/ppt/notesSlides/notesSlide103.xml" Id="Red6c866947d74212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0b175205a1434e" /><Relationship Type="http://schemas.openxmlformats.org/officeDocument/2006/relationships/hyperlink" Target="https://simonh68.github.io/teachers/grade11/five-units/" TargetMode="External" Id="Rb32f2d91da044d40" /><Relationship Type="http://schemas.openxmlformats.org/officeDocument/2006/relationships/notesSlide" Target="/ppt/notesSlides/notesSlide104.xml" Id="R21c718f3c1734917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7df47eb641486b" /><Relationship Type="http://schemas.openxmlformats.org/officeDocument/2006/relationships/hyperlink" Target="https://simonh68.github.io/teachers/grade11/five-units/" TargetMode="External" Id="R03b9c65ef4974056" /><Relationship Type="http://schemas.openxmlformats.org/officeDocument/2006/relationships/image" Target="/ppt/media/image12.gif" Id="R06eb1029230c4c94" /><Relationship Type="http://schemas.openxmlformats.org/officeDocument/2006/relationships/notesSlide" Target="/ppt/notesSlides/notesSlide105.xml" Id="R93cd21ff223e4a15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b14b259777451f" /><Relationship Type="http://schemas.openxmlformats.org/officeDocument/2006/relationships/hyperlink" Target="https://simonh68.github.io/teachers/grade11/five-units/" TargetMode="External" Id="R21be063f867a4e2c" /><Relationship Type="http://schemas.openxmlformats.org/officeDocument/2006/relationships/notesSlide" Target="/ppt/notesSlides/notesSlide106.xml" Id="Rabaa51a96ac54ee5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1795bdf2fa4d4f" /><Relationship Type="http://schemas.openxmlformats.org/officeDocument/2006/relationships/hyperlink" Target="https://simonh68.github.io/teachers/grade11/five-units/" TargetMode="External" Id="R68e0e46a30054104" /><Relationship Type="http://schemas.openxmlformats.org/officeDocument/2006/relationships/notesSlide" Target="/ppt/notesSlides/notesSlide107.xml" Id="Rb4977c5c6b03400c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b3108ccd5f4b7f" /><Relationship Type="http://schemas.openxmlformats.org/officeDocument/2006/relationships/hyperlink" Target="https://simonh68.github.io/teachers/grade11/five-units/" TargetMode="External" Id="Ref147296652b433e" /><Relationship Type="http://schemas.openxmlformats.org/officeDocument/2006/relationships/notesSlide" Target="/ppt/notesSlides/notesSlide108.xml" Id="R9affc44edf7048a9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1">
            <a:extLst xmlns:a="http://schemas.openxmlformats.org/drawingml/2006/main">
              <a:ext uri="{FF2B5EF4-FFF2-40B4-BE49-F238E27FC236}">
                <a16:creationId xmlns:a16="http://schemas.microsoft.com/office/drawing/2014/main" id="{75182EED-72AA-4B15-94B5-9C20F4686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04265d674bef488c"/>
              </a:rPr>
              <a:t>⌂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0CBEBC53-6CEA-4198-9DF7-E94B94DD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ברוכים הבאים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91F6214F-F23C-4859-94D6-5B7EF570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57400"/>
            <a:ext cx="10668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64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64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ברוכים הבאים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BFAF217D-1042-4F14-A42F-BE38583B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909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3375" b="1" lang="he-IL">
                <a:solidFill>
                  <a:srgbClr val="F7F7F2"/>
                </a:solidFill>
                <a:latin typeface="Heebo"/>
                <a:ea typeface="Heebo"/>
                <a:cs typeface="Heebo"/>
              </a:defRPr>
            </a:pPr>
            <a:r>
              <a:rPr sz="3375" b="1" lang="he-IL">
                <a:solidFill>
                  <a:srgbClr val="F7F7F2"/>
                </a:solidFill>
                <a:latin typeface="Heebo"/>
                <a:ea typeface="Heebo"/>
                <a:cs typeface="Heebo"/>
              </a:rPr>
              <a:t>כיתה י״א · 5 יח״ל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FDC01AE9-8C54-4577-9CD1-5D6404484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3862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700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700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ישיבת בני עקיבא קריית הרצוג</a:t>
            </a:r>
          </a:p>
        </p:txBody>
      </p:sp>
      <p:sp>
        <p:nvSpPr>
          <p:cNvPr id="6" name="text-6">
            <a:extLst xmlns:a="http://schemas.openxmlformats.org/drawingml/2006/main">
              <a:ext uri="{FF2B5EF4-FFF2-40B4-BE49-F238E27FC236}">
                <a16:creationId xmlns:a16="http://schemas.microsoft.com/office/drawing/2014/main" id="{52F5CDD4-EB5C-4905-8550-FA95E9CD0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1 / 108</a:t>
            </a:r>
          </a:p>
        </p:txBody>
      </p:sp>
    </p:spTree>
    <p:extLst>
      <p:ext uri="{BB962C8B-B14F-4D97-AF65-F5344CB8AC3E}">
        <p14:creationId xmlns:p14="http://schemas.microsoft.com/office/powerpoint/2010/main" val="450297124"/>
      </p:ext>
    </p:extLst>
  </p:cSld>
</p:sld>
</file>

<file path=ppt/slides/slide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7">
            <a:extLst xmlns:a="http://schemas.openxmlformats.org/drawingml/2006/main">
              <a:ext uri="{FF2B5EF4-FFF2-40B4-BE49-F238E27FC236}">
                <a16:creationId xmlns:a16="http://schemas.microsoft.com/office/drawing/2014/main" id="{7064991A-CB17-4016-A628-B19C5305B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061f2b5db15844d0"/>
              </a:rPr>
              <a:t>⌂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AE08B11A-CE47-4A73-8473-2D39F9C92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4EE5FF"/>
                </a:solidFill>
                <a:latin typeface="Nunito"/>
                <a:ea typeface="Nunito"/>
                <a:cs typeface="Nunito"/>
              </a:defRPr>
            </a:pPr>
            <a:r>
              <a:rPr sz="21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Advanced Grammar in an Essay</a:t>
            </a:r>
          </a:p>
        </p:txBody>
      </p:sp>
      <p:sp>
        <p:nvSpPr>
          <p:cNvPr id="3" name="text-9">
            <a:extLst xmlns:a="http://schemas.openxmlformats.org/drawingml/2006/main">
              <a:ext uri="{FF2B5EF4-FFF2-40B4-BE49-F238E27FC236}">
                <a16:creationId xmlns:a16="http://schemas.microsoft.com/office/drawing/2014/main" id="{88BF3C07-BC78-414D-B380-581961F97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for-and-against essay with a clear opinion.</a:t>
            </a:r>
          </a:p>
        </p:txBody>
      </p:sp>
      <p:sp>
        <p:nvSpPr>
          <p:cNvPr id="4" name="text-10">
            <a:extLst xmlns:a="http://schemas.openxmlformats.org/drawingml/2006/main">
              <a:ext uri="{FF2B5EF4-FFF2-40B4-BE49-F238E27FC236}">
                <a16:creationId xmlns:a16="http://schemas.microsoft.com/office/drawing/2014/main" id="{903E631C-1817-4182-94A0-2273FB55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ארבע פסקאות: פתיחה ודעה, טענה נגדית, חזרה לעמדה וסיכום.</a:t>
            </a:r>
          </a:p>
        </p:txBody>
      </p:sp>
      <p:sp>
        <p:nvSpPr>
          <p:cNvPr id="5" name="text-11">
            <a:extLst xmlns:a="http://schemas.openxmlformats.org/drawingml/2006/main">
              <a:ext uri="{FF2B5EF4-FFF2-40B4-BE49-F238E27FC236}">
                <a16:creationId xmlns:a16="http://schemas.microsoft.com/office/drawing/2014/main" id="{9D386B7D-69CD-4F07-8710-99F60734F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2 / 108</a:t>
            </a:r>
          </a:p>
        </p:txBody>
      </p:sp>
    </p:spTree>
    <p:extLst>
      <p:ext uri="{BB962C8B-B14F-4D97-AF65-F5344CB8AC3E}">
        <p14:creationId xmlns:p14="http://schemas.microsoft.com/office/powerpoint/2010/main" val="1256652211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12">
            <a:extLst xmlns:a="http://schemas.openxmlformats.org/drawingml/2006/main">
              <a:ext uri="{FF2B5EF4-FFF2-40B4-BE49-F238E27FC236}">
                <a16:creationId xmlns:a16="http://schemas.microsoft.com/office/drawing/2014/main" id="{6965586D-00AA-4F9B-8DB6-E2BE3C45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329bc05be89d4319"/>
              </a:rPr>
              <a:t>⌂</a:t>
            </a:r>
          </a:p>
        </p:txBody>
      </p:sp>
      <p:sp>
        <p:nvSpPr>
          <p:cNvPr id="2" name="title-13">
            <a:extLst xmlns:a="http://schemas.openxmlformats.org/drawingml/2006/main">
              <a:ext uri="{FF2B5EF4-FFF2-40B4-BE49-F238E27FC236}">
                <a16:creationId xmlns:a16="http://schemas.microsoft.com/office/drawing/2014/main" id="{A8CF9978-5DE3-4DDB-BD40-DB0B6D278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4EE5FF"/>
                </a:solidFill>
                <a:latin typeface="Nunito"/>
                <a:ea typeface="Nunito"/>
                <a:cs typeface="Nunito"/>
              </a:defRPr>
            </a:pPr>
            <a:r>
              <a:rPr sz="21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The writing task</a:t>
            </a:r>
          </a:p>
        </p:txBody>
      </p:sp>
      <p:sp>
        <p:nvSpPr>
          <p:cNvPr id="3" name="text-14">
            <a:extLst xmlns:a="http://schemas.openxmlformats.org/drawingml/2006/main">
              <a:ext uri="{FF2B5EF4-FFF2-40B4-BE49-F238E27FC236}">
                <a16:creationId xmlns:a16="http://schemas.microsoft.com/office/drawing/2014/main" id="{3A379D32-3226-446B-B2C5-988849AB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Should every student have a chance to take part in class sports games, regardless of ability?</a:t>
            </a:r>
          </a:p>
        </p:txBody>
      </p:sp>
      <p:sp>
        <p:nvSpPr>
          <p:cNvPr id="4" name="text-15">
            <a:extLst xmlns:a="http://schemas.openxmlformats.org/drawingml/2006/main">
              <a:ext uri="{FF2B5EF4-FFF2-40B4-BE49-F238E27FC236}">
                <a16:creationId xmlns:a16="http://schemas.microsoft.com/office/drawing/2014/main" id="{B5DF8FBA-9DB2-4854-8EEC-78959C7E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הציגו את עמדתכם, בחנו טענה נגדית וחזרו לתמוך בעמדה שלכם.</a:t>
            </a:r>
          </a:p>
        </p:txBody>
      </p:sp>
      <p:sp>
        <p:nvSpPr>
          <p:cNvPr id="5" name="text-16">
            <a:extLst xmlns:a="http://schemas.openxmlformats.org/drawingml/2006/main">
              <a:ext uri="{FF2B5EF4-FFF2-40B4-BE49-F238E27FC236}">
                <a16:creationId xmlns:a16="http://schemas.microsoft.com/office/drawing/2014/main" id="{954AD0FF-91E0-44F1-A877-5762640F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3 / 108</a:t>
            </a:r>
          </a:p>
        </p:txBody>
      </p:sp>
    </p:spTree>
    <p:extLst>
      <p:ext uri="{BB962C8B-B14F-4D97-AF65-F5344CB8AC3E}">
        <p14:creationId xmlns:p14="http://schemas.microsoft.com/office/powerpoint/2010/main" val="1136699431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17">
            <a:extLst xmlns:a="http://schemas.openxmlformats.org/drawingml/2006/main">
              <a:ext uri="{FF2B5EF4-FFF2-40B4-BE49-F238E27FC236}">
                <a16:creationId xmlns:a16="http://schemas.microsoft.com/office/drawing/2014/main" id="{1AB39D35-3EB4-49DF-920C-A51569BA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cad0c281988449af"/>
              </a:rPr>
              <a:t>⌂</a:t>
            </a:r>
          </a:p>
        </p:txBody>
      </p:sp>
      <p:sp>
        <p:nvSpPr>
          <p:cNvPr id="2" name="title-18">
            <a:extLst xmlns:a="http://schemas.openxmlformats.org/drawingml/2006/main">
              <a:ext uri="{FF2B5EF4-FFF2-40B4-BE49-F238E27FC236}">
                <a16:creationId xmlns:a16="http://schemas.microsoft.com/office/drawing/2014/main" id="{5D045869-91F3-4120-B073-D0ABE3A28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מסגרת התרגול</a:t>
            </a:r>
          </a:p>
        </p:txBody>
      </p:sp>
      <p:sp>
        <p:nvSpPr>
          <p:cNvPr id="3" name="text-19">
            <a:extLst xmlns:a="http://schemas.openxmlformats.org/drawingml/2006/main">
              <a:ext uri="{FF2B5EF4-FFF2-40B4-BE49-F238E27FC236}">
                <a16:creationId xmlns:a16="http://schemas.microsoft.com/office/drawing/2014/main" id="{BC938764-5F74-4D11-AD07-3DD86B919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Introduction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On the one hand, ...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On the other hand, ...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In conclusion, ...</a:t>
            </a:r>
          </a:p>
        </p:txBody>
      </p:sp>
      <p:sp>
        <p:nvSpPr>
          <p:cNvPr id="4" name="text-20">
            <a:extLst xmlns:a="http://schemas.openxmlformats.org/drawingml/2006/main">
              <a:ext uri="{FF2B5EF4-FFF2-40B4-BE49-F238E27FC236}">
                <a16:creationId xmlns:a16="http://schemas.microsoft.com/office/drawing/2014/main" id="{612874E6-16FA-4B57-A8B8-E231310C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120–140 מילים. בדיוק ארבע פסקאות. ההרחבות נכנסות לפסקאות הגוף.</a:t>
            </a:r>
          </a:p>
        </p:txBody>
      </p:sp>
      <p:sp>
        <p:nvSpPr>
          <p:cNvPr id="5" name="text-21">
            <a:extLst xmlns:a="http://schemas.openxmlformats.org/drawingml/2006/main">
              <a:ext uri="{FF2B5EF4-FFF2-40B4-BE49-F238E27FC236}">
                <a16:creationId xmlns:a16="http://schemas.microsoft.com/office/drawing/2014/main" id="{8F8641A9-C095-4057-9685-48F19989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4 / 108</a:t>
            </a:r>
          </a:p>
        </p:txBody>
      </p:sp>
    </p:spTree>
    <p:extLst>
      <p:ext uri="{BB962C8B-B14F-4D97-AF65-F5344CB8AC3E}">
        <p14:creationId xmlns:p14="http://schemas.microsoft.com/office/powerpoint/2010/main" val="1185788574"/>
      </p:ext>
    </p:extLst>
  </p:cSld>
</p:sld>
</file>

<file path=ppt/slides/slide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22">
            <a:extLst xmlns:a="http://schemas.openxmlformats.org/drawingml/2006/main">
              <a:ext uri="{FF2B5EF4-FFF2-40B4-BE49-F238E27FC236}">
                <a16:creationId xmlns:a16="http://schemas.microsoft.com/office/drawing/2014/main" id="{A5964969-F71A-448A-9441-3FC29D61D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25152c77121f44d9"/>
              </a:rPr>
              <a:t>⌂</a:t>
            </a:r>
          </a:p>
        </p:txBody>
      </p:sp>
      <p:sp>
        <p:nvSpPr>
          <p:cNvPr id="2" name="title-23">
            <a:extLst xmlns:a="http://schemas.openxmlformats.org/drawingml/2006/main">
              <a:ext uri="{FF2B5EF4-FFF2-40B4-BE49-F238E27FC236}">
                <a16:creationId xmlns:a16="http://schemas.microsoft.com/office/drawing/2014/main" id="{A713E7B0-C80E-47EF-82EF-E4CF52A08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מה בדיוק מבקשים?</a:t>
            </a:r>
          </a:p>
        </p:txBody>
      </p:sp>
      <p:sp>
        <p:nvSpPr>
          <p:cNvPr id="3" name="text-24">
            <a:extLst xmlns:a="http://schemas.openxmlformats.org/drawingml/2006/main">
              <a:ext uri="{FF2B5EF4-FFF2-40B4-BE49-F238E27FC236}">
                <a16:creationId xmlns:a16="http://schemas.microsoft.com/office/drawing/2014/main" id="{469862D7-2432-4245-A47C-374A78D93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Our focus: participation in class games.</a:t>
            </a:r>
          </a:p>
        </p:txBody>
      </p:sp>
      <p:sp>
        <p:nvSpPr>
          <p:cNvPr id="4" name="text-25">
            <a:extLst xmlns:a="http://schemas.openxmlformats.org/drawingml/2006/main">
              <a:ext uri="{FF2B5EF4-FFF2-40B4-BE49-F238E27FC236}">
                <a16:creationId xmlns:a16="http://schemas.microsoft.com/office/drawing/2014/main" id="{7AFFD1B4-1B6D-4B27-AD45-10768DE6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עמדה על שיתוף במשחקי הכיתה, גם כשהיכולת שונה.</a:t>
            </a:r>
          </a:p>
        </p:txBody>
      </p:sp>
      <p:sp>
        <p:nvSpPr>
          <p:cNvPr id="5" name="text-26">
            <a:extLst xmlns:a="http://schemas.openxmlformats.org/drawingml/2006/main">
              <a:ext uri="{FF2B5EF4-FFF2-40B4-BE49-F238E27FC236}">
                <a16:creationId xmlns:a16="http://schemas.microsoft.com/office/drawing/2014/main" id="{5CDBB2AF-2D0E-4B4A-B319-FA0FDDC9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5 / 108</a:t>
            </a:r>
          </a:p>
        </p:txBody>
      </p:sp>
    </p:spTree>
    <p:extLst>
      <p:ext uri="{BB962C8B-B14F-4D97-AF65-F5344CB8AC3E}">
        <p14:creationId xmlns:p14="http://schemas.microsoft.com/office/powerpoint/2010/main" val="1089972874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27">
            <a:extLst xmlns:a="http://schemas.openxmlformats.org/drawingml/2006/main">
              <a:ext uri="{FF2B5EF4-FFF2-40B4-BE49-F238E27FC236}">
                <a16:creationId xmlns:a16="http://schemas.microsoft.com/office/drawing/2014/main" id="{3C964647-D62A-4D3A-86DE-46C1011D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fa4ef0c50ac0419f"/>
              </a:rPr>
              <a:t>⌂</a:t>
            </a:r>
          </a:p>
        </p:txBody>
      </p:sp>
      <p:sp>
        <p:nvSpPr>
          <p:cNvPr id="2" name="title-28">
            <a:extLst xmlns:a="http://schemas.openxmlformats.org/drawingml/2006/main">
              <a:ext uri="{FF2B5EF4-FFF2-40B4-BE49-F238E27FC236}">
                <a16:creationId xmlns:a16="http://schemas.microsoft.com/office/drawing/2014/main" id="{9E708CB6-7201-4212-AE9E-6E1A271DF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תכנון קצר</a:t>
            </a:r>
          </a:p>
        </p:txBody>
      </p:sp>
      <p:sp>
        <p:nvSpPr>
          <p:cNvPr id="3" name="text-29">
            <a:extLst xmlns:a="http://schemas.openxmlformats.org/drawingml/2006/main">
              <a:ext uri="{FF2B5EF4-FFF2-40B4-BE49-F238E27FC236}">
                <a16:creationId xmlns:a16="http://schemas.microsoft.com/office/drawing/2014/main" id="{FBBC4B97-676D-47D7-8435-A21519E2B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62100"/>
            <a:ext cx="10477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3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Plan your opinion, an opposing idea and a supporting idea.</a:t>
            </a:r>
          </a:p>
        </p:txBody>
      </p:sp>
      <p:sp>
        <p:nvSpPr>
          <p:cNvPr id="4" name="text-30">
            <a:extLst xmlns:a="http://schemas.openxmlformats.org/drawingml/2006/main">
              <a:ext uri="{FF2B5EF4-FFF2-40B4-BE49-F238E27FC236}">
                <a16:creationId xmlns:a16="http://schemas.microsoft.com/office/drawing/2014/main" id="{26D9F746-85C7-42AE-9852-08A5622D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10287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32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32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קודם העמדה שלכם. אחר כך חשבו על טענה נגדה ועל תשובה שתומכת בה.</a:t>
            </a:r>
          </a:p>
        </p:txBody>
      </p:sp>
      <p:sp>
        <p:nvSpPr>
          <p:cNvPr id="5" name="text-31">
            <a:extLst xmlns:a="http://schemas.openxmlformats.org/drawingml/2006/main">
              <a:ext uri="{FF2B5EF4-FFF2-40B4-BE49-F238E27FC236}">
                <a16:creationId xmlns:a16="http://schemas.microsoft.com/office/drawing/2014/main" id="{35B3FAC0-CEE9-4A57-BA44-3CB1D461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43400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375" b="1">
                <a:solidFill>
                  <a:srgbClr val="FFC857"/>
                </a:solidFill>
                <a:latin typeface="Nunito"/>
                <a:ea typeface="Nunito"/>
                <a:cs typeface="Nunito"/>
              </a:defRPr>
            </a:pPr>
            <a:r>
              <a:rPr sz="6375" b="1">
                <a:solidFill>
                  <a:srgbClr val="FFC857"/>
                </a:solidFill>
                <a:latin typeface="Nunito"/>
                <a:ea typeface="Nunito"/>
                <a:cs typeface="Nunito"/>
              </a:rPr>
              <a:t>01:30</a:t>
            </a:r>
          </a:p>
        </p:txBody>
      </p:sp>
      <p:sp>
        <p:nvSpPr>
          <p:cNvPr id="6" name="text-32">
            <a:extLst xmlns:a="http://schemas.openxmlformats.org/drawingml/2006/main">
              <a:ext uri="{FF2B5EF4-FFF2-40B4-BE49-F238E27FC236}">
                <a16:creationId xmlns:a16="http://schemas.microsoft.com/office/drawing/2014/main" id="{9317B771-00AD-4F4D-A27E-5EB38A02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53075"/>
            <a:ext cx="1028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8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1800" b="1" lang="he-IL">
                <a:solidFill>
                  <a:srgbClr val="4EE5FF"/>
                </a:solidFill>
                <a:latin typeface="Heebo"/>
                <a:ea typeface="Heebo"/>
                <a:cs typeface="Heebo"/>
                <a:hlinkClick xmlns:r="http://schemas.openxmlformats.org/officeDocument/2006/relationships" r:id="Rd7ef81fed0c8410e"/>
              </a:rPr>
              <a:t>שעון פעיל במצגת באתר</a:t>
            </a:r>
          </a:p>
        </p:txBody>
      </p:sp>
      <p:sp>
        <p:nvSpPr>
          <p:cNvPr id="7" name="text-33">
            <a:extLst xmlns:a="http://schemas.openxmlformats.org/drawingml/2006/main">
              <a:ext uri="{FF2B5EF4-FFF2-40B4-BE49-F238E27FC236}">
                <a16:creationId xmlns:a16="http://schemas.microsoft.com/office/drawing/2014/main" id="{0B1A944D-F65E-49B3-84D2-665EEA38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6 / 108</a:t>
            </a:r>
          </a:p>
        </p:txBody>
      </p:sp>
    </p:spTree>
    <p:extLst>
      <p:ext uri="{BB962C8B-B14F-4D97-AF65-F5344CB8AC3E}">
        <p14:creationId xmlns:p14="http://schemas.microsoft.com/office/powerpoint/2010/main" val="367310119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34">
            <a:extLst xmlns:a="http://schemas.openxmlformats.org/drawingml/2006/main">
              <a:ext uri="{FF2B5EF4-FFF2-40B4-BE49-F238E27FC236}">
                <a16:creationId xmlns:a16="http://schemas.microsoft.com/office/drawing/2014/main" id="{AE675DC2-4AE6-4E29-B0D9-4CF0CD2E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2f6a2f8a2e414969"/>
              </a:rPr>
              <a:t>⌂</a:t>
            </a:r>
          </a:p>
        </p:txBody>
      </p:sp>
      <p:sp>
        <p:nvSpPr>
          <p:cNvPr id="2" name="title-35">
            <a:extLst xmlns:a="http://schemas.openxmlformats.org/drawingml/2006/main">
              <a:ext uri="{FF2B5EF4-FFF2-40B4-BE49-F238E27FC236}">
                <a16:creationId xmlns:a16="http://schemas.microsoft.com/office/drawing/2014/main" id="{CE8A4BA1-CB7B-4573-A6F1-55432CBF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תוכנית לדוגמה</a:t>
            </a:r>
          </a:p>
        </p:txBody>
      </p:sp>
      <p:sp>
        <p:nvSpPr>
          <p:cNvPr id="3" name="text-36">
            <a:extLst xmlns:a="http://schemas.openxmlformats.org/drawingml/2006/main">
              <a:ext uri="{FF2B5EF4-FFF2-40B4-BE49-F238E27FC236}">
                <a16:creationId xmlns:a16="http://schemas.microsoft.com/office/drawing/2014/main" id="{283C59E8-DCC9-42BF-A987-7F7FB20D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Include everyone.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Against: fewer chances to win.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For: confidence and social skills.</a:t>
            </a:r>
          </a:p>
        </p:txBody>
      </p:sp>
      <p:sp>
        <p:nvSpPr>
          <p:cNvPr id="4" name="text-37">
            <a:extLst xmlns:a="http://schemas.openxmlformats.org/drawingml/2006/main">
              <a:ext uri="{FF2B5EF4-FFF2-40B4-BE49-F238E27FC236}">
                <a16:creationId xmlns:a16="http://schemas.microsoft.com/office/drawing/2014/main" id="{03F5C281-C27E-4AAB-B40A-47CAF4657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העמדה: לשתף את כולם. נגד: פגיעה בתחרותיות. בעד: ביטחון וכישורים חברתיים.</a:t>
            </a:r>
          </a:p>
        </p:txBody>
      </p:sp>
      <p:sp>
        <p:nvSpPr>
          <p:cNvPr id="5" name="text-38">
            <a:extLst xmlns:a="http://schemas.openxmlformats.org/drawingml/2006/main">
              <a:ext uri="{FF2B5EF4-FFF2-40B4-BE49-F238E27FC236}">
                <a16:creationId xmlns:a16="http://schemas.microsoft.com/office/drawing/2014/main" id="{CE6F00F7-9682-4E6F-BEF9-709B1B6F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7 / 108</a:t>
            </a:r>
          </a:p>
        </p:txBody>
      </p:sp>
    </p:spTree>
    <p:extLst>
      <p:ext uri="{BB962C8B-B14F-4D97-AF65-F5344CB8AC3E}">
        <p14:creationId xmlns:p14="http://schemas.microsoft.com/office/powerpoint/2010/main" val="1325668147"/>
      </p:ext>
    </p:extLst>
  </p:cSld>
</p:sld>
</file>

<file path=ppt/slides/slide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39">
            <a:extLst xmlns:a="http://schemas.openxmlformats.org/drawingml/2006/main">
              <a:ext uri="{FF2B5EF4-FFF2-40B4-BE49-F238E27FC236}">
                <a16:creationId xmlns:a16="http://schemas.microsoft.com/office/drawing/2014/main" id="{03B8F04B-F479-44C8-BF53-D15943CFD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f920e039ee7441c1"/>
              </a:rPr>
              <a:t>⌂</a:t>
            </a:r>
          </a:p>
        </p:txBody>
      </p:sp>
      <p:sp>
        <p:nvSpPr>
          <p:cNvPr id="2" name="title-40">
            <a:extLst xmlns:a="http://schemas.openxmlformats.org/drawingml/2006/main">
              <a:ext uri="{FF2B5EF4-FFF2-40B4-BE49-F238E27FC236}">
                <a16:creationId xmlns:a16="http://schemas.microsoft.com/office/drawing/2014/main" id="{34480B3D-5932-4EB1-B6BF-93DE26BB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הפוגה קצרה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28108a33d04609"/>
          <a:stretch xmlns:a="http://schemas.openxmlformats.org/drawingml/2006/main"/>
        </p:blipFill>
        <p:spPr>
          <a:xfrm xmlns:a="http://schemas.openxmlformats.org/drawingml/2006/main">
            <a:off x="4286250" y="1304925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4" name="text-41">
            <a:extLst xmlns:a="http://schemas.openxmlformats.org/drawingml/2006/main">
              <a:ext uri="{FF2B5EF4-FFF2-40B4-BE49-F238E27FC236}">
                <a16:creationId xmlns:a16="http://schemas.microsoft.com/office/drawing/2014/main" id="{CD52C11A-AEC4-4983-AA90-F70EF6CB7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C857"/>
                </a:solidFill>
                <a:latin typeface="Nunito"/>
                <a:ea typeface="Nunito"/>
                <a:cs typeface="Nunito"/>
              </a:defRPr>
            </a:pPr>
            <a:r>
              <a:rPr sz="2700" b="1">
                <a:solidFill>
                  <a:srgbClr val="FFC857"/>
                </a:solidFill>
                <a:latin typeface="Nunito"/>
                <a:ea typeface="Nunito"/>
                <a:cs typeface="Nunito"/>
              </a:rPr>
              <a:t>Planning is half the game. Aiming helps too.</a:t>
            </a:r>
          </a:p>
        </p:txBody>
      </p:sp>
      <p:sp>
        <p:nvSpPr>
          <p:cNvPr id="5" name="text-42">
            <a:extLst xmlns:a="http://schemas.openxmlformats.org/drawingml/2006/main">
              <a:ext uri="{FF2B5EF4-FFF2-40B4-BE49-F238E27FC236}">
                <a16:creationId xmlns:a16="http://schemas.microsoft.com/office/drawing/2014/main" id="{781349EE-DFB5-4E2C-B2EA-C9A664E0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8 / 108</a:t>
            </a:r>
          </a:p>
        </p:txBody>
      </p:sp>
    </p:spTree>
    <p:extLst>
      <p:ext uri="{BB962C8B-B14F-4D97-AF65-F5344CB8AC3E}">
        <p14:creationId xmlns:p14="http://schemas.microsoft.com/office/powerpoint/2010/main" val="101268921"/>
      </p:ext>
    </p:extLst>
  </p:cSld>
</p:sld>
</file>

<file path=ppt/slides/slide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43">
            <a:extLst xmlns:a="http://schemas.openxmlformats.org/drawingml/2006/main">
              <a:ext uri="{FF2B5EF4-FFF2-40B4-BE49-F238E27FC236}">
                <a16:creationId xmlns:a16="http://schemas.microsoft.com/office/drawing/2014/main" id="{14088BD4-C375-4D19-9487-0FC2F887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36a21f4f1c5748e1"/>
              </a:rPr>
              <a:t>⌂</a:t>
            </a:r>
          </a:p>
        </p:txBody>
      </p:sp>
      <p:sp>
        <p:nvSpPr>
          <p:cNvPr id="2" name="title-44">
            <a:extLst xmlns:a="http://schemas.openxmlformats.org/drawingml/2006/main">
              <a:ext uri="{FF2B5EF4-FFF2-40B4-BE49-F238E27FC236}">
                <a16:creationId xmlns:a16="http://schemas.microsoft.com/office/drawing/2014/main" id="{9F4103FC-8DA6-4B4D-82BC-21C03BA1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עמדה במשפט ברור</a:t>
            </a:r>
          </a:p>
        </p:txBody>
      </p:sp>
      <p:sp>
        <p:nvSpPr>
          <p:cNvPr id="3" name="text-45">
            <a:extLst xmlns:a="http://schemas.openxmlformats.org/drawingml/2006/main">
              <a:ext uri="{FF2B5EF4-FFF2-40B4-BE49-F238E27FC236}">
                <a16:creationId xmlns:a16="http://schemas.microsoft.com/office/drawing/2014/main" id="{81085BAA-98B9-4B87-BB41-85E0205F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Opening: introduce the issue.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Opinion: </a:t>
            </a: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I claim that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...</a:t>
            </a:r>
          </a:p>
        </p:txBody>
      </p:sp>
      <p:sp>
        <p:nvSpPr>
          <p:cNvPr id="4" name="text-46">
            <a:extLst xmlns:a="http://schemas.openxmlformats.org/drawingml/2006/main">
              <a:ext uri="{FF2B5EF4-FFF2-40B4-BE49-F238E27FC236}">
                <a16:creationId xmlns:a16="http://schemas.microsoft.com/office/drawing/2014/main" id="{6696872F-46E1-422C-AD61-AD9FFDC5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משפט 1 מציג את הנושא בלי דעה. משפט 2 מביע דעה וכולל I claim that.</a:t>
            </a:r>
          </a:p>
        </p:txBody>
      </p:sp>
      <p:sp>
        <p:nvSpPr>
          <p:cNvPr id="5" name="text-47">
            <a:extLst xmlns:a="http://schemas.openxmlformats.org/drawingml/2006/main">
              <a:ext uri="{FF2B5EF4-FFF2-40B4-BE49-F238E27FC236}">
                <a16:creationId xmlns:a16="http://schemas.microsoft.com/office/drawing/2014/main" id="{A1FE4369-FCCB-4D97-A11D-8F818801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9 / 108</a:t>
            </a:r>
          </a:p>
        </p:txBody>
      </p:sp>
    </p:spTree>
    <p:extLst>
      <p:ext uri="{BB962C8B-B14F-4D97-AF65-F5344CB8AC3E}">
        <p14:creationId xmlns:p14="http://schemas.microsoft.com/office/powerpoint/2010/main" val="639695838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48">
            <a:extLst xmlns:a="http://schemas.openxmlformats.org/drawingml/2006/main">
              <a:ext uri="{FF2B5EF4-FFF2-40B4-BE49-F238E27FC236}">
                <a16:creationId xmlns:a16="http://schemas.microsoft.com/office/drawing/2014/main" id="{2E87C3FC-0AFE-4F6C-B59E-4E103293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f2522767f9934b9f"/>
              </a:rPr>
              <a:t>⌂</a:t>
            </a:r>
          </a:p>
        </p:txBody>
      </p:sp>
      <p:sp>
        <p:nvSpPr>
          <p:cNvPr id="2" name="title-49">
            <a:extLst xmlns:a="http://schemas.openxmlformats.org/drawingml/2006/main">
              <a:ext uri="{FF2B5EF4-FFF2-40B4-BE49-F238E27FC236}">
                <a16:creationId xmlns:a16="http://schemas.microsoft.com/office/drawing/2014/main" id="{83B7B560-5B26-4BB2-8E4C-0D03FF5C7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פסקת פתיחה</a:t>
            </a:r>
          </a:p>
        </p:txBody>
      </p:sp>
      <p:sp>
        <p:nvSpPr>
          <p:cNvPr id="3" name="text-50">
            <a:extLst xmlns:a="http://schemas.openxmlformats.org/drawingml/2006/main">
              <a:ext uri="{FF2B5EF4-FFF2-40B4-BE49-F238E27FC236}">
                <a16:creationId xmlns:a16="http://schemas.microsoft.com/office/drawing/2014/main" id="{AC10C1D5-7981-458B-9489-B9729A06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95425"/>
            <a:ext cx="1057275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8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School sports often raise questions about ability and participation in class games. </a:t>
            </a:r>
            <a:r>
              <a:rPr sz="28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I claim that</a:t>
            </a:r>
            <a:r>
              <a:rPr sz="28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every student should have a chance to participate, regardless of ability.</a:t>
            </a:r>
          </a:p>
        </p:txBody>
      </p:sp>
      <p:sp>
        <p:nvSpPr>
          <p:cNvPr id="4" name="text-51">
            <a:extLst xmlns:a="http://schemas.openxmlformats.org/drawingml/2006/main">
              <a:ext uri="{FF2B5EF4-FFF2-40B4-BE49-F238E27FC236}">
                <a16:creationId xmlns:a16="http://schemas.microsoft.com/office/drawing/2014/main" id="{8E872345-C1D0-4F2B-8B0F-07739E7D2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10 / 108</a:t>
            </a:r>
          </a:p>
        </p:txBody>
      </p:sp>
    </p:spTree>
    <p:extLst>
      <p:ext uri="{BB962C8B-B14F-4D97-AF65-F5344CB8AC3E}">
        <p14:creationId xmlns:p14="http://schemas.microsoft.com/office/powerpoint/2010/main" val="1931128997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52">
            <a:extLst xmlns:a="http://schemas.openxmlformats.org/drawingml/2006/main">
              <a:ext uri="{FF2B5EF4-FFF2-40B4-BE49-F238E27FC236}">
                <a16:creationId xmlns:a16="http://schemas.microsoft.com/office/drawing/2014/main" id="{9D23E3F5-4C0E-45F5-BF96-74ECF1AA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5a132f3fcae145c6"/>
              </a:rPr>
              <a:t>⌂</a:t>
            </a:r>
          </a:p>
        </p:txBody>
      </p:sp>
      <p:sp>
        <p:nvSpPr>
          <p:cNvPr id="2" name="title-53">
            <a:extLst xmlns:a="http://schemas.openxmlformats.org/drawingml/2006/main">
              <a:ext uri="{FF2B5EF4-FFF2-40B4-BE49-F238E27FC236}">
                <a16:creationId xmlns:a16="http://schemas.microsoft.com/office/drawing/2014/main" id="{18C94226-9D96-4965-8D66-369A8E7B1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פסקת פתיחה</a:t>
            </a:r>
          </a:p>
        </p:txBody>
      </p:sp>
      <p:sp>
        <p:nvSpPr>
          <p:cNvPr id="3" name="text-54">
            <a:extLst xmlns:a="http://schemas.openxmlformats.org/drawingml/2006/main">
              <a:ext uri="{FF2B5EF4-FFF2-40B4-BE49-F238E27FC236}">
                <a16:creationId xmlns:a16="http://schemas.microsoft.com/office/drawing/2014/main" id="{2801D623-8AAA-404F-AD93-C70A3415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95425"/>
            <a:ext cx="1057275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8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School sports often raise questions about ability and participation in class games. </a:t>
            </a:r>
            <a:r>
              <a:rPr sz="28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I claim that</a:t>
            </a:r>
            <a:r>
              <a:rPr sz="28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every student should have a chance to participate, regardless of ability.</a:t>
            </a:r>
          </a:p>
        </p:txBody>
      </p:sp>
      <p:sp>
        <p:nvSpPr>
          <p:cNvPr id="4" name="text-55">
            <a:extLst xmlns:a="http://schemas.openxmlformats.org/drawingml/2006/main">
              <a:ext uri="{FF2B5EF4-FFF2-40B4-BE49-F238E27FC236}">
                <a16:creationId xmlns:a16="http://schemas.microsoft.com/office/drawing/2014/main" id="{A0004CC6-707A-42FA-864B-CE22C70A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91025"/>
            <a:ext cx="104394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ספורט בבית הספר מעורר שאלות על יכולת והשתתפות במשחקי הכיתה. אני טוען שלכל תלמיד צריכה להיות הזדמנות להשתתף, בלי קשר ליכולת.</a:t>
            </a:r>
          </a:p>
        </p:txBody>
      </p:sp>
      <p:sp>
        <p:nvSpPr>
          <p:cNvPr id="5" name="text-56">
            <a:extLst xmlns:a="http://schemas.openxmlformats.org/drawingml/2006/main">
              <a:ext uri="{FF2B5EF4-FFF2-40B4-BE49-F238E27FC236}">
                <a16:creationId xmlns:a16="http://schemas.microsoft.com/office/drawing/2014/main" id="{1AC9F4BF-1D44-4B56-8FFF-3F5CBC0C3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11 / 108</a:t>
            </a:r>
          </a:p>
        </p:txBody>
      </p:sp>
    </p:spTree>
    <p:extLst>
      <p:ext uri="{BB962C8B-B14F-4D97-AF65-F5344CB8AC3E}">
        <p14:creationId xmlns:p14="http://schemas.microsoft.com/office/powerpoint/2010/main" val="515906199"/>
      </p:ext>
    </p:extLst>
  </p:cSld>
</p:sld>
</file>

<file path=ppt/slides/slide1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57">
            <a:extLst xmlns:a="http://schemas.openxmlformats.org/drawingml/2006/main">
              <a:ext uri="{FF2B5EF4-FFF2-40B4-BE49-F238E27FC236}">
                <a16:creationId xmlns:a16="http://schemas.microsoft.com/office/drawing/2014/main" id="{346E3456-03AB-4ED1-888A-8BBBDACCC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6868f685e4554df0"/>
              </a:rPr>
              <a:t>⌂</a:t>
            </a:r>
          </a:p>
        </p:txBody>
      </p:sp>
      <p:sp>
        <p:nvSpPr>
          <p:cNvPr id="2" name="title-58">
            <a:extLst xmlns:a="http://schemas.openxmlformats.org/drawingml/2006/main">
              <a:ext uri="{FF2B5EF4-FFF2-40B4-BE49-F238E27FC236}">
                <a16:creationId xmlns:a16="http://schemas.microsoft.com/office/drawing/2014/main" id="{40BF384A-8985-4302-9C43-19171FCA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עמדה ממוקדת</a:t>
            </a:r>
          </a:p>
        </p:txBody>
      </p:sp>
      <p:sp>
        <p:nvSpPr>
          <p:cNvPr id="3" name="text-59">
            <a:extLst xmlns:a="http://schemas.openxmlformats.org/drawingml/2006/main">
              <a:ext uri="{FF2B5EF4-FFF2-40B4-BE49-F238E27FC236}">
                <a16:creationId xmlns:a16="http://schemas.microsoft.com/office/drawing/2014/main" id="{2D5C0CCB-D45D-4486-A62C-568E1FAA3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04925"/>
            <a:ext cx="1047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0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Which sentence directly answers the task?</a:t>
            </a:r>
          </a:p>
        </p:txBody>
      </p:sp>
      <p:sp>
        <p:nvSpPr>
          <p:cNvPr id="4" name="text-60">
            <a:extLst xmlns:a="http://schemas.openxmlformats.org/drawingml/2006/main">
              <a:ext uri="{FF2B5EF4-FFF2-40B4-BE49-F238E27FC236}">
                <a16:creationId xmlns:a16="http://schemas.microsoft.com/office/drawing/2014/main" id="{0FDF5C30-A038-43A7-BFDA-F2F4FF57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193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Sport is very popular around the world.</a:t>
            </a:r>
          </a:p>
        </p:txBody>
      </p:sp>
      <p:sp>
        <p:nvSpPr>
          <p:cNvPr id="5" name="text-61">
            <a:extLst xmlns:a="http://schemas.openxmlformats.org/drawingml/2006/main">
              <a:ext uri="{FF2B5EF4-FFF2-40B4-BE49-F238E27FC236}">
                <a16:creationId xmlns:a16="http://schemas.microsoft.com/office/drawing/2014/main" id="{A9AC24AD-DD68-4F5F-B6F8-8F57C996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575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I claim that every student should have a chance to participate, regardless of ability.</a:t>
            </a:r>
          </a:p>
        </p:txBody>
      </p:sp>
      <p:sp>
        <p:nvSpPr>
          <p:cNvPr id="6" name="text-62">
            <a:extLst xmlns:a="http://schemas.openxmlformats.org/drawingml/2006/main">
              <a:ext uri="{FF2B5EF4-FFF2-40B4-BE49-F238E27FC236}">
                <a16:creationId xmlns:a16="http://schemas.microsoft.com/office/drawing/2014/main" id="{E5CE7215-8424-4512-A312-8B06E77B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57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There are many different kinds of sports.</a:t>
            </a:r>
          </a:p>
        </p:txBody>
      </p:sp>
      <p:sp>
        <p:nvSpPr>
          <p:cNvPr id="7" name="text-63">
            <a:extLst xmlns:a="http://schemas.openxmlformats.org/drawingml/2006/main">
              <a:ext uri="{FF2B5EF4-FFF2-40B4-BE49-F238E27FC236}">
                <a16:creationId xmlns:a16="http://schemas.microsoft.com/office/drawing/2014/main" id="{353126B1-FA72-4C71-BFEB-EDB362DA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12 / 108</a:t>
            </a:r>
          </a:p>
        </p:txBody>
      </p:sp>
    </p:spTree>
    <p:extLst>
      <p:ext uri="{BB962C8B-B14F-4D97-AF65-F5344CB8AC3E}">
        <p14:creationId xmlns:p14="http://schemas.microsoft.com/office/powerpoint/2010/main" val="499160287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64">
            <a:extLst xmlns:a="http://schemas.openxmlformats.org/drawingml/2006/main">
              <a:ext uri="{FF2B5EF4-FFF2-40B4-BE49-F238E27FC236}">
                <a16:creationId xmlns:a16="http://schemas.microsoft.com/office/drawing/2014/main" id="{B1D5098E-5A83-4B18-BE49-D6006A43D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e51e3c1b39cf4c64"/>
              </a:rPr>
              <a:t>⌂</a:t>
            </a:r>
          </a:p>
        </p:txBody>
      </p:sp>
      <p:sp>
        <p:nvSpPr>
          <p:cNvPr id="2" name="title-65">
            <a:extLst xmlns:a="http://schemas.openxmlformats.org/drawingml/2006/main">
              <a:ext uri="{FF2B5EF4-FFF2-40B4-BE49-F238E27FC236}">
                <a16:creationId xmlns:a16="http://schemas.microsoft.com/office/drawing/2014/main" id="{E185D327-8764-46B7-AE12-7BA0F331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עמדה ממוקדת</a:t>
            </a:r>
          </a:p>
        </p:txBody>
      </p:sp>
      <p:sp>
        <p:nvSpPr>
          <p:cNvPr id="3" name="text-66">
            <a:extLst xmlns:a="http://schemas.openxmlformats.org/drawingml/2006/main">
              <a:ext uri="{FF2B5EF4-FFF2-40B4-BE49-F238E27FC236}">
                <a16:creationId xmlns:a16="http://schemas.microsoft.com/office/drawing/2014/main" id="{C636E30C-FC48-437B-B03C-CDBBBA403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04925"/>
            <a:ext cx="1047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0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Which sentence directly answers the task?</a:t>
            </a:r>
          </a:p>
        </p:txBody>
      </p:sp>
      <p:sp>
        <p:nvSpPr>
          <p:cNvPr id="4" name="text-67">
            <a:extLst xmlns:a="http://schemas.openxmlformats.org/drawingml/2006/main">
              <a:ext uri="{FF2B5EF4-FFF2-40B4-BE49-F238E27FC236}">
                <a16:creationId xmlns:a16="http://schemas.microsoft.com/office/drawing/2014/main" id="{267DACFE-7EAC-44E4-862A-756EA8165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193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Sport is very popular around the world.</a:t>
            </a:r>
          </a:p>
        </p:txBody>
      </p:sp>
      <p:sp>
        <p:nvSpPr>
          <p:cNvPr id="5" name="text-68">
            <a:extLst xmlns:a="http://schemas.openxmlformats.org/drawingml/2006/main">
              <a:ext uri="{FF2B5EF4-FFF2-40B4-BE49-F238E27FC236}">
                <a16:creationId xmlns:a16="http://schemas.microsoft.com/office/drawing/2014/main" id="{01BB0DE6-E4B7-4DAC-B625-601D3EB7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575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B   I claim that every student should have a chance to participate, regardless of ability.</a:t>
            </a:r>
          </a:p>
        </p:txBody>
      </p:sp>
      <p:sp>
        <p:nvSpPr>
          <p:cNvPr id="6" name="text-69">
            <a:extLst xmlns:a="http://schemas.openxmlformats.org/drawingml/2006/main">
              <a:ext uri="{FF2B5EF4-FFF2-40B4-BE49-F238E27FC236}">
                <a16:creationId xmlns:a16="http://schemas.microsoft.com/office/drawing/2014/main" id="{FB50568D-1883-415D-ABC2-367C6B4C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57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There are many different kinds of sports.</a:t>
            </a:r>
          </a:p>
        </p:txBody>
      </p:sp>
      <p:sp>
        <p:nvSpPr>
          <p:cNvPr id="7" name="text-70">
            <a:extLst xmlns:a="http://schemas.openxmlformats.org/drawingml/2006/main">
              <a:ext uri="{FF2B5EF4-FFF2-40B4-BE49-F238E27FC236}">
                <a16:creationId xmlns:a16="http://schemas.microsoft.com/office/drawing/2014/main" id="{832EE705-FC6B-4419-919A-C41094711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143500"/>
            <a:ext cx="1038225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האפשרות השנייה מביעה עמדה שעונה למשימה וכוללת I claim that.</a:t>
            </a:r>
          </a:p>
        </p:txBody>
      </p:sp>
      <p:sp>
        <p:nvSpPr>
          <p:cNvPr id="8" name="text-71">
            <a:extLst xmlns:a="http://schemas.openxmlformats.org/drawingml/2006/main">
              <a:ext uri="{FF2B5EF4-FFF2-40B4-BE49-F238E27FC236}">
                <a16:creationId xmlns:a16="http://schemas.microsoft.com/office/drawing/2014/main" id="{438313DD-5E5C-4736-A372-1A25FF32D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13 / 108</a:t>
            </a:r>
          </a:p>
        </p:txBody>
      </p:sp>
    </p:spTree>
    <p:extLst>
      <p:ext uri="{BB962C8B-B14F-4D97-AF65-F5344CB8AC3E}">
        <p14:creationId xmlns:p14="http://schemas.microsoft.com/office/powerpoint/2010/main" val="19714564"/>
      </p:ext>
    </p:extLst>
  </p:cSld>
</p:sld>
</file>

<file path=ppt/slides/slide1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72">
            <a:extLst xmlns:a="http://schemas.openxmlformats.org/drawingml/2006/main">
              <a:ext uri="{FF2B5EF4-FFF2-40B4-BE49-F238E27FC236}">
                <a16:creationId xmlns:a16="http://schemas.microsoft.com/office/drawing/2014/main" id="{159D17F5-4C4F-42CC-B6E5-E9A5258E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2f59baf501ba4292"/>
              </a:rPr>
              <a:t>⌂</a:t>
            </a:r>
          </a:p>
        </p:txBody>
      </p:sp>
      <p:sp>
        <p:nvSpPr>
          <p:cNvPr id="2" name="title-73">
            <a:extLst xmlns:a="http://schemas.openxmlformats.org/drawingml/2006/main">
              <a:ext uri="{FF2B5EF4-FFF2-40B4-BE49-F238E27FC236}">
                <a16:creationId xmlns:a16="http://schemas.microsoft.com/office/drawing/2014/main" id="{495B9EF8-F526-4315-A01C-DE89AD89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הפוגה קצרה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0ef64539ba4ce1"/>
          <a:stretch xmlns:a="http://schemas.openxmlformats.org/drawingml/2006/main"/>
        </p:blipFill>
        <p:spPr>
          <a:xfrm xmlns:a="http://schemas.openxmlformats.org/drawingml/2006/main">
            <a:off x="4286250" y="1304925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4" name="text-74">
            <a:extLst xmlns:a="http://schemas.openxmlformats.org/drawingml/2006/main">
              <a:ext uri="{FF2B5EF4-FFF2-40B4-BE49-F238E27FC236}">
                <a16:creationId xmlns:a16="http://schemas.microsoft.com/office/drawing/2014/main" id="{0BCAEE0A-CEB2-4D69-ABCB-105288877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C857"/>
                </a:solidFill>
                <a:latin typeface="Nunito"/>
                <a:ea typeface="Nunito"/>
                <a:cs typeface="Nunito"/>
              </a:defRPr>
            </a:pPr>
            <a:r>
              <a:rPr sz="2700" b="1">
                <a:solidFill>
                  <a:srgbClr val="FFC857"/>
                </a:solidFill>
                <a:latin typeface="Nunito"/>
                <a:ea typeface="Nunito"/>
                <a:cs typeface="Nunito"/>
              </a:rPr>
              <a:t>He has read half the message. He has formed a whole opinion.</a:t>
            </a:r>
          </a:p>
        </p:txBody>
      </p:sp>
      <p:sp>
        <p:nvSpPr>
          <p:cNvPr id="5" name="text-75">
            <a:extLst xmlns:a="http://schemas.openxmlformats.org/drawingml/2006/main">
              <a:ext uri="{FF2B5EF4-FFF2-40B4-BE49-F238E27FC236}">
                <a16:creationId xmlns:a16="http://schemas.microsoft.com/office/drawing/2014/main" id="{89E526CF-555E-442F-B1B4-1CF2CBFE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14 / 108</a:t>
            </a:r>
          </a:p>
        </p:txBody>
      </p:sp>
    </p:spTree>
    <p:extLst>
      <p:ext uri="{BB962C8B-B14F-4D97-AF65-F5344CB8AC3E}">
        <p14:creationId xmlns:p14="http://schemas.microsoft.com/office/powerpoint/2010/main" val="1378419612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76">
            <a:extLst xmlns:a="http://schemas.openxmlformats.org/drawingml/2006/main">
              <a:ext uri="{FF2B5EF4-FFF2-40B4-BE49-F238E27FC236}">
                <a16:creationId xmlns:a16="http://schemas.microsoft.com/office/drawing/2014/main" id="{92634259-8C14-4711-B09C-01F7219D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2108bebe144646ae"/>
              </a:rPr>
              <a:t>⌂</a:t>
            </a:r>
          </a:p>
        </p:txBody>
      </p:sp>
      <p:sp>
        <p:nvSpPr>
          <p:cNvPr id="2" name="title-77">
            <a:extLst xmlns:a="http://schemas.openxmlformats.org/drawingml/2006/main">
              <a:ext uri="{FF2B5EF4-FFF2-40B4-BE49-F238E27FC236}">
                <a16:creationId xmlns:a16="http://schemas.microsoft.com/office/drawing/2014/main" id="{6464B6F3-2BC1-420E-91EE-4969AFC79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פיתוח פסקאות הגוף</a:t>
            </a:r>
          </a:p>
        </p:txBody>
      </p:sp>
      <p:sp>
        <p:nvSpPr>
          <p:cNvPr id="3" name="text-78">
            <a:extLst xmlns:a="http://schemas.openxmlformats.org/drawingml/2006/main">
              <a:ext uri="{FF2B5EF4-FFF2-40B4-BE49-F238E27FC236}">
                <a16:creationId xmlns:a16="http://schemas.microsoft.com/office/drawing/2014/main" id="{2FAE72B3-AB61-44C2-B9DA-B623BACCB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Opposing idea + consequence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Supporting idea + experience</a:t>
            </a:r>
          </a:p>
        </p:txBody>
      </p:sp>
      <p:sp>
        <p:nvSpPr>
          <p:cNvPr id="4" name="text-79">
            <a:extLst xmlns:a="http://schemas.openxmlformats.org/drawingml/2006/main">
              <a:ext uri="{FF2B5EF4-FFF2-40B4-BE49-F238E27FC236}">
                <a16:creationId xmlns:a16="http://schemas.microsoft.com/office/drawing/2014/main" id="{4DAE22BE-B448-4ED5-8E94-49864FE9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פסקה 2 מפתחת את הטענה הנגדית. פסקה 3 חוזרת לעמדה שלנו ותומכת בה.</a:t>
            </a:r>
          </a:p>
        </p:txBody>
      </p:sp>
      <p:sp>
        <p:nvSpPr>
          <p:cNvPr id="5" name="text-80">
            <a:extLst xmlns:a="http://schemas.openxmlformats.org/drawingml/2006/main">
              <a:ext uri="{FF2B5EF4-FFF2-40B4-BE49-F238E27FC236}">
                <a16:creationId xmlns:a16="http://schemas.microsoft.com/office/drawing/2014/main" id="{82FD2294-493C-464A-A616-F1C3C7377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15 / 108</a:t>
            </a:r>
          </a:p>
        </p:txBody>
      </p:sp>
    </p:spTree>
    <p:extLst>
      <p:ext uri="{BB962C8B-B14F-4D97-AF65-F5344CB8AC3E}">
        <p14:creationId xmlns:p14="http://schemas.microsoft.com/office/powerpoint/2010/main" val="1678855533"/>
      </p:ext>
    </p:extLst>
  </p:cSld>
</p:sld>
</file>

<file path=ppt/slides/slide1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81">
            <a:extLst xmlns:a="http://schemas.openxmlformats.org/drawingml/2006/main">
              <a:ext uri="{FF2B5EF4-FFF2-40B4-BE49-F238E27FC236}">
                <a16:creationId xmlns:a16="http://schemas.microsoft.com/office/drawing/2014/main" id="{D862EE58-4A25-4040-9757-8AA8AFAA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89a460a19ddc40a3"/>
              </a:rPr>
              <a:t>⌂</a:t>
            </a:r>
          </a:p>
        </p:txBody>
      </p:sp>
      <p:sp>
        <p:nvSpPr>
          <p:cNvPr id="2" name="title-82">
            <a:extLst xmlns:a="http://schemas.openxmlformats.org/drawingml/2006/main">
              <a:ext uri="{FF2B5EF4-FFF2-40B4-BE49-F238E27FC236}">
                <a16:creationId xmlns:a16="http://schemas.microsoft.com/office/drawing/2014/main" id="{F82D4341-2482-46C1-809D-1B966BCF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Gerund כנושא המשפט</a:t>
            </a:r>
          </a:p>
        </p:txBody>
      </p:sp>
      <p:sp>
        <p:nvSpPr>
          <p:cNvPr id="3" name="text-83">
            <a:extLst xmlns:a="http://schemas.openxmlformats.org/drawingml/2006/main">
              <a:ext uri="{FF2B5EF4-FFF2-40B4-BE49-F238E27FC236}">
                <a16:creationId xmlns:a16="http://schemas.microsoft.com/office/drawing/2014/main" id="{DC37BACC-2455-4D6D-AEF3-6B597776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000125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defRPr>
            </a:pPr>
            <a:r>
              <a: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rPr>
              <a:t>הווה</a:t>
            </a:r>
          </a:p>
        </p:txBody>
      </p:sp>
      <p:sp>
        <p:nvSpPr>
          <p:cNvPr id="4" name="text-84">
            <a:extLst xmlns:a="http://schemas.openxmlformats.org/drawingml/2006/main">
              <a:ext uri="{FF2B5EF4-FFF2-40B4-BE49-F238E27FC236}">
                <a16:creationId xmlns:a16="http://schemas.microsoft.com/office/drawing/2014/main" id="{1E6B0351-DD06-41D8-B296-6D2BB80D5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95425"/>
            <a:ext cx="1057275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Playing together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</a:t>
            </a: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helps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students build friendships.</a:t>
            </a:r>
          </a:p>
        </p:txBody>
      </p:sp>
      <p:sp>
        <p:nvSpPr>
          <p:cNvPr id="5" name="text-85">
            <a:extLst xmlns:a="http://schemas.openxmlformats.org/drawingml/2006/main">
              <a:ext uri="{FF2B5EF4-FFF2-40B4-BE49-F238E27FC236}">
                <a16:creationId xmlns:a16="http://schemas.microsoft.com/office/drawing/2014/main" id="{3BFCA886-4B85-4AE8-86BE-00D20071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16 / 108</a:t>
            </a:r>
          </a:p>
        </p:txBody>
      </p:sp>
    </p:spTree>
    <p:extLst>
      <p:ext uri="{BB962C8B-B14F-4D97-AF65-F5344CB8AC3E}">
        <p14:creationId xmlns:p14="http://schemas.microsoft.com/office/powerpoint/2010/main" val="1905065011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86">
            <a:extLst xmlns:a="http://schemas.openxmlformats.org/drawingml/2006/main">
              <a:ext uri="{FF2B5EF4-FFF2-40B4-BE49-F238E27FC236}">
                <a16:creationId xmlns:a16="http://schemas.microsoft.com/office/drawing/2014/main" id="{3BEAEE73-B640-4608-879A-7C1175B0F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d370964a3192464c"/>
              </a:rPr>
              <a:t>⌂</a:t>
            </a:r>
          </a:p>
        </p:txBody>
      </p:sp>
      <p:sp>
        <p:nvSpPr>
          <p:cNvPr id="2" name="title-87">
            <a:extLst xmlns:a="http://schemas.openxmlformats.org/drawingml/2006/main">
              <a:ext uri="{FF2B5EF4-FFF2-40B4-BE49-F238E27FC236}">
                <a16:creationId xmlns:a16="http://schemas.microsoft.com/office/drawing/2014/main" id="{49DB2FED-AEFC-49E7-A5C9-BB54F10D0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Gerund כנושא המשפט</a:t>
            </a:r>
          </a:p>
        </p:txBody>
      </p:sp>
      <p:sp>
        <p:nvSpPr>
          <p:cNvPr id="3" name="text-88">
            <a:extLst xmlns:a="http://schemas.openxmlformats.org/drawingml/2006/main">
              <a:ext uri="{FF2B5EF4-FFF2-40B4-BE49-F238E27FC236}">
                <a16:creationId xmlns:a16="http://schemas.microsoft.com/office/drawing/2014/main" id="{0B37DC9B-14C0-4D6B-A56E-F8CB8155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000125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defRPr>
            </a:pPr>
            <a:r>
              <a: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rPr>
              <a:t>הווה</a:t>
            </a:r>
          </a:p>
        </p:txBody>
      </p:sp>
      <p:sp>
        <p:nvSpPr>
          <p:cNvPr id="4" name="text-89">
            <a:extLst xmlns:a="http://schemas.openxmlformats.org/drawingml/2006/main">
              <a:ext uri="{FF2B5EF4-FFF2-40B4-BE49-F238E27FC236}">
                <a16:creationId xmlns:a16="http://schemas.microsoft.com/office/drawing/2014/main" id="{A9B24F87-C47C-4664-A834-44F4AE6D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95425"/>
            <a:ext cx="1057275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Playing together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</a:t>
            </a: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helps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students build friendships.</a:t>
            </a:r>
          </a:p>
        </p:txBody>
      </p:sp>
      <p:sp>
        <p:nvSpPr>
          <p:cNvPr id="5" name="text-90">
            <a:extLst xmlns:a="http://schemas.openxmlformats.org/drawingml/2006/main">
              <a:ext uri="{FF2B5EF4-FFF2-40B4-BE49-F238E27FC236}">
                <a16:creationId xmlns:a16="http://schemas.microsoft.com/office/drawing/2014/main" id="{F5B1E24B-5F03-485D-8D06-4C79E81B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91025"/>
            <a:ext cx="104394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משחק משותף עוזר לתלמידים ליצור חברויות.</a:t>
            </a:r>
          </a:p>
        </p:txBody>
      </p:sp>
      <p:sp>
        <p:nvSpPr>
          <p:cNvPr id="6" name="text-91">
            <a:extLst xmlns:a="http://schemas.openxmlformats.org/drawingml/2006/main">
              <a:ext uri="{FF2B5EF4-FFF2-40B4-BE49-F238E27FC236}">
                <a16:creationId xmlns:a16="http://schemas.microsoft.com/office/drawing/2014/main" id="{859451E3-F88D-4286-9EE9-0FC032FED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17 / 108</a:t>
            </a:r>
          </a:p>
        </p:txBody>
      </p:sp>
    </p:spTree>
    <p:extLst>
      <p:ext uri="{BB962C8B-B14F-4D97-AF65-F5344CB8AC3E}">
        <p14:creationId xmlns:p14="http://schemas.microsoft.com/office/powerpoint/2010/main" val="1995161346"/>
      </p:ext>
    </p:extLst>
  </p:cSld>
</p:sld>
</file>

<file path=ppt/slides/slide1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92">
            <a:extLst xmlns:a="http://schemas.openxmlformats.org/drawingml/2006/main">
              <a:ext uri="{FF2B5EF4-FFF2-40B4-BE49-F238E27FC236}">
                <a16:creationId xmlns:a16="http://schemas.microsoft.com/office/drawing/2014/main" id="{4A9A1450-D58E-4571-89A1-8ABD74C8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07525a39002e4ff0"/>
              </a:rPr>
              <a:t>⌂</a:t>
            </a:r>
          </a:p>
        </p:txBody>
      </p:sp>
      <p:sp>
        <p:nvSpPr>
          <p:cNvPr id="2" name="title-93">
            <a:extLst xmlns:a="http://schemas.openxmlformats.org/drawingml/2006/main">
              <a:ext uri="{FF2B5EF4-FFF2-40B4-BE49-F238E27FC236}">
                <a16:creationId xmlns:a16="http://schemas.microsoft.com/office/drawing/2014/main" id="{9F9C165C-5EED-4F46-BEE0-2B3145F2F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שם של פעילות</a:t>
            </a:r>
          </a:p>
        </p:txBody>
      </p:sp>
      <p:sp>
        <p:nvSpPr>
          <p:cNvPr id="3" name="text-94">
            <a:extLst xmlns:a="http://schemas.openxmlformats.org/drawingml/2006/main">
              <a:ext uri="{FF2B5EF4-FFF2-40B4-BE49-F238E27FC236}">
                <a16:creationId xmlns:a16="http://schemas.microsoft.com/office/drawing/2014/main" id="{33FAE7FD-2AC2-41BF-8202-A46DE54C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Playing together helps students.</a:t>
            </a:r>
          </a:p>
        </p:txBody>
      </p:sp>
      <p:sp>
        <p:nvSpPr>
          <p:cNvPr id="4" name="text-95">
            <a:extLst xmlns:a="http://schemas.openxmlformats.org/drawingml/2006/main">
              <a:ext uri="{FF2B5EF4-FFF2-40B4-BE49-F238E27FC236}">
                <a16:creationId xmlns:a16="http://schemas.microsoft.com/office/drawing/2014/main" id="{32C20356-830E-464A-9B23-882938D6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Gerund הוא פועל עם ing שמתפקד כשם עצם. כאן הוא נושא המשפט.</a:t>
            </a:r>
          </a:p>
        </p:txBody>
      </p:sp>
      <p:sp>
        <p:nvSpPr>
          <p:cNvPr id="5" name="text-96">
            <a:extLst xmlns:a="http://schemas.openxmlformats.org/drawingml/2006/main">
              <a:ext uri="{FF2B5EF4-FFF2-40B4-BE49-F238E27FC236}">
                <a16:creationId xmlns:a16="http://schemas.microsoft.com/office/drawing/2014/main" id="{62ED58C8-943A-41F0-9E65-3A1AB47D7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18 / 108</a:t>
            </a:r>
          </a:p>
        </p:txBody>
      </p:sp>
    </p:spTree>
    <p:extLst>
      <p:ext uri="{BB962C8B-B14F-4D97-AF65-F5344CB8AC3E}">
        <p14:creationId xmlns:p14="http://schemas.microsoft.com/office/powerpoint/2010/main" val="1957130470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97">
            <a:extLst xmlns:a="http://schemas.openxmlformats.org/drawingml/2006/main">
              <a:ext uri="{FF2B5EF4-FFF2-40B4-BE49-F238E27FC236}">
                <a16:creationId xmlns:a16="http://schemas.microsoft.com/office/drawing/2014/main" id="{A53DD71F-770A-4DF9-A86C-AC465E43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344619585f9e4a1f"/>
              </a:rPr>
              <a:t>⌂</a:t>
            </a:r>
          </a:p>
        </p:txBody>
      </p:sp>
      <p:sp>
        <p:nvSpPr>
          <p:cNvPr id="2" name="title-98">
            <a:extLst xmlns:a="http://schemas.openxmlformats.org/drawingml/2006/main">
              <a:ext uri="{FF2B5EF4-FFF2-40B4-BE49-F238E27FC236}">
                <a16:creationId xmlns:a16="http://schemas.microsoft.com/office/drawing/2014/main" id="{AD7451E7-4AD1-4F49-857D-760D32D9F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Gerund והסכמה עם הפועל</a:t>
            </a:r>
          </a:p>
        </p:txBody>
      </p:sp>
      <p:sp>
        <p:nvSpPr>
          <p:cNvPr id="3" name="text-99">
            <a:extLst xmlns:a="http://schemas.openxmlformats.org/drawingml/2006/main">
              <a:ext uri="{FF2B5EF4-FFF2-40B4-BE49-F238E27FC236}">
                <a16:creationId xmlns:a16="http://schemas.microsoft.com/office/drawing/2014/main" id="{6CBC44D8-E421-4236-B8A4-E0D4D6C8A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000125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defRPr>
            </a:pPr>
            <a:r>
              <a: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rPr>
              <a:t>הווה</a:t>
            </a:r>
          </a:p>
        </p:txBody>
      </p:sp>
      <p:sp>
        <p:nvSpPr>
          <p:cNvPr id="4" name="text-100">
            <a:extLst xmlns:a="http://schemas.openxmlformats.org/drawingml/2006/main">
              <a:ext uri="{FF2B5EF4-FFF2-40B4-BE49-F238E27FC236}">
                <a16:creationId xmlns:a16="http://schemas.microsoft.com/office/drawing/2014/main" id="{D1713048-6768-4F1E-A4F5-9302AB24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1028" y="1776413"/>
            <a:ext cx="182465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 </a:t>
            </a:r>
          </a:p>
        </p:txBody>
      </p:sp>
      <p:sp>
        <p:nvSpPr>
          <p:cNvPr id="5" name="gap-line-19">
            <a:extLst xmlns:a="http://schemas.openxmlformats.org/drawingml/2006/main">
              <a:ext uri="{FF2B5EF4-FFF2-40B4-BE49-F238E27FC236}">
                <a16:creationId xmlns:a16="http://schemas.microsoft.com/office/drawing/2014/main" id="{0A929E7B-5B2E-467E-AE72-641DBED0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1028" y="2319338"/>
            <a:ext cx="1824655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EE5FF"/>
            </a:solidFill>
          </a:ln>
        </p:spPr>
      </p:sp>
      <p:sp>
        <p:nvSpPr>
          <p:cNvPr id="6" name="text-101">
            <a:extLst xmlns:a="http://schemas.openxmlformats.org/drawingml/2006/main">
              <a:ext uri="{FF2B5EF4-FFF2-40B4-BE49-F238E27FC236}">
                <a16:creationId xmlns:a16="http://schemas.microsoft.com/office/drawing/2014/main" id="{18C6BBDF-5F3B-42B2-940A-902B9E2A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2524" y="1776413"/>
            <a:ext cx="1781743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together</a:t>
            </a:r>
          </a:p>
        </p:txBody>
      </p:sp>
      <p:sp>
        <p:nvSpPr>
          <p:cNvPr id="7" name="text-102">
            <a:extLst xmlns:a="http://schemas.openxmlformats.org/drawingml/2006/main">
              <a:ext uri="{FF2B5EF4-FFF2-40B4-BE49-F238E27FC236}">
                <a16:creationId xmlns:a16="http://schemas.microsoft.com/office/drawing/2014/main" id="{E84146DA-3231-4EB5-9B57-C64F1942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2057" y="1776413"/>
            <a:ext cx="117548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helps</a:t>
            </a:r>
          </a:p>
        </p:txBody>
      </p:sp>
      <p:sp>
        <p:nvSpPr>
          <p:cNvPr id="8" name="text-103">
            <a:extLst xmlns:a="http://schemas.openxmlformats.org/drawingml/2006/main">
              <a:ext uri="{FF2B5EF4-FFF2-40B4-BE49-F238E27FC236}">
                <a16:creationId xmlns:a16="http://schemas.microsoft.com/office/drawing/2014/main" id="{264F59D1-22B0-4FCB-AB8D-F1308963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5332" y="1776413"/>
            <a:ext cx="1831132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students</a:t>
            </a:r>
          </a:p>
        </p:txBody>
      </p:sp>
      <p:sp>
        <p:nvSpPr>
          <p:cNvPr id="9" name="text-104">
            <a:extLst xmlns:a="http://schemas.openxmlformats.org/drawingml/2006/main">
              <a:ext uri="{FF2B5EF4-FFF2-40B4-BE49-F238E27FC236}">
                <a16:creationId xmlns:a16="http://schemas.microsoft.com/office/drawing/2014/main" id="{84260A68-C5C6-4D4A-9822-19916507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254" y="1776413"/>
            <a:ext cx="106576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build</a:t>
            </a:r>
          </a:p>
        </p:txBody>
      </p:sp>
      <p:sp>
        <p:nvSpPr>
          <p:cNvPr id="10" name="text-105">
            <a:extLst xmlns:a="http://schemas.openxmlformats.org/drawingml/2006/main">
              <a:ext uri="{FF2B5EF4-FFF2-40B4-BE49-F238E27FC236}">
                <a16:creationId xmlns:a16="http://schemas.microsoft.com/office/drawing/2014/main" id="{5B6F538E-CCE8-437C-BC33-0ED39F677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4431" y="2395538"/>
            <a:ext cx="240313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friendships.</a:t>
            </a:r>
          </a:p>
        </p:txBody>
      </p:sp>
      <p:sp>
        <p:nvSpPr>
          <p:cNvPr id="11" name="text-106">
            <a:extLst xmlns:a="http://schemas.openxmlformats.org/drawingml/2006/main">
              <a:ext uri="{FF2B5EF4-FFF2-40B4-BE49-F238E27FC236}">
                <a16:creationId xmlns:a16="http://schemas.microsoft.com/office/drawing/2014/main" id="{32A4CB4C-1C99-4A7A-B0BB-B199F7344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Play</a:t>
            </a:r>
          </a:p>
        </p:txBody>
      </p:sp>
      <p:sp>
        <p:nvSpPr>
          <p:cNvPr id="12" name="text-107">
            <a:extLst xmlns:a="http://schemas.openxmlformats.org/drawingml/2006/main">
              <a:ext uri="{FF2B5EF4-FFF2-40B4-BE49-F238E27FC236}">
                <a16:creationId xmlns:a16="http://schemas.microsoft.com/office/drawing/2014/main" id="{FEC87A14-70B0-4DEF-AFA7-CC48F71E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Playing</a:t>
            </a:r>
          </a:p>
        </p:txBody>
      </p:sp>
      <p:sp>
        <p:nvSpPr>
          <p:cNvPr id="13" name="text-108">
            <a:extLst xmlns:a="http://schemas.openxmlformats.org/drawingml/2006/main">
              <a:ext uri="{FF2B5EF4-FFF2-40B4-BE49-F238E27FC236}">
                <a16:creationId xmlns:a16="http://schemas.microsoft.com/office/drawing/2014/main" id="{A81CB37F-0F09-4FBE-A359-E36C00EC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Played</a:t>
            </a:r>
          </a:p>
        </p:txBody>
      </p:sp>
      <p:sp>
        <p:nvSpPr>
          <p:cNvPr id="14" name="text-109">
            <a:extLst xmlns:a="http://schemas.openxmlformats.org/drawingml/2006/main">
              <a:ext uri="{FF2B5EF4-FFF2-40B4-BE49-F238E27FC236}">
                <a16:creationId xmlns:a16="http://schemas.microsoft.com/office/drawing/2014/main" id="{9D84EED2-8A3A-4A4F-BB7B-A1A956CCF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19 / 108</a:t>
            </a:r>
          </a:p>
        </p:txBody>
      </p:sp>
    </p:spTree>
    <p:extLst>
      <p:ext uri="{BB962C8B-B14F-4D97-AF65-F5344CB8AC3E}">
        <p14:creationId xmlns:p14="http://schemas.microsoft.com/office/powerpoint/2010/main" val="1361482406"/>
      </p:ext>
    </p:extLst>
  </p:cSld>
</p:sld>
</file>

<file path=ppt/slides/slide2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110">
            <a:extLst xmlns:a="http://schemas.openxmlformats.org/drawingml/2006/main">
              <a:ext uri="{FF2B5EF4-FFF2-40B4-BE49-F238E27FC236}">
                <a16:creationId xmlns:a16="http://schemas.microsoft.com/office/drawing/2014/main" id="{8DE8C9E6-3B27-4018-88CE-3E6ABB70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2ee1d62ba03c408e"/>
              </a:rPr>
              <a:t>⌂</a:t>
            </a:r>
          </a:p>
        </p:txBody>
      </p:sp>
      <p:sp>
        <p:nvSpPr>
          <p:cNvPr id="2" name="title-111">
            <a:extLst xmlns:a="http://schemas.openxmlformats.org/drawingml/2006/main">
              <a:ext uri="{FF2B5EF4-FFF2-40B4-BE49-F238E27FC236}">
                <a16:creationId xmlns:a16="http://schemas.microsoft.com/office/drawing/2014/main" id="{536FC57B-E6FB-4607-953E-64036F892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Gerund והסכמה עם הפועל</a:t>
            </a:r>
          </a:p>
        </p:txBody>
      </p:sp>
      <p:sp>
        <p:nvSpPr>
          <p:cNvPr id="3" name="text-112">
            <a:extLst xmlns:a="http://schemas.openxmlformats.org/drawingml/2006/main">
              <a:ext uri="{FF2B5EF4-FFF2-40B4-BE49-F238E27FC236}">
                <a16:creationId xmlns:a16="http://schemas.microsoft.com/office/drawing/2014/main" id="{FDAD5A0F-A821-4981-A34C-3CDC0A845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000125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defRPr>
            </a:pPr>
            <a:r>
              <a: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rPr>
              <a:t>הווה</a:t>
            </a:r>
          </a:p>
        </p:txBody>
      </p:sp>
      <p:sp>
        <p:nvSpPr>
          <p:cNvPr id="4" name="text-113">
            <a:extLst xmlns:a="http://schemas.openxmlformats.org/drawingml/2006/main">
              <a:ext uri="{FF2B5EF4-FFF2-40B4-BE49-F238E27FC236}">
                <a16:creationId xmlns:a16="http://schemas.microsoft.com/office/drawing/2014/main" id="{5D607E38-7E26-4ED1-973C-8E7E9F38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1028" y="1776413"/>
            <a:ext cx="182465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Playing</a:t>
            </a:r>
          </a:p>
        </p:txBody>
      </p:sp>
      <p:sp>
        <p:nvSpPr>
          <p:cNvPr id="5" name="gap-line-20">
            <a:extLst xmlns:a="http://schemas.openxmlformats.org/drawingml/2006/main">
              <a:ext uri="{FF2B5EF4-FFF2-40B4-BE49-F238E27FC236}">
                <a16:creationId xmlns:a16="http://schemas.microsoft.com/office/drawing/2014/main" id="{88968F1A-D756-4A0E-9A90-182FDC27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1028" y="2319338"/>
            <a:ext cx="1824655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FFF5B"/>
            </a:solidFill>
          </a:ln>
        </p:spPr>
      </p:sp>
      <p:sp>
        <p:nvSpPr>
          <p:cNvPr id="6" name="text-114">
            <a:extLst xmlns:a="http://schemas.openxmlformats.org/drawingml/2006/main">
              <a:ext uri="{FF2B5EF4-FFF2-40B4-BE49-F238E27FC236}">
                <a16:creationId xmlns:a16="http://schemas.microsoft.com/office/drawing/2014/main" id="{B3225589-77AA-4712-A0AA-A0929B0C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2524" y="1776413"/>
            <a:ext cx="1781743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together</a:t>
            </a:r>
          </a:p>
        </p:txBody>
      </p:sp>
      <p:sp>
        <p:nvSpPr>
          <p:cNvPr id="7" name="text-115">
            <a:extLst xmlns:a="http://schemas.openxmlformats.org/drawingml/2006/main">
              <a:ext uri="{FF2B5EF4-FFF2-40B4-BE49-F238E27FC236}">
                <a16:creationId xmlns:a16="http://schemas.microsoft.com/office/drawing/2014/main" id="{4C71E0BD-A62E-45D2-A923-024054F10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2057" y="1776413"/>
            <a:ext cx="117548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helps</a:t>
            </a:r>
          </a:p>
        </p:txBody>
      </p:sp>
      <p:sp>
        <p:nvSpPr>
          <p:cNvPr id="8" name="text-116">
            <a:extLst xmlns:a="http://schemas.openxmlformats.org/drawingml/2006/main">
              <a:ext uri="{FF2B5EF4-FFF2-40B4-BE49-F238E27FC236}">
                <a16:creationId xmlns:a16="http://schemas.microsoft.com/office/drawing/2014/main" id="{79082B2D-58A7-4259-BCCE-5D89A3DC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5332" y="1776413"/>
            <a:ext cx="1831132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students</a:t>
            </a:r>
          </a:p>
        </p:txBody>
      </p:sp>
      <p:sp>
        <p:nvSpPr>
          <p:cNvPr id="9" name="text-117">
            <a:extLst xmlns:a="http://schemas.openxmlformats.org/drawingml/2006/main">
              <a:ext uri="{FF2B5EF4-FFF2-40B4-BE49-F238E27FC236}">
                <a16:creationId xmlns:a16="http://schemas.microsoft.com/office/drawing/2014/main" id="{2B98C640-6B12-42ED-9356-EFB1EB22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254" y="1776413"/>
            <a:ext cx="106576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build</a:t>
            </a:r>
          </a:p>
        </p:txBody>
      </p:sp>
      <p:sp>
        <p:nvSpPr>
          <p:cNvPr id="10" name="text-118">
            <a:extLst xmlns:a="http://schemas.openxmlformats.org/drawingml/2006/main">
              <a:ext uri="{FF2B5EF4-FFF2-40B4-BE49-F238E27FC236}">
                <a16:creationId xmlns:a16="http://schemas.microsoft.com/office/drawing/2014/main" id="{08150433-FCB1-4571-B02F-11BE2609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4431" y="2395538"/>
            <a:ext cx="240313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friendships.</a:t>
            </a:r>
          </a:p>
        </p:txBody>
      </p:sp>
      <p:sp>
        <p:nvSpPr>
          <p:cNvPr id="11" name="text-119">
            <a:extLst xmlns:a="http://schemas.openxmlformats.org/drawingml/2006/main">
              <a:ext uri="{FF2B5EF4-FFF2-40B4-BE49-F238E27FC236}">
                <a16:creationId xmlns:a16="http://schemas.microsoft.com/office/drawing/2014/main" id="{2F40B1C8-BD18-4846-ABFB-D23CCF2E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Play</a:t>
            </a:r>
          </a:p>
        </p:txBody>
      </p:sp>
      <p:sp>
        <p:nvSpPr>
          <p:cNvPr id="12" name="text-120">
            <a:extLst xmlns:a="http://schemas.openxmlformats.org/drawingml/2006/main">
              <a:ext uri="{FF2B5EF4-FFF2-40B4-BE49-F238E27FC236}">
                <a16:creationId xmlns:a16="http://schemas.microsoft.com/office/drawing/2014/main" id="{61570316-CCB1-41E1-998C-A09D76503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B   Playing</a:t>
            </a:r>
          </a:p>
        </p:txBody>
      </p:sp>
      <p:sp>
        <p:nvSpPr>
          <p:cNvPr id="13" name="text-121">
            <a:extLst xmlns:a="http://schemas.openxmlformats.org/drawingml/2006/main">
              <a:ext uri="{FF2B5EF4-FFF2-40B4-BE49-F238E27FC236}">
                <a16:creationId xmlns:a16="http://schemas.microsoft.com/office/drawing/2014/main" id="{CF4BF1F0-0F4C-4CF3-97E1-10739C02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Played</a:t>
            </a:r>
          </a:p>
        </p:txBody>
      </p:sp>
      <p:sp>
        <p:nvSpPr>
          <p:cNvPr id="14" name="text-122">
            <a:extLst xmlns:a="http://schemas.openxmlformats.org/drawingml/2006/main">
              <a:ext uri="{FF2B5EF4-FFF2-40B4-BE49-F238E27FC236}">
                <a16:creationId xmlns:a16="http://schemas.microsoft.com/office/drawing/2014/main" id="{9D6EE44A-9263-446B-B57C-002F3A372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95850"/>
            <a:ext cx="104394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2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2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Playing together משמש נושא יחיד. לכן נכתוב helps.</a:t>
            </a:r>
          </a:p>
        </p:txBody>
      </p:sp>
      <p:sp>
        <p:nvSpPr>
          <p:cNvPr id="15" name="text-123">
            <a:extLst xmlns:a="http://schemas.openxmlformats.org/drawingml/2006/main">
              <a:ext uri="{FF2B5EF4-FFF2-40B4-BE49-F238E27FC236}">
                <a16:creationId xmlns:a16="http://schemas.microsoft.com/office/drawing/2014/main" id="{D590FF11-3EC6-4E0A-AEBB-ACFB8179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20 / 108</a:t>
            </a:r>
          </a:p>
        </p:txBody>
      </p:sp>
    </p:spTree>
    <p:extLst>
      <p:ext uri="{BB962C8B-B14F-4D97-AF65-F5344CB8AC3E}">
        <p14:creationId xmlns:p14="http://schemas.microsoft.com/office/powerpoint/2010/main" val="2048527294"/>
      </p:ext>
    </p:extLst>
  </p:cSld>
</p:sld>
</file>

<file path=ppt/slides/slide2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24">
            <a:extLst xmlns:a="http://schemas.openxmlformats.org/drawingml/2006/main">
              <a:ext uri="{FF2B5EF4-FFF2-40B4-BE49-F238E27FC236}">
                <a16:creationId xmlns:a16="http://schemas.microsoft.com/office/drawing/2014/main" id="{E8490E8A-0C78-4E79-AD5B-EC03F5C5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a9bb9ba71cea4cd9"/>
              </a:rPr>
              <a:t>⌂</a:t>
            </a:r>
          </a:p>
        </p:txBody>
      </p:sp>
      <p:sp>
        <p:nvSpPr>
          <p:cNvPr id="2" name="title-125">
            <a:extLst xmlns:a="http://schemas.openxmlformats.org/drawingml/2006/main">
              <a:ext uri="{FF2B5EF4-FFF2-40B4-BE49-F238E27FC236}">
                <a16:creationId xmlns:a16="http://schemas.microsoft.com/office/drawing/2014/main" id="{0E22D1F7-DD28-4378-B992-36DE26EA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אחרי מילת יחס</a:t>
            </a:r>
          </a:p>
        </p:txBody>
      </p:sp>
      <p:sp>
        <p:nvSpPr>
          <p:cNvPr id="3" name="text-126">
            <a:extLst xmlns:a="http://schemas.openxmlformats.org/drawingml/2006/main">
              <a:ext uri="{FF2B5EF4-FFF2-40B4-BE49-F238E27FC236}">
                <a16:creationId xmlns:a16="http://schemas.microsoft.com/office/drawing/2014/main" id="{8AAE783D-B3F8-48CA-9B2C-26FC81FA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000125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defRPr>
            </a:pPr>
            <a:r>
              <a: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rPr>
              <a:t>הווה</a:t>
            </a:r>
          </a:p>
        </p:txBody>
      </p:sp>
      <p:sp>
        <p:nvSpPr>
          <p:cNvPr id="4" name="text-127">
            <a:extLst xmlns:a="http://schemas.openxmlformats.org/drawingml/2006/main">
              <a:ext uri="{FF2B5EF4-FFF2-40B4-BE49-F238E27FC236}">
                <a16:creationId xmlns:a16="http://schemas.microsoft.com/office/drawing/2014/main" id="{85221EB8-E574-4FC8-B815-A28E10DDC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084" y="2085975"/>
            <a:ext cx="189333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Students</a:t>
            </a:r>
          </a:p>
        </p:txBody>
      </p:sp>
      <p:sp>
        <p:nvSpPr>
          <p:cNvPr id="5" name="text-128">
            <a:extLst xmlns:a="http://schemas.openxmlformats.org/drawingml/2006/main">
              <a:ext uri="{FF2B5EF4-FFF2-40B4-BE49-F238E27FC236}">
                <a16:creationId xmlns:a16="http://schemas.microsoft.com/office/drawing/2014/main" id="{812898A7-781A-428E-AC6E-6AED349F1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6212" y="2085975"/>
            <a:ext cx="107714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learn</a:t>
            </a:r>
          </a:p>
        </p:txBody>
      </p:sp>
      <p:sp>
        <p:nvSpPr>
          <p:cNvPr id="6" name="text-129">
            <a:extLst xmlns:a="http://schemas.openxmlformats.org/drawingml/2006/main">
              <a:ext uri="{FF2B5EF4-FFF2-40B4-BE49-F238E27FC236}">
                <a16:creationId xmlns:a16="http://schemas.microsoft.com/office/drawing/2014/main" id="{66B5A7A2-CABE-4C82-94EC-26B694B5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151" y="2085975"/>
            <a:ext cx="210150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teamwork</a:t>
            </a:r>
          </a:p>
        </p:txBody>
      </p:sp>
      <p:sp>
        <p:nvSpPr>
          <p:cNvPr id="7" name="text-130">
            <a:extLst xmlns:a="http://schemas.openxmlformats.org/drawingml/2006/main">
              <a:ext uri="{FF2B5EF4-FFF2-40B4-BE49-F238E27FC236}">
                <a16:creationId xmlns:a16="http://schemas.microsoft.com/office/drawing/2014/main" id="{51270EE9-59AC-4EE5-960C-40547A48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0442" y="2085975"/>
            <a:ext cx="54502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by</a:t>
            </a:r>
          </a:p>
        </p:txBody>
      </p:sp>
      <p:sp>
        <p:nvSpPr>
          <p:cNvPr id="8" name="text-131">
            <a:extLst xmlns:a="http://schemas.openxmlformats.org/drawingml/2006/main">
              <a:ext uri="{FF2B5EF4-FFF2-40B4-BE49-F238E27FC236}">
                <a16:creationId xmlns:a16="http://schemas.microsoft.com/office/drawing/2014/main" id="{46E10CAE-1FE7-433C-B481-6137A673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311" y="2085975"/>
            <a:ext cx="194531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 </a:t>
            </a:r>
          </a:p>
        </p:txBody>
      </p:sp>
      <p:sp>
        <p:nvSpPr>
          <p:cNvPr id="9" name="gap-line-21">
            <a:extLst xmlns:a="http://schemas.openxmlformats.org/drawingml/2006/main">
              <a:ext uri="{FF2B5EF4-FFF2-40B4-BE49-F238E27FC236}">
                <a16:creationId xmlns:a16="http://schemas.microsoft.com/office/drawing/2014/main" id="{9390BA25-87D3-4B19-B54A-B39B1978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311" y="2628900"/>
            <a:ext cx="194531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EE5FF"/>
            </a:solidFill>
          </a:ln>
        </p:spPr>
      </p:sp>
      <p:sp>
        <p:nvSpPr>
          <p:cNvPr id="10" name="text-132">
            <a:extLst xmlns:a="http://schemas.openxmlformats.org/drawingml/2006/main">
              <a:ext uri="{FF2B5EF4-FFF2-40B4-BE49-F238E27FC236}">
                <a16:creationId xmlns:a16="http://schemas.microsoft.com/office/drawing/2014/main" id="{8995457A-97AE-4CF4-9355-5B062A3B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4461" y="2085975"/>
            <a:ext cx="187245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together.</a:t>
            </a:r>
          </a:p>
        </p:txBody>
      </p:sp>
      <p:sp>
        <p:nvSpPr>
          <p:cNvPr id="11" name="text-133">
            <a:extLst xmlns:a="http://schemas.openxmlformats.org/drawingml/2006/main">
              <a:ext uri="{FF2B5EF4-FFF2-40B4-BE49-F238E27FC236}">
                <a16:creationId xmlns:a16="http://schemas.microsoft.com/office/drawing/2014/main" id="{2FCAB085-5B6A-4D8F-9F01-29C72608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work</a:t>
            </a:r>
          </a:p>
        </p:txBody>
      </p:sp>
      <p:sp>
        <p:nvSpPr>
          <p:cNvPr id="12" name="text-134">
            <a:extLst xmlns:a="http://schemas.openxmlformats.org/drawingml/2006/main">
              <a:ext uri="{FF2B5EF4-FFF2-40B4-BE49-F238E27FC236}">
                <a16:creationId xmlns:a16="http://schemas.microsoft.com/office/drawing/2014/main" id="{57D80E2F-917A-4880-9DDB-F66671FA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worked</a:t>
            </a:r>
          </a:p>
        </p:txBody>
      </p:sp>
      <p:sp>
        <p:nvSpPr>
          <p:cNvPr id="13" name="text-135">
            <a:extLst xmlns:a="http://schemas.openxmlformats.org/drawingml/2006/main">
              <a:ext uri="{FF2B5EF4-FFF2-40B4-BE49-F238E27FC236}">
                <a16:creationId xmlns:a16="http://schemas.microsoft.com/office/drawing/2014/main" id="{B8034951-DBC1-401C-9E46-1A31015A4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working</a:t>
            </a:r>
          </a:p>
        </p:txBody>
      </p:sp>
      <p:sp>
        <p:nvSpPr>
          <p:cNvPr id="14" name="text-136">
            <a:extLst xmlns:a="http://schemas.openxmlformats.org/drawingml/2006/main">
              <a:ext uri="{FF2B5EF4-FFF2-40B4-BE49-F238E27FC236}">
                <a16:creationId xmlns:a16="http://schemas.microsoft.com/office/drawing/2014/main" id="{E669B970-3BDE-43FD-9561-E679DCB2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21 / 108</a:t>
            </a:r>
          </a:p>
        </p:txBody>
      </p:sp>
    </p:spTree>
    <p:extLst>
      <p:ext uri="{BB962C8B-B14F-4D97-AF65-F5344CB8AC3E}">
        <p14:creationId xmlns:p14="http://schemas.microsoft.com/office/powerpoint/2010/main" val="1370467572"/>
      </p:ext>
    </p:extLst>
  </p:cSld>
</p:sld>
</file>

<file path=ppt/slides/slide2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137">
            <a:extLst xmlns:a="http://schemas.openxmlformats.org/drawingml/2006/main">
              <a:ext uri="{FF2B5EF4-FFF2-40B4-BE49-F238E27FC236}">
                <a16:creationId xmlns:a16="http://schemas.microsoft.com/office/drawing/2014/main" id="{72BA0F56-BB6F-405D-AA57-D4CF5D5C2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ada0f6a3fb69491e"/>
              </a:rPr>
              <a:t>⌂</a:t>
            </a:r>
          </a:p>
        </p:txBody>
      </p:sp>
      <p:sp>
        <p:nvSpPr>
          <p:cNvPr id="2" name="title-138">
            <a:extLst xmlns:a="http://schemas.openxmlformats.org/drawingml/2006/main">
              <a:ext uri="{FF2B5EF4-FFF2-40B4-BE49-F238E27FC236}">
                <a16:creationId xmlns:a16="http://schemas.microsoft.com/office/drawing/2014/main" id="{20935E20-6946-45C4-878A-A99E82BD6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אחרי מילת יחס</a:t>
            </a:r>
          </a:p>
        </p:txBody>
      </p:sp>
      <p:sp>
        <p:nvSpPr>
          <p:cNvPr id="3" name="text-139">
            <a:extLst xmlns:a="http://schemas.openxmlformats.org/drawingml/2006/main">
              <a:ext uri="{FF2B5EF4-FFF2-40B4-BE49-F238E27FC236}">
                <a16:creationId xmlns:a16="http://schemas.microsoft.com/office/drawing/2014/main" id="{65AFFFE6-8A79-44D9-8E41-4919CEFF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000125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defRPr>
            </a:pPr>
            <a:r>
              <a: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rPr>
              <a:t>הווה</a:t>
            </a:r>
          </a:p>
        </p:txBody>
      </p:sp>
      <p:sp>
        <p:nvSpPr>
          <p:cNvPr id="4" name="text-140">
            <a:extLst xmlns:a="http://schemas.openxmlformats.org/drawingml/2006/main">
              <a:ext uri="{FF2B5EF4-FFF2-40B4-BE49-F238E27FC236}">
                <a16:creationId xmlns:a16="http://schemas.microsoft.com/office/drawing/2014/main" id="{2FA7281A-E4F9-41CB-8016-E4308C3E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084" y="2085975"/>
            <a:ext cx="189333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Students</a:t>
            </a:r>
          </a:p>
        </p:txBody>
      </p:sp>
      <p:sp>
        <p:nvSpPr>
          <p:cNvPr id="5" name="text-141">
            <a:extLst xmlns:a="http://schemas.openxmlformats.org/drawingml/2006/main">
              <a:ext uri="{FF2B5EF4-FFF2-40B4-BE49-F238E27FC236}">
                <a16:creationId xmlns:a16="http://schemas.microsoft.com/office/drawing/2014/main" id="{4041B981-F1CD-4807-BC8F-2AD0E392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6212" y="2085975"/>
            <a:ext cx="107714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learn</a:t>
            </a:r>
          </a:p>
        </p:txBody>
      </p:sp>
      <p:sp>
        <p:nvSpPr>
          <p:cNvPr id="6" name="text-142">
            <a:extLst xmlns:a="http://schemas.openxmlformats.org/drawingml/2006/main">
              <a:ext uri="{FF2B5EF4-FFF2-40B4-BE49-F238E27FC236}">
                <a16:creationId xmlns:a16="http://schemas.microsoft.com/office/drawing/2014/main" id="{290B3C16-640C-4F3F-99D1-7D77ED8B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151" y="2085975"/>
            <a:ext cx="210150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teamwork</a:t>
            </a:r>
          </a:p>
        </p:txBody>
      </p:sp>
      <p:sp>
        <p:nvSpPr>
          <p:cNvPr id="7" name="text-143">
            <a:extLst xmlns:a="http://schemas.openxmlformats.org/drawingml/2006/main">
              <a:ext uri="{FF2B5EF4-FFF2-40B4-BE49-F238E27FC236}">
                <a16:creationId xmlns:a16="http://schemas.microsoft.com/office/drawing/2014/main" id="{ABA9741F-7EDE-446A-92EA-9DB08397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0442" y="2085975"/>
            <a:ext cx="54502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by</a:t>
            </a:r>
          </a:p>
        </p:txBody>
      </p:sp>
      <p:sp>
        <p:nvSpPr>
          <p:cNvPr id="8" name="text-144">
            <a:extLst xmlns:a="http://schemas.openxmlformats.org/drawingml/2006/main">
              <a:ext uri="{FF2B5EF4-FFF2-40B4-BE49-F238E27FC236}">
                <a16:creationId xmlns:a16="http://schemas.microsoft.com/office/drawing/2014/main" id="{1B45E90F-49FE-434B-8436-D0A1A958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311" y="2085975"/>
            <a:ext cx="194531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working</a:t>
            </a:r>
          </a:p>
        </p:txBody>
      </p:sp>
      <p:sp>
        <p:nvSpPr>
          <p:cNvPr id="9" name="gap-line-22">
            <a:extLst xmlns:a="http://schemas.openxmlformats.org/drawingml/2006/main">
              <a:ext uri="{FF2B5EF4-FFF2-40B4-BE49-F238E27FC236}">
                <a16:creationId xmlns:a16="http://schemas.microsoft.com/office/drawing/2014/main" id="{573A425A-F6CD-44E3-B372-6D4FC10E7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311" y="2628900"/>
            <a:ext cx="194531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FFF5B"/>
            </a:solidFill>
          </a:ln>
        </p:spPr>
      </p:sp>
      <p:sp>
        <p:nvSpPr>
          <p:cNvPr id="10" name="text-145">
            <a:extLst xmlns:a="http://schemas.openxmlformats.org/drawingml/2006/main">
              <a:ext uri="{FF2B5EF4-FFF2-40B4-BE49-F238E27FC236}">
                <a16:creationId xmlns:a16="http://schemas.microsoft.com/office/drawing/2014/main" id="{F396FA24-395E-41B5-8E32-CF129D2A4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4461" y="2085975"/>
            <a:ext cx="187245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together.</a:t>
            </a:r>
          </a:p>
        </p:txBody>
      </p:sp>
      <p:sp>
        <p:nvSpPr>
          <p:cNvPr id="11" name="text-146">
            <a:extLst xmlns:a="http://schemas.openxmlformats.org/drawingml/2006/main">
              <a:ext uri="{FF2B5EF4-FFF2-40B4-BE49-F238E27FC236}">
                <a16:creationId xmlns:a16="http://schemas.microsoft.com/office/drawing/2014/main" id="{DFD1967D-AB2F-4814-A0EB-FF53F9B35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work</a:t>
            </a:r>
          </a:p>
        </p:txBody>
      </p:sp>
      <p:sp>
        <p:nvSpPr>
          <p:cNvPr id="12" name="text-147">
            <a:extLst xmlns:a="http://schemas.openxmlformats.org/drawingml/2006/main">
              <a:ext uri="{FF2B5EF4-FFF2-40B4-BE49-F238E27FC236}">
                <a16:creationId xmlns:a16="http://schemas.microsoft.com/office/drawing/2014/main" id="{CE99A3D9-7A30-46A5-AB94-5C67DC6B9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worked</a:t>
            </a:r>
          </a:p>
        </p:txBody>
      </p:sp>
      <p:sp>
        <p:nvSpPr>
          <p:cNvPr id="13" name="text-148">
            <a:extLst xmlns:a="http://schemas.openxmlformats.org/drawingml/2006/main">
              <a:ext uri="{FF2B5EF4-FFF2-40B4-BE49-F238E27FC236}">
                <a16:creationId xmlns:a16="http://schemas.microsoft.com/office/drawing/2014/main" id="{17805D0A-B8AC-4E7E-A067-63C29DACD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C   working</a:t>
            </a:r>
          </a:p>
        </p:txBody>
      </p:sp>
      <p:sp>
        <p:nvSpPr>
          <p:cNvPr id="14" name="text-149">
            <a:extLst xmlns:a="http://schemas.openxmlformats.org/drawingml/2006/main">
              <a:ext uri="{FF2B5EF4-FFF2-40B4-BE49-F238E27FC236}">
                <a16:creationId xmlns:a16="http://schemas.microsoft.com/office/drawing/2014/main" id="{0E3851B9-6944-456F-B86F-A4331C4DB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95850"/>
            <a:ext cx="104394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2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2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אחרי מילת היחס by משתמשים ב־gerund: by working.</a:t>
            </a:r>
          </a:p>
        </p:txBody>
      </p:sp>
      <p:sp>
        <p:nvSpPr>
          <p:cNvPr id="15" name="text-150">
            <a:extLst xmlns:a="http://schemas.openxmlformats.org/drawingml/2006/main">
              <a:ext uri="{FF2B5EF4-FFF2-40B4-BE49-F238E27FC236}">
                <a16:creationId xmlns:a16="http://schemas.microsoft.com/office/drawing/2014/main" id="{0FB98BF6-30D3-4B42-88BC-B6EC7DDC3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22 / 108</a:t>
            </a:r>
          </a:p>
        </p:txBody>
      </p:sp>
    </p:spTree>
    <p:extLst>
      <p:ext uri="{BB962C8B-B14F-4D97-AF65-F5344CB8AC3E}">
        <p14:creationId xmlns:p14="http://schemas.microsoft.com/office/powerpoint/2010/main" val="297680243"/>
      </p:ext>
    </p:extLst>
  </p:cSld>
</p:sld>
</file>

<file path=ppt/slides/slide2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151">
            <a:extLst xmlns:a="http://schemas.openxmlformats.org/drawingml/2006/main">
              <a:ext uri="{FF2B5EF4-FFF2-40B4-BE49-F238E27FC236}">
                <a16:creationId xmlns:a16="http://schemas.microsoft.com/office/drawing/2014/main" id="{AEEE0F5D-E015-464D-9ADB-A2E0C0708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718655f37a204bc8"/>
              </a:rPr>
              <a:t>⌂</a:t>
            </a:r>
          </a:p>
        </p:txBody>
      </p:sp>
      <p:sp>
        <p:nvSpPr>
          <p:cNvPr id="2" name="title-152">
            <a:extLst xmlns:a="http://schemas.openxmlformats.org/drawingml/2006/main">
              <a:ext uri="{FF2B5EF4-FFF2-40B4-BE49-F238E27FC236}">
                <a16:creationId xmlns:a16="http://schemas.microsoft.com/office/drawing/2014/main" id="{292A27A8-B974-438C-85BA-1045BD2E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טענה שתומכת בעמדה</a:t>
            </a:r>
          </a:p>
        </p:txBody>
      </p:sp>
      <p:sp>
        <p:nvSpPr>
          <p:cNvPr id="3" name="text-153">
            <a:extLst xmlns:a="http://schemas.openxmlformats.org/drawingml/2006/main">
              <a:ext uri="{FF2B5EF4-FFF2-40B4-BE49-F238E27FC236}">
                <a16:creationId xmlns:a16="http://schemas.microsoft.com/office/drawing/2014/main" id="{731842C1-4FFF-48AC-BA1E-10B7F384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On the other hand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, </a:t>
            </a: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playing together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can improve confidence and develop useful social skills.</a:t>
            </a:r>
          </a:p>
        </p:txBody>
      </p:sp>
      <p:sp>
        <p:nvSpPr>
          <p:cNvPr id="4" name="text-154">
            <a:extLst xmlns:a="http://schemas.openxmlformats.org/drawingml/2006/main">
              <a:ext uri="{FF2B5EF4-FFF2-40B4-BE49-F238E27FC236}">
                <a16:creationId xmlns:a16="http://schemas.microsoft.com/office/drawing/2014/main" id="{38E89731-0D33-4F9C-B739-038CFF5F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בפסקה השלישית חוזרים לעמדה: משחק משותף מפתח ביטחון וכישורים חברתיים.</a:t>
            </a:r>
          </a:p>
        </p:txBody>
      </p:sp>
      <p:sp>
        <p:nvSpPr>
          <p:cNvPr id="5" name="text-155">
            <a:extLst xmlns:a="http://schemas.openxmlformats.org/drawingml/2006/main">
              <a:ext uri="{FF2B5EF4-FFF2-40B4-BE49-F238E27FC236}">
                <a16:creationId xmlns:a16="http://schemas.microsoft.com/office/drawing/2014/main" id="{9AC208F9-4536-495C-AA85-46022AD77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23 / 108</a:t>
            </a:r>
          </a:p>
        </p:txBody>
      </p:sp>
    </p:spTree>
    <p:extLst>
      <p:ext uri="{BB962C8B-B14F-4D97-AF65-F5344CB8AC3E}">
        <p14:creationId xmlns:p14="http://schemas.microsoft.com/office/powerpoint/2010/main" val="789183197"/>
      </p:ext>
    </p:extLst>
  </p:cSld>
</p:sld>
</file>

<file path=ppt/slides/slide2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156">
            <a:extLst xmlns:a="http://schemas.openxmlformats.org/drawingml/2006/main">
              <a:ext uri="{FF2B5EF4-FFF2-40B4-BE49-F238E27FC236}">
                <a16:creationId xmlns:a16="http://schemas.microsoft.com/office/drawing/2014/main" id="{43D466F6-CA96-4EF0-925C-955164A3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0b7332f6503f4a40"/>
              </a:rPr>
              <a:t>⌂</a:t>
            </a:r>
          </a:p>
        </p:txBody>
      </p:sp>
      <p:sp>
        <p:nvSpPr>
          <p:cNvPr id="2" name="title-157">
            <a:extLst xmlns:a="http://schemas.openxmlformats.org/drawingml/2006/main">
              <a:ext uri="{FF2B5EF4-FFF2-40B4-BE49-F238E27FC236}">
                <a16:creationId xmlns:a16="http://schemas.microsoft.com/office/drawing/2014/main" id="{37E01E9A-444B-48E3-98C8-A424CFB4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הפוגה קצרה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9f4e6dced04be8"/>
          <a:stretch xmlns:a="http://schemas.openxmlformats.org/drawingml/2006/main"/>
        </p:blipFill>
        <p:spPr>
          <a:xfrm xmlns:a="http://schemas.openxmlformats.org/drawingml/2006/main">
            <a:off x="4286250" y="1304925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4" name="text-158">
            <a:extLst xmlns:a="http://schemas.openxmlformats.org/drawingml/2006/main">
              <a:ext uri="{FF2B5EF4-FFF2-40B4-BE49-F238E27FC236}">
                <a16:creationId xmlns:a16="http://schemas.microsoft.com/office/drawing/2014/main" id="{9FEE8B75-1772-4E6D-819E-0D37D538A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C857"/>
                </a:solidFill>
                <a:latin typeface="Nunito"/>
                <a:ea typeface="Nunito"/>
                <a:cs typeface="Nunito"/>
              </a:defRPr>
            </a:pPr>
            <a:r>
              <a:rPr sz="2700" b="1">
                <a:solidFill>
                  <a:srgbClr val="FFC857"/>
                </a:solidFill>
                <a:latin typeface="Nunito"/>
                <a:ea typeface="Nunito"/>
                <a:cs typeface="Nunito"/>
              </a:rPr>
              <a:t>Balancing books is easier in the instructions.</a:t>
            </a:r>
          </a:p>
        </p:txBody>
      </p:sp>
      <p:sp>
        <p:nvSpPr>
          <p:cNvPr id="5" name="text-159">
            <a:extLst xmlns:a="http://schemas.openxmlformats.org/drawingml/2006/main">
              <a:ext uri="{FF2B5EF4-FFF2-40B4-BE49-F238E27FC236}">
                <a16:creationId xmlns:a16="http://schemas.microsoft.com/office/drawing/2014/main" id="{FEE88546-FDC3-4398-9881-C200E599E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24 / 108</a:t>
            </a:r>
          </a:p>
        </p:txBody>
      </p:sp>
    </p:spTree>
    <p:extLst>
      <p:ext uri="{BB962C8B-B14F-4D97-AF65-F5344CB8AC3E}">
        <p14:creationId xmlns:p14="http://schemas.microsoft.com/office/powerpoint/2010/main" val="2128616831"/>
      </p:ext>
    </p:extLst>
  </p:cSld>
</p:sld>
</file>

<file path=ppt/slides/slide2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160">
            <a:extLst xmlns:a="http://schemas.openxmlformats.org/drawingml/2006/main">
              <a:ext uri="{FF2B5EF4-FFF2-40B4-BE49-F238E27FC236}">
                <a16:creationId xmlns:a16="http://schemas.microsoft.com/office/drawing/2014/main" id="{90E4A8FF-9492-4CE5-A60D-5C15BCB6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711ac639ac9249b6"/>
              </a:rPr>
              <a:t>⌂</a:t>
            </a:r>
          </a:p>
        </p:txBody>
      </p:sp>
      <p:sp>
        <p:nvSpPr>
          <p:cNvPr id="2" name="title-161">
            <a:extLst xmlns:a="http://schemas.openxmlformats.org/drawingml/2006/main">
              <a:ext uri="{FF2B5EF4-FFF2-40B4-BE49-F238E27FC236}">
                <a16:creationId xmlns:a16="http://schemas.microsoft.com/office/drawing/2014/main" id="{8DC3DEA6-7F7E-4315-81C3-42A10FDDF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סיבה</a:t>
            </a:r>
          </a:p>
        </p:txBody>
      </p:sp>
      <p:sp>
        <p:nvSpPr>
          <p:cNvPr id="3" name="text-162">
            <a:extLst xmlns:a="http://schemas.openxmlformats.org/drawingml/2006/main">
              <a:ext uri="{FF2B5EF4-FFF2-40B4-BE49-F238E27FC236}">
                <a16:creationId xmlns:a16="http://schemas.microsoft.com/office/drawing/2014/main" id="{A28AE80F-C378-45FA-8268-A90EEEDF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000125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defRPr>
            </a:pPr>
            <a:r>
              <a: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rPr>
              <a:t>הווה</a:t>
            </a:r>
          </a:p>
        </p:txBody>
      </p:sp>
      <p:sp>
        <p:nvSpPr>
          <p:cNvPr id="4" name="text-163">
            <a:extLst xmlns:a="http://schemas.openxmlformats.org/drawingml/2006/main">
              <a:ext uri="{FF2B5EF4-FFF2-40B4-BE49-F238E27FC236}">
                <a16:creationId xmlns:a16="http://schemas.microsoft.com/office/drawing/2014/main" id="{B6886FAF-850B-4C06-80DC-AE5429334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846" y="1776413"/>
            <a:ext cx="189333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Students</a:t>
            </a:r>
          </a:p>
        </p:txBody>
      </p:sp>
      <p:sp>
        <p:nvSpPr>
          <p:cNvPr id="5" name="text-164">
            <a:extLst xmlns:a="http://schemas.openxmlformats.org/drawingml/2006/main">
              <a:ext uri="{FF2B5EF4-FFF2-40B4-BE49-F238E27FC236}">
                <a16:creationId xmlns:a16="http://schemas.microsoft.com/office/drawing/2014/main" id="{563C7290-ED02-4915-9641-5C76331AA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1975" y="1776413"/>
            <a:ext cx="80401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feel</a:t>
            </a:r>
          </a:p>
        </p:txBody>
      </p:sp>
      <p:sp>
        <p:nvSpPr>
          <p:cNvPr id="6" name="text-165">
            <a:extLst xmlns:a="http://schemas.openxmlformats.org/drawingml/2006/main">
              <a:ext uri="{FF2B5EF4-FFF2-40B4-BE49-F238E27FC236}">
                <a16:creationId xmlns:a16="http://schemas.microsoft.com/office/drawing/2014/main" id="{944E05CD-7F42-43AA-B95C-EB979151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3782" y="1776413"/>
            <a:ext cx="179555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included</a:t>
            </a:r>
          </a:p>
        </p:txBody>
      </p:sp>
      <p:sp>
        <p:nvSpPr>
          <p:cNvPr id="7" name="text-166">
            <a:extLst xmlns:a="http://schemas.openxmlformats.org/drawingml/2006/main">
              <a:ext uri="{FF2B5EF4-FFF2-40B4-BE49-F238E27FC236}">
                <a16:creationId xmlns:a16="http://schemas.microsoft.com/office/drawing/2014/main" id="{48DA5B66-1FE1-4D42-91E1-8C4342FA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6176" y="1776413"/>
            <a:ext cx="214629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 </a:t>
            </a:r>
          </a:p>
        </p:txBody>
      </p:sp>
      <p:sp>
        <p:nvSpPr>
          <p:cNvPr id="8" name="gap-line-25">
            <a:extLst xmlns:a="http://schemas.openxmlformats.org/drawingml/2006/main">
              <a:ext uri="{FF2B5EF4-FFF2-40B4-BE49-F238E27FC236}">
                <a16:creationId xmlns:a16="http://schemas.microsoft.com/office/drawing/2014/main" id="{D009930D-961B-4A89-9C11-3F62F38C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6176" y="2319338"/>
            <a:ext cx="2146291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EE5FF"/>
            </a:solidFill>
          </a:ln>
        </p:spPr>
      </p:sp>
      <p:sp>
        <p:nvSpPr>
          <p:cNvPr id="9" name="text-167">
            <a:extLst xmlns:a="http://schemas.openxmlformats.org/drawingml/2006/main">
              <a:ext uri="{FF2B5EF4-FFF2-40B4-BE49-F238E27FC236}">
                <a16:creationId xmlns:a16="http://schemas.microsoft.com/office/drawing/2014/main" id="{7EAF9118-6493-48F0-8CDA-DD09A53F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308" y="1776413"/>
            <a:ext cx="95737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their</a:t>
            </a:r>
          </a:p>
        </p:txBody>
      </p:sp>
      <p:sp>
        <p:nvSpPr>
          <p:cNvPr id="10" name="text-168">
            <a:extLst xmlns:a="http://schemas.openxmlformats.org/drawingml/2006/main">
              <a:ext uri="{FF2B5EF4-FFF2-40B4-BE49-F238E27FC236}">
                <a16:creationId xmlns:a16="http://schemas.microsoft.com/office/drawing/2014/main" id="{F0C19E78-86A9-4E18-9619-0CADB69A5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76" y="1776413"/>
            <a:ext cx="234667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classmates</a:t>
            </a:r>
          </a:p>
        </p:txBody>
      </p:sp>
      <p:sp>
        <p:nvSpPr>
          <p:cNvPr id="11" name="text-169">
            <a:extLst xmlns:a="http://schemas.openxmlformats.org/drawingml/2006/main">
              <a:ext uri="{FF2B5EF4-FFF2-40B4-BE49-F238E27FC236}">
                <a16:creationId xmlns:a16="http://schemas.microsoft.com/office/drawing/2014/main" id="{F0270049-C554-4197-8CC0-E5A14EB0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7872" y="2395538"/>
            <a:ext cx="1003562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pass</a:t>
            </a:r>
          </a:p>
        </p:txBody>
      </p:sp>
      <p:sp>
        <p:nvSpPr>
          <p:cNvPr id="12" name="text-170">
            <a:extLst xmlns:a="http://schemas.openxmlformats.org/drawingml/2006/main">
              <a:ext uri="{FF2B5EF4-FFF2-40B4-BE49-F238E27FC236}">
                <a16:creationId xmlns:a16="http://schemas.microsoft.com/office/drawing/2014/main" id="{A01B56B7-2B15-4CC1-A3CF-58584656D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9224" y="2395538"/>
            <a:ext cx="109946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them</a:t>
            </a:r>
          </a:p>
        </p:txBody>
      </p:sp>
      <p:sp>
        <p:nvSpPr>
          <p:cNvPr id="13" name="text-171">
            <a:extLst xmlns:a="http://schemas.openxmlformats.org/drawingml/2006/main">
              <a:ext uri="{FF2B5EF4-FFF2-40B4-BE49-F238E27FC236}">
                <a16:creationId xmlns:a16="http://schemas.microsoft.com/office/drawing/2014/main" id="{B47139F9-0EE9-4158-8B73-C74728B6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6482" y="2395538"/>
            <a:ext cx="70137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the</a:t>
            </a:r>
          </a:p>
        </p:txBody>
      </p:sp>
      <p:sp>
        <p:nvSpPr>
          <p:cNvPr id="14" name="text-172">
            <a:extLst xmlns:a="http://schemas.openxmlformats.org/drawingml/2006/main">
              <a:ext uri="{FF2B5EF4-FFF2-40B4-BE49-F238E27FC236}">
                <a16:creationId xmlns:a16="http://schemas.microsoft.com/office/drawing/2014/main" id="{222A3ED8-1F56-444C-9294-7D8DFCA1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5644" y="2395538"/>
            <a:ext cx="91848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ball.</a:t>
            </a:r>
          </a:p>
        </p:txBody>
      </p:sp>
      <p:sp>
        <p:nvSpPr>
          <p:cNvPr id="15" name="text-173">
            <a:extLst xmlns:a="http://schemas.openxmlformats.org/drawingml/2006/main">
              <a:ext uri="{FF2B5EF4-FFF2-40B4-BE49-F238E27FC236}">
                <a16:creationId xmlns:a16="http://schemas.microsoft.com/office/drawing/2014/main" id="{D4D2E5DD-C6E5-4B53-92DB-25796540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therefore</a:t>
            </a:r>
          </a:p>
        </p:txBody>
      </p:sp>
      <p:sp>
        <p:nvSpPr>
          <p:cNvPr id="16" name="text-174">
            <a:extLst xmlns:a="http://schemas.openxmlformats.org/drawingml/2006/main">
              <a:ext uri="{FF2B5EF4-FFF2-40B4-BE49-F238E27FC236}">
                <a16:creationId xmlns:a16="http://schemas.microsoft.com/office/drawing/2014/main" id="{C30F0BBF-1591-4CE2-B9FC-5D7A9EC47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because</a:t>
            </a:r>
          </a:p>
        </p:txBody>
      </p:sp>
      <p:sp>
        <p:nvSpPr>
          <p:cNvPr id="17" name="text-175">
            <a:extLst xmlns:a="http://schemas.openxmlformats.org/drawingml/2006/main">
              <a:ext uri="{FF2B5EF4-FFF2-40B4-BE49-F238E27FC236}">
                <a16:creationId xmlns:a16="http://schemas.microsoft.com/office/drawing/2014/main" id="{AC873C4D-B634-4165-8289-6D47139FA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however</a:t>
            </a:r>
          </a:p>
        </p:txBody>
      </p:sp>
      <p:sp>
        <p:nvSpPr>
          <p:cNvPr id="18" name="text-176">
            <a:extLst xmlns:a="http://schemas.openxmlformats.org/drawingml/2006/main">
              <a:ext uri="{FF2B5EF4-FFF2-40B4-BE49-F238E27FC236}">
                <a16:creationId xmlns:a16="http://schemas.microsoft.com/office/drawing/2014/main" id="{6DE4CA83-47EC-459D-9072-14196D08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25 / 108</a:t>
            </a:r>
          </a:p>
        </p:txBody>
      </p:sp>
    </p:spTree>
    <p:extLst>
      <p:ext uri="{BB962C8B-B14F-4D97-AF65-F5344CB8AC3E}">
        <p14:creationId xmlns:p14="http://schemas.microsoft.com/office/powerpoint/2010/main" val="2140352347"/>
      </p:ext>
    </p:extLst>
  </p:cSld>
</p:sld>
</file>

<file path=ppt/slides/slide2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177">
            <a:extLst xmlns:a="http://schemas.openxmlformats.org/drawingml/2006/main">
              <a:ext uri="{FF2B5EF4-FFF2-40B4-BE49-F238E27FC236}">
                <a16:creationId xmlns:a16="http://schemas.microsoft.com/office/drawing/2014/main" id="{D9459CBF-D2E2-451A-B976-6BB068FD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9e0f3f32e6da4d6b"/>
              </a:rPr>
              <a:t>⌂</a:t>
            </a:r>
          </a:p>
        </p:txBody>
      </p:sp>
      <p:sp>
        <p:nvSpPr>
          <p:cNvPr id="2" name="title-178">
            <a:extLst xmlns:a="http://schemas.openxmlformats.org/drawingml/2006/main">
              <a:ext uri="{FF2B5EF4-FFF2-40B4-BE49-F238E27FC236}">
                <a16:creationId xmlns:a16="http://schemas.microsoft.com/office/drawing/2014/main" id="{DCCC958C-69B9-4F77-B1AC-BB5A5595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סיבה</a:t>
            </a:r>
          </a:p>
        </p:txBody>
      </p:sp>
      <p:sp>
        <p:nvSpPr>
          <p:cNvPr id="3" name="text-179">
            <a:extLst xmlns:a="http://schemas.openxmlformats.org/drawingml/2006/main">
              <a:ext uri="{FF2B5EF4-FFF2-40B4-BE49-F238E27FC236}">
                <a16:creationId xmlns:a16="http://schemas.microsoft.com/office/drawing/2014/main" id="{F683CE0F-0B86-4E90-987F-B0F2C23E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000125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defRPr>
            </a:pPr>
            <a:r>
              <a: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rPr>
              <a:t>הווה</a:t>
            </a:r>
          </a:p>
        </p:txBody>
      </p:sp>
      <p:sp>
        <p:nvSpPr>
          <p:cNvPr id="4" name="text-180">
            <a:extLst xmlns:a="http://schemas.openxmlformats.org/drawingml/2006/main">
              <a:ext uri="{FF2B5EF4-FFF2-40B4-BE49-F238E27FC236}">
                <a16:creationId xmlns:a16="http://schemas.microsoft.com/office/drawing/2014/main" id="{0FF03863-829D-4BF9-B153-103ABEB7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846" y="1776413"/>
            <a:ext cx="189333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Students</a:t>
            </a:r>
          </a:p>
        </p:txBody>
      </p:sp>
      <p:sp>
        <p:nvSpPr>
          <p:cNvPr id="5" name="text-181">
            <a:extLst xmlns:a="http://schemas.openxmlformats.org/drawingml/2006/main">
              <a:ext uri="{FF2B5EF4-FFF2-40B4-BE49-F238E27FC236}">
                <a16:creationId xmlns:a16="http://schemas.microsoft.com/office/drawing/2014/main" id="{0B1FE16F-CEAA-4919-8391-0CE9530A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1975" y="1776413"/>
            <a:ext cx="80401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feel</a:t>
            </a:r>
          </a:p>
        </p:txBody>
      </p:sp>
      <p:sp>
        <p:nvSpPr>
          <p:cNvPr id="6" name="text-182">
            <a:extLst xmlns:a="http://schemas.openxmlformats.org/drawingml/2006/main">
              <a:ext uri="{FF2B5EF4-FFF2-40B4-BE49-F238E27FC236}">
                <a16:creationId xmlns:a16="http://schemas.microsoft.com/office/drawing/2014/main" id="{019DABBF-2472-45CD-911C-9DF5CF1E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3782" y="1776413"/>
            <a:ext cx="179555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included</a:t>
            </a:r>
          </a:p>
        </p:txBody>
      </p:sp>
      <p:sp>
        <p:nvSpPr>
          <p:cNvPr id="7" name="text-183">
            <a:extLst xmlns:a="http://schemas.openxmlformats.org/drawingml/2006/main">
              <a:ext uri="{FF2B5EF4-FFF2-40B4-BE49-F238E27FC236}">
                <a16:creationId xmlns:a16="http://schemas.microsoft.com/office/drawing/2014/main" id="{62C1BAC8-EE83-4255-9D8B-CDB727264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6176" y="1776413"/>
            <a:ext cx="214629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because</a:t>
            </a:r>
          </a:p>
        </p:txBody>
      </p:sp>
      <p:sp>
        <p:nvSpPr>
          <p:cNvPr id="8" name="gap-line-26">
            <a:extLst xmlns:a="http://schemas.openxmlformats.org/drawingml/2006/main">
              <a:ext uri="{FF2B5EF4-FFF2-40B4-BE49-F238E27FC236}">
                <a16:creationId xmlns:a16="http://schemas.microsoft.com/office/drawing/2014/main" id="{546AB0AF-CAFD-4464-A02E-CFB428A5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6176" y="2319338"/>
            <a:ext cx="2146291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FFF5B"/>
            </a:solidFill>
          </a:ln>
        </p:spPr>
      </p:sp>
      <p:sp>
        <p:nvSpPr>
          <p:cNvPr id="9" name="text-184">
            <a:extLst xmlns:a="http://schemas.openxmlformats.org/drawingml/2006/main">
              <a:ext uri="{FF2B5EF4-FFF2-40B4-BE49-F238E27FC236}">
                <a16:creationId xmlns:a16="http://schemas.microsoft.com/office/drawing/2014/main" id="{57223B7E-A207-4BB7-98C7-7F67B54E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308" y="1776413"/>
            <a:ext cx="95737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their</a:t>
            </a:r>
          </a:p>
        </p:txBody>
      </p:sp>
      <p:sp>
        <p:nvSpPr>
          <p:cNvPr id="10" name="text-185">
            <a:extLst xmlns:a="http://schemas.openxmlformats.org/drawingml/2006/main">
              <a:ext uri="{FF2B5EF4-FFF2-40B4-BE49-F238E27FC236}">
                <a16:creationId xmlns:a16="http://schemas.microsoft.com/office/drawing/2014/main" id="{B0D34103-4289-4F5E-9FDA-294E2704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76" y="1776413"/>
            <a:ext cx="234667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classmates</a:t>
            </a:r>
          </a:p>
        </p:txBody>
      </p:sp>
      <p:sp>
        <p:nvSpPr>
          <p:cNvPr id="11" name="text-186">
            <a:extLst xmlns:a="http://schemas.openxmlformats.org/drawingml/2006/main">
              <a:ext uri="{FF2B5EF4-FFF2-40B4-BE49-F238E27FC236}">
                <a16:creationId xmlns:a16="http://schemas.microsoft.com/office/drawing/2014/main" id="{33ECF7C4-6C1E-4218-B439-20A7A019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7872" y="2395538"/>
            <a:ext cx="1003562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pass</a:t>
            </a:r>
          </a:p>
        </p:txBody>
      </p:sp>
      <p:sp>
        <p:nvSpPr>
          <p:cNvPr id="12" name="text-187">
            <a:extLst xmlns:a="http://schemas.openxmlformats.org/drawingml/2006/main">
              <a:ext uri="{FF2B5EF4-FFF2-40B4-BE49-F238E27FC236}">
                <a16:creationId xmlns:a16="http://schemas.microsoft.com/office/drawing/2014/main" id="{3697321E-4C8F-4CBC-8EFC-FA8D081B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9224" y="2395538"/>
            <a:ext cx="109946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them</a:t>
            </a:r>
          </a:p>
        </p:txBody>
      </p:sp>
      <p:sp>
        <p:nvSpPr>
          <p:cNvPr id="13" name="text-188">
            <a:extLst xmlns:a="http://schemas.openxmlformats.org/drawingml/2006/main">
              <a:ext uri="{FF2B5EF4-FFF2-40B4-BE49-F238E27FC236}">
                <a16:creationId xmlns:a16="http://schemas.microsoft.com/office/drawing/2014/main" id="{608DD762-EF7A-496F-8388-85F164D7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6482" y="2395538"/>
            <a:ext cx="70137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the</a:t>
            </a:r>
          </a:p>
        </p:txBody>
      </p:sp>
      <p:sp>
        <p:nvSpPr>
          <p:cNvPr id="14" name="text-189">
            <a:extLst xmlns:a="http://schemas.openxmlformats.org/drawingml/2006/main">
              <a:ext uri="{FF2B5EF4-FFF2-40B4-BE49-F238E27FC236}">
                <a16:creationId xmlns:a16="http://schemas.microsoft.com/office/drawing/2014/main" id="{CAB2FE5F-5258-4C26-A04F-B7C47601F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5644" y="2395538"/>
            <a:ext cx="91848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ball.</a:t>
            </a:r>
          </a:p>
        </p:txBody>
      </p:sp>
      <p:sp>
        <p:nvSpPr>
          <p:cNvPr id="15" name="text-190">
            <a:extLst xmlns:a="http://schemas.openxmlformats.org/drawingml/2006/main">
              <a:ext uri="{FF2B5EF4-FFF2-40B4-BE49-F238E27FC236}">
                <a16:creationId xmlns:a16="http://schemas.microsoft.com/office/drawing/2014/main" id="{3085181E-28F6-4B8B-AC4A-4E665090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therefore</a:t>
            </a:r>
          </a:p>
        </p:txBody>
      </p:sp>
      <p:sp>
        <p:nvSpPr>
          <p:cNvPr id="16" name="text-191">
            <a:extLst xmlns:a="http://schemas.openxmlformats.org/drawingml/2006/main">
              <a:ext uri="{FF2B5EF4-FFF2-40B4-BE49-F238E27FC236}">
                <a16:creationId xmlns:a16="http://schemas.microsoft.com/office/drawing/2014/main" id="{6F8966AB-2E48-41CF-9037-3F67638A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B   because</a:t>
            </a:r>
          </a:p>
        </p:txBody>
      </p:sp>
      <p:sp>
        <p:nvSpPr>
          <p:cNvPr id="17" name="text-192">
            <a:extLst xmlns:a="http://schemas.openxmlformats.org/drawingml/2006/main">
              <a:ext uri="{FF2B5EF4-FFF2-40B4-BE49-F238E27FC236}">
                <a16:creationId xmlns:a16="http://schemas.microsoft.com/office/drawing/2014/main" id="{7E2A64DC-30EB-4DF5-99AA-69F29577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however</a:t>
            </a:r>
          </a:p>
        </p:txBody>
      </p:sp>
      <p:sp>
        <p:nvSpPr>
          <p:cNvPr id="18" name="text-193">
            <a:extLst xmlns:a="http://schemas.openxmlformats.org/drawingml/2006/main">
              <a:ext uri="{FF2B5EF4-FFF2-40B4-BE49-F238E27FC236}">
                <a16:creationId xmlns:a16="http://schemas.microsoft.com/office/drawing/2014/main" id="{84772635-1465-4029-AAD9-7C00BEA8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95850"/>
            <a:ext cx="104394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2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2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Because מחבר סיבה למשפט. אחריו מופיע משפט עם נושא ופועל.</a:t>
            </a:r>
          </a:p>
        </p:txBody>
      </p:sp>
      <p:sp>
        <p:nvSpPr>
          <p:cNvPr id="19" name="text-194">
            <a:extLst xmlns:a="http://schemas.openxmlformats.org/drawingml/2006/main">
              <a:ext uri="{FF2B5EF4-FFF2-40B4-BE49-F238E27FC236}">
                <a16:creationId xmlns:a16="http://schemas.microsoft.com/office/drawing/2014/main" id="{473CEDAF-C3BC-4FFA-B268-36F660632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26 / 108</a:t>
            </a:r>
          </a:p>
        </p:txBody>
      </p:sp>
    </p:spTree>
    <p:extLst>
      <p:ext uri="{BB962C8B-B14F-4D97-AF65-F5344CB8AC3E}">
        <p14:creationId xmlns:p14="http://schemas.microsoft.com/office/powerpoint/2010/main" val="1150389387"/>
      </p:ext>
    </p:extLst>
  </p:cSld>
</p:sld>
</file>

<file path=ppt/slides/slide2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95">
            <a:extLst xmlns:a="http://schemas.openxmlformats.org/drawingml/2006/main">
              <a:ext uri="{FF2B5EF4-FFF2-40B4-BE49-F238E27FC236}">
                <a16:creationId xmlns:a16="http://schemas.microsoft.com/office/drawing/2014/main" id="{C556FECE-8A23-4397-8A6A-F8D1DA774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e6c4e8ea10f04184"/>
              </a:rPr>
              <a:t>⌂</a:t>
            </a:r>
          </a:p>
        </p:txBody>
      </p:sp>
      <p:sp>
        <p:nvSpPr>
          <p:cNvPr id="2" name="title-196">
            <a:extLst xmlns:a="http://schemas.openxmlformats.org/drawingml/2006/main">
              <a:ext uri="{FF2B5EF4-FFF2-40B4-BE49-F238E27FC236}">
                <a16:creationId xmlns:a16="http://schemas.microsoft.com/office/drawing/2014/main" id="{9CA75267-29C0-4DCA-843D-8CB184BA4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תוצאה</a:t>
            </a:r>
          </a:p>
        </p:txBody>
      </p:sp>
      <p:sp>
        <p:nvSpPr>
          <p:cNvPr id="3" name="text-197">
            <a:extLst xmlns:a="http://schemas.openxmlformats.org/drawingml/2006/main">
              <a:ext uri="{FF2B5EF4-FFF2-40B4-BE49-F238E27FC236}">
                <a16:creationId xmlns:a16="http://schemas.microsoft.com/office/drawing/2014/main" id="{33DB6ADE-267A-42B4-B196-7AE20829F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000125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defRPr>
            </a:pPr>
            <a:r>
              <a: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rPr>
              <a:t>הווה</a:t>
            </a:r>
          </a:p>
        </p:txBody>
      </p:sp>
      <p:sp>
        <p:nvSpPr>
          <p:cNvPr id="4" name="text-198">
            <a:extLst xmlns:a="http://schemas.openxmlformats.org/drawingml/2006/main">
              <a:ext uri="{FF2B5EF4-FFF2-40B4-BE49-F238E27FC236}">
                <a16:creationId xmlns:a16="http://schemas.microsoft.com/office/drawing/2014/main" id="{AD29D33D-96A0-478C-A28E-D797E5A9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517" y="1776413"/>
            <a:ext cx="244733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Classmates</a:t>
            </a:r>
          </a:p>
        </p:txBody>
      </p:sp>
      <p:sp>
        <p:nvSpPr>
          <p:cNvPr id="5" name="text-199">
            <a:extLst xmlns:a="http://schemas.openxmlformats.org/drawingml/2006/main">
              <a:ext uri="{FF2B5EF4-FFF2-40B4-BE49-F238E27FC236}">
                <a16:creationId xmlns:a16="http://schemas.microsoft.com/office/drawing/2014/main" id="{9C3AE21B-9217-4812-8BFD-51C5E1C7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642" y="1776413"/>
            <a:ext cx="219177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encourage</a:t>
            </a:r>
          </a:p>
        </p:txBody>
      </p:sp>
      <p:sp>
        <p:nvSpPr>
          <p:cNvPr id="6" name="text-200">
            <a:extLst xmlns:a="http://schemas.openxmlformats.org/drawingml/2006/main">
              <a:ext uri="{FF2B5EF4-FFF2-40B4-BE49-F238E27FC236}">
                <a16:creationId xmlns:a16="http://schemas.microsoft.com/office/drawing/2014/main" id="{D27D5CEF-8628-43C0-A47B-96CB29A7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2204" y="1776413"/>
            <a:ext cx="2178402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beginners.</a:t>
            </a:r>
          </a:p>
        </p:txBody>
      </p:sp>
      <p:sp>
        <p:nvSpPr>
          <p:cNvPr id="7" name="text-201">
            <a:extLst xmlns:a="http://schemas.openxmlformats.org/drawingml/2006/main">
              <a:ext uri="{FF2B5EF4-FFF2-40B4-BE49-F238E27FC236}">
                <a16:creationId xmlns:a16="http://schemas.microsoft.com/office/drawing/2014/main" id="{9B986824-04D8-4B9A-89B6-E3A1AF217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446" y="1776413"/>
            <a:ext cx="2831882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 </a:t>
            </a:r>
          </a:p>
        </p:txBody>
      </p:sp>
      <p:sp>
        <p:nvSpPr>
          <p:cNvPr id="8" name="gap-line-27">
            <a:extLst xmlns:a="http://schemas.openxmlformats.org/drawingml/2006/main">
              <a:ext uri="{FF2B5EF4-FFF2-40B4-BE49-F238E27FC236}">
                <a16:creationId xmlns:a16="http://schemas.microsoft.com/office/drawing/2014/main" id="{5C73920C-9D5D-445E-9A61-577E881A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446" y="2319338"/>
            <a:ext cx="2831882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EE5FF"/>
            </a:solidFill>
          </a:ln>
        </p:spPr>
      </p:sp>
      <p:sp>
        <p:nvSpPr>
          <p:cNvPr id="9" name="text-202">
            <a:extLst xmlns:a="http://schemas.openxmlformats.org/drawingml/2006/main">
              <a:ext uri="{FF2B5EF4-FFF2-40B4-BE49-F238E27FC236}">
                <a16:creationId xmlns:a16="http://schemas.microsoft.com/office/drawing/2014/main" id="{9FDD4386-C0DC-426D-B9EC-9E4CC119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6169" y="1776413"/>
            <a:ext cx="13831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,</a:t>
            </a:r>
          </a:p>
        </p:txBody>
      </p:sp>
      <p:sp>
        <p:nvSpPr>
          <p:cNvPr id="10" name="text-203">
            <a:extLst xmlns:a="http://schemas.openxmlformats.org/drawingml/2006/main">
              <a:ext uri="{FF2B5EF4-FFF2-40B4-BE49-F238E27FC236}">
                <a16:creationId xmlns:a16="http://schemas.microsoft.com/office/drawing/2014/main" id="{1495096D-B5F8-4038-9034-E635FA2D3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5737" y="2395538"/>
            <a:ext cx="208061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beginners</a:t>
            </a:r>
          </a:p>
        </p:txBody>
      </p:sp>
      <p:sp>
        <p:nvSpPr>
          <p:cNvPr id="11" name="text-204">
            <a:extLst xmlns:a="http://schemas.openxmlformats.org/drawingml/2006/main">
              <a:ext uri="{FF2B5EF4-FFF2-40B4-BE49-F238E27FC236}">
                <a16:creationId xmlns:a16="http://schemas.microsoft.com/office/drawing/2014/main" id="{032318C0-C733-494E-A171-5D04DC4E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146" y="2395538"/>
            <a:ext cx="80401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feel</a:t>
            </a:r>
          </a:p>
        </p:txBody>
      </p:sp>
      <p:sp>
        <p:nvSpPr>
          <p:cNvPr id="12" name="text-205">
            <a:extLst xmlns:a="http://schemas.openxmlformats.org/drawingml/2006/main">
              <a:ext uri="{FF2B5EF4-FFF2-40B4-BE49-F238E27FC236}">
                <a16:creationId xmlns:a16="http://schemas.microsoft.com/office/drawing/2014/main" id="{A4600947-FC71-4856-ABDD-BDC4305C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5953" y="2395538"/>
            <a:ext cx="109327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more</a:t>
            </a:r>
          </a:p>
        </p:txBody>
      </p:sp>
      <p:sp>
        <p:nvSpPr>
          <p:cNvPr id="13" name="text-206">
            <a:extLst xmlns:a="http://schemas.openxmlformats.org/drawingml/2006/main">
              <a:ext uri="{FF2B5EF4-FFF2-40B4-BE49-F238E27FC236}">
                <a16:creationId xmlns:a16="http://schemas.microsoft.com/office/drawing/2014/main" id="{FC00258B-2AF7-4386-A06E-328FE22A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7024" y="2395538"/>
            <a:ext cx="204923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confident.</a:t>
            </a:r>
          </a:p>
        </p:txBody>
      </p:sp>
      <p:sp>
        <p:nvSpPr>
          <p:cNvPr id="14" name="text-207">
            <a:extLst xmlns:a="http://schemas.openxmlformats.org/drawingml/2006/main">
              <a:ext uri="{FF2B5EF4-FFF2-40B4-BE49-F238E27FC236}">
                <a16:creationId xmlns:a16="http://schemas.microsoft.com/office/drawing/2014/main" id="{6FB623EC-DBCF-4868-AA13-8D4692C2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However</a:t>
            </a:r>
          </a:p>
        </p:txBody>
      </p:sp>
      <p:sp>
        <p:nvSpPr>
          <p:cNvPr id="15" name="text-208">
            <a:extLst xmlns:a="http://schemas.openxmlformats.org/drawingml/2006/main">
              <a:ext uri="{FF2B5EF4-FFF2-40B4-BE49-F238E27FC236}">
                <a16:creationId xmlns:a16="http://schemas.microsoft.com/office/drawing/2014/main" id="{AD46650B-9A5F-4346-8B35-D46C79F3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For example</a:t>
            </a:r>
          </a:p>
        </p:txBody>
      </p:sp>
      <p:sp>
        <p:nvSpPr>
          <p:cNvPr id="16" name="text-209">
            <a:extLst xmlns:a="http://schemas.openxmlformats.org/drawingml/2006/main">
              <a:ext uri="{FF2B5EF4-FFF2-40B4-BE49-F238E27FC236}">
                <a16:creationId xmlns:a16="http://schemas.microsoft.com/office/drawing/2014/main" id="{102CE714-1FBA-472C-91A7-D0916E969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Therefore</a:t>
            </a:r>
          </a:p>
        </p:txBody>
      </p:sp>
      <p:sp>
        <p:nvSpPr>
          <p:cNvPr id="17" name="text-210">
            <a:extLst xmlns:a="http://schemas.openxmlformats.org/drawingml/2006/main">
              <a:ext uri="{FF2B5EF4-FFF2-40B4-BE49-F238E27FC236}">
                <a16:creationId xmlns:a16="http://schemas.microsoft.com/office/drawing/2014/main" id="{19157525-B614-4B46-901B-5135577C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27 / 108</a:t>
            </a:r>
          </a:p>
        </p:txBody>
      </p:sp>
    </p:spTree>
    <p:extLst>
      <p:ext uri="{BB962C8B-B14F-4D97-AF65-F5344CB8AC3E}">
        <p14:creationId xmlns:p14="http://schemas.microsoft.com/office/powerpoint/2010/main" val="890200091"/>
      </p:ext>
    </p:extLst>
  </p:cSld>
</p:sld>
</file>

<file path=ppt/slides/slide2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211">
            <a:extLst xmlns:a="http://schemas.openxmlformats.org/drawingml/2006/main">
              <a:ext uri="{FF2B5EF4-FFF2-40B4-BE49-F238E27FC236}">
                <a16:creationId xmlns:a16="http://schemas.microsoft.com/office/drawing/2014/main" id="{991DB7AD-78A9-4C43-9DFE-D3D880939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eb0f34e6bea846b4"/>
              </a:rPr>
              <a:t>⌂</a:t>
            </a:r>
          </a:p>
        </p:txBody>
      </p:sp>
      <p:sp>
        <p:nvSpPr>
          <p:cNvPr id="2" name="title-212">
            <a:extLst xmlns:a="http://schemas.openxmlformats.org/drawingml/2006/main">
              <a:ext uri="{FF2B5EF4-FFF2-40B4-BE49-F238E27FC236}">
                <a16:creationId xmlns:a16="http://schemas.microsoft.com/office/drawing/2014/main" id="{5F3129FD-E0E9-4262-B118-DA5B4FB9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תוצאה</a:t>
            </a:r>
          </a:p>
        </p:txBody>
      </p:sp>
      <p:sp>
        <p:nvSpPr>
          <p:cNvPr id="3" name="text-213">
            <a:extLst xmlns:a="http://schemas.openxmlformats.org/drawingml/2006/main">
              <a:ext uri="{FF2B5EF4-FFF2-40B4-BE49-F238E27FC236}">
                <a16:creationId xmlns:a16="http://schemas.microsoft.com/office/drawing/2014/main" id="{D267E49F-412D-4521-ABF4-490937DD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000125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defRPr>
            </a:pPr>
            <a:r>
              <a: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rPr>
              <a:t>הווה</a:t>
            </a:r>
          </a:p>
        </p:txBody>
      </p:sp>
      <p:sp>
        <p:nvSpPr>
          <p:cNvPr id="4" name="text-214">
            <a:extLst xmlns:a="http://schemas.openxmlformats.org/drawingml/2006/main">
              <a:ext uri="{FF2B5EF4-FFF2-40B4-BE49-F238E27FC236}">
                <a16:creationId xmlns:a16="http://schemas.microsoft.com/office/drawing/2014/main" id="{2D0E9E57-C535-4540-9F8C-5AD737E45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517" y="1776413"/>
            <a:ext cx="244733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Classmates</a:t>
            </a:r>
          </a:p>
        </p:txBody>
      </p:sp>
      <p:sp>
        <p:nvSpPr>
          <p:cNvPr id="5" name="text-215">
            <a:extLst xmlns:a="http://schemas.openxmlformats.org/drawingml/2006/main">
              <a:ext uri="{FF2B5EF4-FFF2-40B4-BE49-F238E27FC236}">
                <a16:creationId xmlns:a16="http://schemas.microsoft.com/office/drawing/2014/main" id="{051F1A6B-20D8-40B0-8E9C-B4525843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642" y="1776413"/>
            <a:ext cx="219177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encourage</a:t>
            </a:r>
          </a:p>
        </p:txBody>
      </p:sp>
      <p:sp>
        <p:nvSpPr>
          <p:cNvPr id="6" name="text-216">
            <a:extLst xmlns:a="http://schemas.openxmlformats.org/drawingml/2006/main">
              <a:ext uri="{FF2B5EF4-FFF2-40B4-BE49-F238E27FC236}">
                <a16:creationId xmlns:a16="http://schemas.microsoft.com/office/drawing/2014/main" id="{2B8246FF-F1E2-4713-BFE2-FD457FA0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2204" y="1776413"/>
            <a:ext cx="2178402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beginners.</a:t>
            </a:r>
          </a:p>
        </p:txBody>
      </p:sp>
      <p:sp>
        <p:nvSpPr>
          <p:cNvPr id="7" name="text-217">
            <a:extLst xmlns:a="http://schemas.openxmlformats.org/drawingml/2006/main">
              <a:ext uri="{FF2B5EF4-FFF2-40B4-BE49-F238E27FC236}">
                <a16:creationId xmlns:a16="http://schemas.microsoft.com/office/drawing/2014/main" id="{B8CDDDDC-9AE6-4C2F-9A45-0275F362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446" y="1776413"/>
            <a:ext cx="2831882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Therefore</a:t>
            </a:r>
          </a:p>
        </p:txBody>
      </p:sp>
      <p:sp>
        <p:nvSpPr>
          <p:cNvPr id="8" name="gap-line-28">
            <a:extLst xmlns:a="http://schemas.openxmlformats.org/drawingml/2006/main">
              <a:ext uri="{FF2B5EF4-FFF2-40B4-BE49-F238E27FC236}">
                <a16:creationId xmlns:a16="http://schemas.microsoft.com/office/drawing/2014/main" id="{C486913E-E044-4DFA-922A-162E45079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446" y="2319338"/>
            <a:ext cx="2831882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FFF5B"/>
            </a:solidFill>
          </a:ln>
        </p:spPr>
      </p:sp>
      <p:sp>
        <p:nvSpPr>
          <p:cNvPr id="9" name="text-218">
            <a:extLst xmlns:a="http://schemas.openxmlformats.org/drawingml/2006/main">
              <a:ext uri="{FF2B5EF4-FFF2-40B4-BE49-F238E27FC236}">
                <a16:creationId xmlns:a16="http://schemas.microsoft.com/office/drawing/2014/main" id="{3AA794E4-6F1D-4B30-B6E9-C2C8C80D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6169" y="1776413"/>
            <a:ext cx="13831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,</a:t>
            </a:r>
          </a:p>
        </p:txBody>
      </p:sp>
      <p:sp>
        <p:nvSpPr>
          <p:cNvPr id="10" name="text-219">
            <a:extLst xmlns:a="http://schemas.openxmlformats.org/drawingml/2006/main">
              <a:ext uri="{FF2B5EF4-FFF2-40B4-BE49-F238E27FC236}">
                <a16:creationId xmlns:a16="http://schemas.microsoft.com/office/drawing/2014/main" id="{F444E958-C427-4FF5-815A-DAA934C2C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5737" y="2395538"/>
            <a:ext cx="208061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beginners</a:t>
            </a:r>
          </a:p>
        </p:txBody>
      </p:sp>
      <p:sp>
        <p:nvSpPr>
          <p:cNvPr id="11" name="text-220">
            <a:extLst xmlns:a="http://schemas.openxmlformats.org/drawingml/2006/main">
              <a:ext uri="{FF2B5EF4-FFF2-40B4-BE49-F238E27FC236}">
                <a16:creationId xmlns:a16="http://schemas.microsoft.com/office/drawing/2014/main" id="{D76EB87A-DFBF-4DFE-96F4-3CBE0BE2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146" y="2395538"/>
            <a:ext cx="80401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feel</a:t>
            </a:r>
          </a:p>
        </p:txBody>
      </p:sp>
      <p:sp>
        <p:nvSpPr>
          <p:cNvPr id="12" name="text-221">
            <a:extLst xmlns:a="http://schemas.openxmlformats.org/drawingml/2006/main">
              <a:ext uri="{FF2B5EF4-FFF2-40B4-BE49-F238E27FC236}">
                <a16:creationId xmlns:a16="http://schemas.microsoft.com/office/drawing/2014/main" id="{FB349137-5BDF-4CC5-B440-7B61AFD8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5953" y="2395538"/>
            <a:ext cx="109327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more</a:t>
            </a:r>
          </a:p>
        </p:txBody>
      </p:sp>
      <p:sp>
        <p:nvSpPr>
          <p:cNvPr id="13" name="text-222">
            <a:extLst xmlns:a="http://schemas.openxmlformats.org/drawingml/2006/main">
              <a:ext uri="{FF2B5EF4-FFF2-40B4-BE49-F238E27FC236}">
                <a16:creationId xmlns:a16="http://schemas.microsoft.com/office/drawing/2014/main" id="{6ADEB59D-B81D-48BB-BEEC-B54E8E723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7024" y="2395538"/>
            <a:ext cx="204923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confident.</a:t>
            </a:r>
          </a:p>
        </p:txBody>
      </p:sp>
      <p:sp>
        <p:nvSpPr>
          <p:cNvPr id="14" name="text-223">
            <a:extLst xmlns:a="http://schemas.openxmlformats.org/drawingml/2006/main">
              <a:ext uri="{FF2B5EF4-FFF2-40B4-BE49-F238E27FC236}">
                <a16:creationId xmlns:a16="http://schemas.microsoft.com/office/drawing/2014/main" id="{5302D831-7CCD-415D-A904-C9A9BBFE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However</a:t>
            </a:r>
          </a:p>
        </p:txBody>
      </p:sp>
      <p:sp>
        <p:nvSpPr>
          <p:cNvPr id="15" name="text-224">
            <a:extLst xmlns:a="http://schemas.openxmlformats.org/drawingml/2006/main">
              <a:ext uri="{FF2B5EF4-FFF2-40B4-BE49-F238E27FC236}">
                <a16:creationId xmlns:a16="http://schemas.microsoft.com/office/drawing/2014/main" id="{8344DD9E-8A71-4EE7-8440-72EEBC83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For example</a:t>
            </a:r>
          </a:p>
        </p:txBody>
      </p:sp>
      <p:sp>
        <p:nvSpPr>
          <p:cNvPr id="16" name="text-225">
            <a:extLst xmlns:a="http://schemas.openxmlformats.org/drawingml/2006/main">
              <a:ext uri="{FF2B5EF4-FFF2-40B4-BE49-F238E27FC236}">
                <a16:creationId xmlns:a16="http://schemas.microsoft.com/office/drawing/2014/main" id="{1825B31E-B19D-4FA7-A5AD-197FFF8D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C   Therefore</a:t>
            </a:r>
          </a:p>
        </p:txBody>
      </p:sp>
      <p:sp>
        <p:nvSpPr>
          <p:cNvPr id="17" name="text-226">
            <a:extLst xmlns:a="http://schemas.openxmlformats.org/drawingml/2006/main">
              <a:ext uri="{FF2B5EF4-FFF2-40B4-BE49-F238E27FC236}">
                <a16:creationId xmlns:a16="http://schemas.microsoft.com/office/drawing/2014/main" id="{6F72A4F7-00A3-464D-9EB6-529FE2EB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95850"/>
            <a:ext cx="104394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2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2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Therefore מציג תוצאה. כאן הוא פותח משפט חדש ואחריו פסיק.</a:t>
            </a:r>
          </a:p>
        </p:txBody>
      </p:sp>
      <p:sp>
        <p:nvSpPr>
          <p:cNvPr id="18" name="text-227">
            <a:extLst xmlns:a="http://schemas.openxmlformats.org/drawingml/2006/main">
              <a:ext uri="{FF2B5EF4-FFF2-40B4-BE49-F238E27FC236}">
                <a16:creationId xmlns:a16="http://schemas.microsoft.com/office/drawing/2014/main" id="{24129256-6824-415C-80B8-98458FA0E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28 / 108</a:t>
            </a:r>
          </a:p>
        </p:txBody>
      </p:sp>
    </p:spTree>
    <p:extLst>
      <p:ext uri="{BB962C8B-B14F-4D97-AF65-F5344CB8AC3E}">
        <p14:creationId xmlns:p14="http://schemas.microsoft.com/office/powerpoint/2010/main" val="823905664"/>
      </p:ext>
    </p:extLst>
  </p:cSld>
</p:sld>
</file>

<file path=ppt/slides/slide2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228">
            <a:extLst xmlns:a="http://schemas.openxmlformats.org/drawingml/2006/main">
              <a:ext uri="{FF2B5EF4-FFF2-40B4-BE49-F238E27FC236}">
                <a16:creationId xmlns:a16="http://schemas.microsoft.com/office/drawing/2014/main" id="{F1150F1C-A6AE-4EFF-9836-785CFDB4B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8222d0501ece4944"/>
              </a:rPr>
              <a:t>⌂</a:t>
            </a:r>
          </a:p>
        </p:txBody>
      </p:sp>
      <p:sp>
        <p:nvSpPr>
          <p:cNvPr id="2" name="title-229">
            <a:extLst xmlns:a="http://schemas.openxmlformats.org/drawingml/2006/main">
              <a:ext uri="{FF2B5EF4-FFF2-40B4-BE49-F238E27FC236}">
                <a16:creationId xmlns:a16="http://schemas.microsoft.com/office/drawing/2014/main" id="{6325D878-6511-40FA-A3FF-03F24FF5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ניגוד</a:t>
            </a:r>
          </a:p>
        </p:txBody>
      </p:sp>
      <p:sp>
        <p:nvSpPr>
          <p:cNvPr id="3" name="text-230">
            <a:extLst xmlns:a="http://schemas.openxmlformats.org/drawingml/2006/main">
              <a:ext uri="{FF2B5EF4-FFF2-40B4-BE49-F238E27FC236}">
                <a16:creationId xmlns:a16="http://schemas.microsoft.com/office/drawing/2014/main" id="{94CE673A-28A0-4D4A-B22E-24F82DF9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000125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defRPr>
            </a:pPr>
            <a:r>
              <a: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rPr>
              <a:t>הווה</a:t>
            </a:r>
          </a:p>
        </p:txBody>
      </p:sp>
      <p:sp>
        <p:nvSpPr>
          <p:cNvPr id="4" name="text-231">
            <a:extLst xmlns:a="http://schemas.openxmlformats.org/drawingml/2006/main">
              <a:ext uri="{FF2B5EF4-FFF2-40B4-BE49-F238E27FC236}">
                <a16:creationId xmlns:a16="http://schemas.microsoft.com/office/drawing/2014/main" id="{DB22F60E-3707-4621-8531-A7D49441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957" y="1776413"/>
            <a:ext cx="181687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Winning</a:t>
            </a:r>
          </a:p>
        </p:txBody>
      </p:sp>
      <p:sp>
        <p:nvSpPr>
          <p:cNvPr id="5" name="text-232">
            <a:extLst xmlns:a="http://schemas.openxmlformats.org/drawingml/2006/main">
              <a:ext uri="{FF2B5EF4-FFF2-40B4-BE49-F238E27FC236}">
                <a16:creationId xmlns:a16="http://schemas.microsoft.com/office/drawing/2014/main" id="{01D0F43C-2D79-4FFF-B100-F129BBFD3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2626" y="1776413"/>
            <a:ext cx="36448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is</a:t>
            </a:r>
          </a:p>
        </p:txBody>
      </p:sp>
      <p:sp>
        <p:nvSpPr>
          <p:cNvPr id="6" name="text-233">
            <a:extLst xmlns:a="http://schemas.openxmlformats.org/drawingml/2006/main">
              <a:ext uri="{FF2B5EF4-FFF2-40B4-BE49-F238E27FC236}">
                <a16:creationId xmlns:a16="http://schemas.microsoft.com/office/drawing/2014/main" id="{D49CF07A-79EA-4C0D-B7AF-F4567EC0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4904" y="1776413"/>
            <a:ext cx="172329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exciting.</a:t>
            </a:r>
          </a:p>
        </p:txBody>
      </p:sp>
      <p:sp>
        <p:nvSpPr>
          <p:cNvPr id="7" name="text-234">
            <a:extLst xmlns:a="http://schemas.openxmlformats.org/drawingml/2006/main">
              <a:ext uri="{FF2B5EF4-FFF2-40B4-BE49-F238E27FC236}">
                <a16:creationId xmlns:a16="http://schemas.microsoft.com/office/drawing/2014/main" id="{6B55A0B2-8A66-496C-B9C2-6CA5112F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5039" y="1776413"/>
            <a:ext cx="2831882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 </a:t>
            </a:r>
          </a:p>
        </p:txBody>
      </p:sp>
      <p:sp>
        <p:nvSpPr>
          <p:cNvPr id="8" name="gap-line-29">
            <a:extLst xmlns:a="http://schemas.openxmlformats.org/drawingml/2006/main">
              <a:ext uri="{FF2B5EF4-FFF2-40B4-BE49-F238E27FC236}">
                <a16:creationId xmlns:a16="http://schemas.microsoft.com/office/drawing/2014/main" id="{EC0EF003-EDD9-4B85-A8F0-DDD73307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5039" y="2319338"/>
            <a:ext cx="2831882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EE5FF"/>
            </a:solidFill>
          </a:ln>
        </p:spPr>
      </p:sp>
      <p:sp>
        <p:nvSpPr>
          <p:cNvPr id="9" name="text-235">
            <a:extLst xmlns:a="http://schemas.openxmlformats.org/drawingml/2006/main">
              <a:ext uri="{FF2B5EF4-FFF2-40B4-BE49-F238E27FC236}">
                <a16:creationId xmlns:a16="http://schemas.microsoft.com/office/drawing/2014/main" id="{D72815AF-D670-4EBD-A0B5-4A1CF4779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3761" y="1776413"/>
            <a:ext cx="13831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,</a:t>
            </a:r>
          </a:p>
        </p:txBody>
      </p:sp>
      <p:sp>
        <p:nvSpPr>
          <p:cNvPr id="10" name="text-236">
            <a:extLst xmlns:a="http://schemas.openxmlformats.org/drawingml/2006/main">
              <a:ext uri="{FF2B5EF4-FFF2-40B4-BE49-F238E27FC236}">
                <a16:creationId xmlns:a16="http://schemas.microsoft.com/office/drawing/2014/main" id="{8915E7CB-FA9E-46A3-8B4D-B474F0BD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9866" y="1776413"/>
            <a:ext cx="257417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participation</a:t>
            </a:r>
          </a:p>
        </p:txBody>
      </p:sp>
      <p:sp>
        <p:nvSpPr>
          <p:cNvPr id="11" name="text-237">
            <a:extLst xmlns:a="http://schemas.openxmlformats.org/drawingml/2006/main">
              <a:ext uri="{FF2B5EF4-FFF2-40B4-BE49-F238E27FC236}">
                <a16:creationId xmlns:a16="http://schemas.microsoft.com/office/drawing/2014/main" id="{BD5494FD-D422-4F52-BFD3-5B783A33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7596" y="2395538"/>
            <a:ext cx="891856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also</a:t>
            </a:r>
          </a:p>
        </p:txBody>
      </p:sp>
      <p:sp>
        <p:nvSpPr>
          <p:cNvPr id="12" name="text-238">
            <a:extLst xmlns:a="http://schemas.openxmlformats.org/drawingml/2006/main">
              <a:ext uri="{FF2B5EF4-FFF2-40B4-BE49-F238E27FC236}">
                <a16:creationId xmlns:a16="http://schemas.microsoft.com/office/drawing/2014/main" id="{B1B90BA6-4043-40B8-8020-EB9433E2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7242" y="2395538"/>
            <a:ext cx="1707162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matters.</a:t>
            </a:r>
          </a:p>
        </p:txBody>
      </p:sp>
      <p:sp>
        <p:nvSpPr>
          <p:cNvPr id="13" name="text-239">
            <a:extLst xmlns:a="http://schemas.openxmlformats.org/drawingml/2006/main">
              <a:ext uri="{FF2B5EF4-FFF2-40B4-BE49-F238E27FC236}">
                <a16:creationId xmlns:a16="http://schemas.microsoft.com/office/drawing/2014/main" id="{1E10B622-0CF3-450D-936D-E3E8A3AC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However</a:t>
            </a:r>
          </a:p>
        </p:txBody>
      </p:sp>
      <p:sp>
        <p:nvSpPr>
          <p:cNvPr id="14" name="text-240">
            <a:extLst xmlns:a="http://schemas.openxmlformats.org/drawingml/2006/main">
              <a:ext uri="{FF2B5EF4-FFF2-40B4-BE49-F238E27FC236}">
                <a16:creationId xmlns:a16="http://schemas.microsoft.com/office/drawing/2014/main" id="{75239720-1679-454E-A4CE-DA1DF4F4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Because</a:t>
            </a:r>
          </a:p>
        </p:txBody>
      </p:sp>
      <p:sp>
        <p:nvSpPr>
          <p:cNvPr id="15" name="text-241">
            <a:extLst xmlns:a="http://schemas.openxmlformats.org/drawingml/2006/main">
              <a:ext uri="{FF2B5EF4-FFF2-40B4-BE49-F238E27FC236}">
                <a16:creationId xmlns:a16="http://schemas.microsoft.com/office/drawing/2014/main" id="{865D7B22-E202-4B9C-941E-DEA16E53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For example</a:t>
            </a:r>
          </a:p>
        </p:txBody>
      </p:sp>
      <p:sp>
        <p:nvSpPr>
          <p:cNvPr id="16" name="text-242">
            <a:extLst xmlns:a="http://schemas.openxmlformats.org/drawingml/2006/main">
              <a:ext uri="{FF2B5EF4-FFF2-40B4-BE49-F238E27FC236}">
                <a16:creationId xmlns:a16="http://schemas.microsoft.com/office/drawing/2014/main" id="{1578B1B3-93D5-4632-B883-BFB4E7E8B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29 / 108</a:t>
            </a:r>
          </a:p>
        </p:txBody>
      </p:sp>
    </p:spTree>
    <p:extLst>
      <p:ext uri="{BB962C8B-B14F-4D97-AF65-F5344CB8AC3E}">
        <p14:creationId xmlns:p14="http://schemas.microsoft.com/office/powerpoint/2010/main" val="910481252"/>
      </p:ext>
    </p:extLst>
  </p:cSld>
</p:sld>
</file>

<file path=ppt/slides/slide3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243">
            <a:extLst xmlns:a="http://schemas.openxmlformats.org/drawingml/2006/main">
              <a:ext uri="{FF2B5EF4-FFF2-40B4-BE49-F238E27FC236}">
                <a16:creationId xmlns:a16="http://schemas.microsoft.com/office/drawing/2014/main" id="{C4CBCBC3-050A-42B6-B666-63E8F990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be70c73fc8d24ee9"/>
              </a:rPr>
              <a:t>⌂</a:t>
            </a:r>
          </a:p>
        </p:txBody>
      </p:sp>
      <p:sp>
        <p:nvSpPr>
          <p:cNvPr id="2" name="title-244">
            <a:extLst xmlns:a="http://schemas.openxmlformats.org/drawingml/2006/main">
              <a:ext uri="{FF2B5EF4-FFF2-40B4-BE49-F238E27FC236}">
                <a16:creationId xmlns:a16="http://schemas.microsoft.com/office/drawing/2014/main" id="{C88B1B62-7821-493A-8971-09AAC6C4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ניגוד</a:t>
            </a:r>
          </a:p>
        </p:txBody>
      </p:sp>
      <p:sp>
        <p:nvSpPr>
          <p:cNvPr id="3" name="text-245">
            <a:extLst xmlns:a="http://schemas.openxmlformats.org/drawingml/2006/main">
              <a:ext uri="{FF2B5EF4-FFF2-40B4-BE49-F238E27FC236}">
                <a16:creationId xmlns:a16="http://schemas.microsoft.com/office/drawing/2014/main" id="{D915754B-7935-40A1-BCAA-5DFA162B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000125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defRPr>
            </a:pPr>
            <a:r>
              <a: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rPr>
              <a:t>הווה</a:t>
            </a:r>
          </a:p>
        </p:txBody>
      </p:sp>
      <p:sp>
        <p:nvSpPr>
          <p:cNvPr id="4" name="text-246">
            <a:extLst xmlns:a="http://schemas.openxmlformats.org/drawingml/2006/main">
              <a:ext uri="{FF2B5EF4-FFF2-40B4-BE49-F238E27FC236}">
                <a16:creationId xmlns:a16="http://schemas.microsoft.com/office/drawing/2014/main" id="{6B3F0F10-E31A-4281-8F78-9E4E2B9C8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957" y="1776413"/>
            <a:ext cx="181687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Winning</a:t>
            </a:r>
          </a:p>
        </p:txBody>
      </p:sp>
      <p:sp>
        <p:nvSpPr>
          <p:cNvPr id="5" name="text-247">
            <a:extLst xmlns:a="http://schemas.openxmlformats.org/drawingml/2006/main">
              <a:ext uri="{FF2B5EF4-FFF2-40B4-BE49-F238E27FC236}">
                <a16:creationId xmlns:a16="http://schemas.microsoft.com/office/drawing/2014/main" id="{18AD8443-8626-4615-BC56-7C69C04E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2626" y="1776413"/>
            <a:ext cx="36448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is</a:t>
            </a:r>
          </a:p>
        </p:txBody>
      </p:sp>
      <p:sp>
        <p:nvSpPr>
          <p:cNvPr id="6" name="text-248">
            <a:extLst xmlns:a="http://schemas.openxmlformats.org/drawingml/2006/main">
              <a:ext uri="{FF2B5EF4-FFF2-40B4-BE49-F238E27FC236}">
                <a16:creationId xmlns:a16="http://schemas.microsoft.com/office/drawing/2014/main" id="{C9DAEE86-9E63-4FE0-B92F-0FB2CBA6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4904" y="1776413"/>
            <a:ext cx="172329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exciting.</a:t>
            </a:r>
          </a:p>
        </p:txBody>
      </p:sp>
      <p:sp>
        <p:nvSpPr>
          <p:cNvPr id="7" name="text-249">
            <a:extLst xmlns:a="http://schemas.openxmlformats.org/drawingml/2006/main">
              <a:ext uri="{FF2B5EF4-FFF2-40B4-BE49-F238E27FC236}">
                <a16:creationId xmlns:a16="http://schemas.microsoft.com/office/drawing/2014/main" id="{B037290F-9EC4-433A-85AE-FD459B161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5039" y="1776413"/>
            <a:ext cx="2831882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However</a:t>
            </a:r>
          </a:p>
        </p:txBody>
      </p:sp>
      <p:sp>
        <p:nvSpPr>
          <p:cNvPr id="8" name="gap-line-30">
            <a:extLst xmlns:a="http://schemas.openxmlformats.org/drawingml/2006/main">
              <a:ext uri="{FF2B5EF4-FFF2-40B4-BE49-F238E27FC236}">
                <a16:creationId xmlns:a16="http://schemas.microsoft.com/office/drawing/2014/main" id="{E1F837B2-AE38-408F-9E30-84E01DBB7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5039" y="2319338"/>
            <a:ext cx="2831882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FFF5B"/>
            </a:solidFill>
          </a:ln>
        </p:spPr>
      </p:sp>
      <p:sp>
        <p:nvSpPr>
          <p:cNvPr id="9" name="text-250">
            <a:extLst xmlns:a="http://schemas.openxmlformats.org/drawingml/2006/main">
              <a:ext uri="{FF2B5EF4-FFF2-40B4-BE49-F238E27FC236}">
                <a16:creationId xmlns:a16="http://schemas.microsoft.com/office/drawing/2014/main" id="{664AAC92-BA28-40CC-9456-7E1335FA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3761" y="1776413"/>
            <a:ext cx="13831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,</a:t>
            </a:r>
          </a:p>
        </p:txBody>
      </p:sp>
      <p:sp>
        <p:nvSpPr>
          <p:cNvPr id="10" name="text-251">
            <a:extLst xmlns:a="http://schemas.openxmlformats.org/drawingml/2006/main">
              <a:ext uri="{FF2B5EF4-FFF2-40B4-BE49-F238E27FC236}">
                <a16:creationId xmlns:a16="http://schemas.microsoft.com/office/drawing/2014/main" id="{C39D1E51-A823-44F5-9EC7-09A50170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9866" y="1776413"/>
            <a:ext cx="257417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participation</a:t>
            </a:r>
          </a:p>
        </p:txBody>
      </p:sp>
      <p:sp>
        <p:nvSpPr>
          <p:cNvPr id="11" name="text-252">
            <a:extLst xmlns:a="http://schemas.openxmlformats.org/drawingml/2006/main">
              <a:ext uri="{FF2B5EF4-FFF2-40B4-BE49-F238E27FC236}">
                <a16:creationId xmlns:a16="http://schemas.microsoft.com/office/drawing/2014/main" id="{BBF3C2CD-AB3B-4361-9F30-58E5999A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7596" y="2395538"/>
            <a:ext cx="891856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also</a:t>
            </a:r>
          </a:p>
        </p:txBody>
      </p:sp>
      <p:sp>
        <p:nvSpPr>
          <p:cNvPr id="12" name="text-253">
            <a:extLst xmlns:a="http://schemas.openxmlformats.org/drawingml/2006/main">
              <a:ext uri="{FF2B5EF4-FFF2-40B4-BE49-F238E27FC236}">
                <a16:creationId xmlns:a16="http://schemas.microsoft.com/office/drawing/2014/main" id="{0D7C5188-ABA7-47D0-A7C4-90EC64E7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7242" y="2395538"/>
            <a:ext cx="1707162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matters.</a:t>
            </a:r>
          </a:p>
        </p:txBody>
      </p:sp>
      <p:sp>
        <p:nvSpPr>
          <p:cNvPr id="13" name="text-254">
            <a:extLst xmlns:a="http://schemas.openxmlformats.org/drawingml/2006/main">
              <a:ext uri="{FF2B5EF4-FFF2-40B4-BE49-F238E27FC236}">
                <a16:creationId xmlns:a16="http://schemas.microsoft.com/office/drawing/2014/main" id="{83A3CFC3-D919-4084-A81D-10C6FA6C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A   However</a:t>
            </a:r>
          </a:p>
        </p:txBody>
      </p:sp>
      <p:sp>
        <p:nvSpPr>
          <p:cNvPr id="14" name="text-255">
            <a:extLst xmlns:a="http://schemas.openxmlformats.org/drawingml/2006/main">
              <a:ext uri="{FF2B5EF4-FFF2-40B4-BE49-F238E27FC236}">
                <a16:creationId xmlns:a16="http://schemas.microsoft.com/office/drawing/2014/main" id="{68856431-5B9F-4BB0-B828-31F297C1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Because</a:t>
            </a:r>
          </a:p>
        </p:txBody>
      </p:sp>
      <p:sp>
        <p:nvSpPr>
          <p:cNvPr id="15" name="text-256">
            <a:extLst xmlns:a="http://schemas.openxmlformats.org/drawingml/2006/main">
              <a:ext uri="{FF2B5EF4-FFF2-40B4-BE49-F238E27FC236}">
                <a16:creationId xmlns:a16="http://schemas.microsoft.com/office/drawing/2014/main" id="{37C887F7-C363-4DEC-8C14-5280E29E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For example</a:t>
            </a:r>
          </a:p>
        </p:txBody>
      </p:sp>
      <p:sp>
        <p:nvSpPr>
          <p:cNvPr id="16" name="text-257">
            <a:extLst xmlns:a="http://schemas.openxmlformats.org/drawingml/2006/main">
              <a:ext uri="{FF2B5EF4-FFF2-40B4-BE49-F238E27FC236}">
                <a16:creationId xmlns:a16="http://schemas.microsoft.com/office/drawing/2014/main" id="{0A3E3BB4-66DB-4C4C-97B4-AB0B60AA7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95850"/>
            <a:ext cx="104394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2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2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However מציג ניגוד או הסתייגות. הוא אינו מציג סיבה.</a:t>
            </a:r>
          </a:p>
        </p:txBody>
      </p:sp>
      <p:sp>
        <p:nvSpPr>
          <p:cNvPr id="17" name="text-258">
            <a:extLst xmlns:a="http://schemas.openxmlformats.org/drawingml/2006/main">
              <a:ext uri="{FF2B5EF4-FFF2-40B4-BE49-F238E27FC236}">
                <a16:creationId xmlns:a16="http://schemas.microsoft.com/office/drawing/2014/main" id="{51E59170-DC74-4FFF-9573-E1E0974D1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30 / 108</a:t>
            </a:r>
          </a:p>
        </p:txBody>
      </p:sp>
    </p:spTree>
    <p:extLst>
      <p:ext uri="{BB962C8B-B14F-4D97-AF65-F5344CB8AC3E}">
        <p14:creationId xmlns:p14="http://schemas.microsoft.com/office/powerpoint/2010/main" val="831165293"/>
      </p:ext>
    </p:extLst>
  </p:cSld>
</p:sld>
</file>

<file path=ppt/slides/slide3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259">
            <a:extLst xmlns:a="http://schemas.openxmlformats.org/drawingml/2006/main">
              <a:ext uri="{FF2B5EF4-FFF2-40B4-BE49-F238E27FC236}">
                <a16:creationId xmlns:a16="http://schemas.microsoft.com/office/drawing/2014/main" id="{E405BDF7-A8A5-4898-8650-B59D9005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9761c40d42cc4034"/>
              </a:rPr>
              <a:t>⌂</a:t>
            </a:r>
          </a:p>
        </p:txBody>
      </p:sp>
      <p:sp>
        <p:nvSpPr>
          <p:cNvPr id="2" name="title-260">
            <a:extLst xmlns:a="http://schemas.openxmlformats.org/drawingml/2006/main">
              <a:ext uri="{FF2B5EF4-FFF2-40B4-BE49-F238E27FC236}">
                <a16:creationId xmlns:a16="http://schemas.microsoft.com/office/drawing/2014/main" id="{D4F86CCD-91E7-40EC-BD0C-AB125FBB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מילות קישור ומשמעות</a:t>
            </a:r>
          </a:p>
        </p:txBody>
      </p:sp>
      <p:sp>
        <p:nvSpPr>
          <p:cNvPr id="3" name="text-261">
            <a:extLst xmlns:a="http://schemas.openxmlformats.org/drawingml/2006/main">
              <a:ext uri="{FF2B5EF4-FFF2-40B4-BE49-F238E27FC236}">
                <a16:creationId xmlns:a16="http://schemas.microsoft.com/office/drawing/2014/main" id="{A389FDAB-8B4E-4424-ACCD-3C366FE0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because + reason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For example, + example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However, + contrast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Therefore, + result</a:t>
            </a:r>
          </a:p>
        </p:txBody>
      </p:sp>
      <p:sp>
        <p:nvSpPr>
          <p:cNvPr id="4" name="text-262">
            <a:extLst xmlns:a="http://schemas.openxmlformats.org/drawingml/2006/main">
              <a:ext uri="{FF2B5EF4-FFF2-40B4-BE49-F238E27FC236}">
                <a16:creationId xmlns:a16="http://schemas.microsoft.com/office/drawing/2014/main" id="{ED48A4AD-35D1-4BF1-AFB9-46A1A226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בחרו קשר שמתאים לרעיון, ושמרו על פיסוק מתאים.</a:t>
            </a:r>
          </a:p>
        </p:txBody>
      </p:sp>
      <p:sp>
        <p:nvSpPr>
          <p:cNvPr id="5" name="text-263">
            <a:extLst xmlns:a="http://schemas.openxmlformats.org/drawingml/2006/main">
              <a:ext uri="{FF2B5EF4-FFF2-40B4-BE49-F238E27FC236}">
                <a16:creationId xmlns:a16="http://schemas.microsoft.com/office/drawing/2014/main" id="{06315F72-B646-4B98-BD66-D1BA356E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31 / 108</a:t>
            </a:r>
          </a:p>
        </p:txBody>
      </p:sp>
    </p:spTree>
    <p:extLst>
      <p:ext uri="{BB962C8B-B14F-4D97-AF65-F5344CB8AC3E}">
        <p14:creationId xmlns:p14="http://schemas.microsoft.com/office/powerpoint/2010/main" val="1673117640"/>
      </p:ext>
    </p:extLst>
  </p:cSld>
</p:sld>
</file>

<file path=ppt/slides/slide3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264">
            <a:extLst xmlns:a="http://schemas.openxmlformats.org/drawingml/2006/main">
              <a:ext uri="{FF2B5EF4-FFF2-40B4-BE49-F238E27FC236}">
                <a16:creationId xmlns:a16="http://schemas.microsoft.com/office/drawing/2014/main" id="{13530CAC-7670-49B4-B121-CD77691E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b5a1db6acc8349dd"/>
              </a:rPr>
              <a:t>⌂</a:t>
            </a:r>
          </a:p>
        </p:txBody>
      </p:sp>
      <p:sp>
        <p:nvSpPr>
          <p:cNvPr id="2" name="title-265">
            <a:extLst xmlns:a="http://schemas.openxmlformats.org/drawingml/2006/main">
              <a:ext uri="{FF2B5EF4-FFF2-40B4-BE49-F238E27FC236}">
                <a16:creationId xmlns:a16="http://schemas.microsoft.com/office/drawing/2014/main" id="{A54B540B-5C26-4F5A-B9FB-8FEE7E47E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הפוגה קצרה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6b3ea3f9c94893"/>
          <a:stretch xmlns:a="http://schemas.openxmlformats.org/drawingml/2006/main"/>
        </p:blipFill>
        <p:spPr>
          <a:xfrm xmlns:a="http://schemas.openxmlformats.org/drawingml/2006/main">
            <a:off x="4286250" y="1304925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4" name="text-266">
            <a:extLst xmlns:a="http://schemas.openxmlformats.org/drawingml/2006/main">
              <a:ext uri="{FF2B5EF4-FFF2-40B4-BE49-F238E27FC236}">
                <a16:creationId xmlns:a16="http://schemas.microsoft.com/office/drawing/2014/main" id="{EB3C7D16-75C7-4835-B692-D9F83148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C857"/>
                </a:solidFill>
                <a:latin typeface="Nunito"/>
                <a:ea typeface="Nunito"/>
                <a:cs typeface="Nunito"/>
              </a:defRPr>
            </a:pPr>
            <a:r>
              <a:rPr sz="2700" b="1">
                <a:solidFill>
                  <a:srgbClr val="FFC857"/>
                </a:solidFill>
                <a:latin typeface="Nunito"/>
                <a:ea typeface="Nunito"/>
                <a:cs typeface="Nunito"/>
              </a:rPr>
              <a:t>The book is tiny. However, the jump is dramatic.</a:t>
            </a:r>
          </a:p>
        </p:txBody>
      </p:sp>
      <p:sp>
        <p:nvSpPr>
          <p:cNvPr id="5" name="text-267">
            <a:extLst xmlns:a="http://schemas.openxmlformats.org/drawingml/2006/main">
              <a:ext uri="{FF2B5EF4-FFF2-40B4-BE49-F238E27FC236}">
                <a16:creationId xmlns:a16="http://schemas.microsoft.com/office/drawing/2014/main" id="{3DE77AFC-E914-427D-8AA7-823BCE7A9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32 / 108</a:t>
            </a:r>
          </a:p>
        </p:txBody>
      </p:sp>
    </p:spTree>
    <p:extLst>
      <p:ext uri="{BB962C8B-B14F-4D97-AF65-F5344CB8AC3E}">
        <p14:creationId xmlns:p14="http://schemas.microsoft.com/office/powerpoint/2010/main" val="2046716246"/>
      </p:ext>
    </p:extLst>
  </p:cSld>
</p:sld>
</file>

<file path=ppt/slides/slide3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268">
            <a:extLst xmlns:a="http://schemas.openxmlformats.org/drawingml/2006/main">
              <a:ext uri="{FF2B5EF4-FFF2-40B4-BE49-F238E27FC236}">
                <a16:creationId xmlns:a16="http://schemas.microsoft.com/office/drawing/2014/main" id="{09C1652B-70DD-48C3-B603-34D21643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3b32cf5c675642c5"/>
              </a:rPr>
              <a:t>⌂</a:t>
            </a:r>
          </a:p>
        </p:txBody>
      </p:sp>
      <p:sp>
        <p:nvSpPr>
          <p:cNvPr id="2" name="title-269">
            <a:extLst xmlns:a="http://schemas.openxmlformats.org/drawingml/2006/main">
              <a:ext uri="{FF2B5EF4-FFF2-40B4-BE49-F238E27FC236}">
                <a16:creationId xmlns:a16="http://schemas.microsoft.com/office/drawing/2014/main" id="{DEDA3BF1-D6BC-434A-84F7-8C24540B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פסקה 2: הטענה הנגדית</a:t>
            </a:r>
          </a:p>
        </p:txBody>
      </p:sp>
      <p:sp>
        <p:nvSpPr>
          <p:cNvPr id="3" name="text-270">
            <a:extLst xmlns:a="http://schemas.openxmlformats.org/drawingml/2006/main">
              <a:ext uri="{FF2B5EF4-FFF2-40B4-BE49-F238E27FC236}">
                <a16:creationId xmlns:a16="http://schemas.microsoft.com/office/drawing/2014/main" id="{89DAB8A7-2DE1-4D23-9C85-C9DE9737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7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On the one hand</a:t>
            </a:r>
            <a:r>
              <a:rPr sz="27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, including beginners may reduce a team’s chances of winning competitive matches. </a:t>
            </a:r>
            <a:r>
              <a:rPr sz="27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If</a:t>
            </a:r>
            <a:r>
              <a:rPr sz="27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teams include inexperienced players, they </a:t>
            </a:r>
            <a:r>
              <a:rPr sz="27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will</a:t>
            </a:r>
            <a:r>
              <a:rPr sz="27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sometimes lose matches because of simple mistakes. </a:t>
            </a:r>
            <a:r>
              <a:rPr sz="27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For example</a:t>
            </a:r>
            <a:r>
              <a:rPr sz="27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, repeated mistakes can frustrate teammates who hope to win.</a:t>
            </a:r>
          </a:p>
        </p:txBody>
      </p:sp>
      <p:sp>
        <p:nvSpPr>
          <p:cNvPr id="4" name="text-271">
            <a:extLst xmlns:a="http://schemas.openxmlformats.org/drawingml/2006/main">
              <a:ext uri="{FF2B5EF4-FFF2-40B4-BE49-F238E27FC236}">
                <a16:creationId xmlns:a16="http://schemas.microsoft.com/office/drawing/2014/main" id="{7C454E27-3217-4185-BBC5-C0117F48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קודם חושבים הפוך: מה המחיר של שיתוף כולם? תנאי ראשון ודוגמה מפתחים את החשש.</a:t>
            </a:r>
          </a:p>
        </p:txBody>
      </p:sp>
      <p:sp>
        <p:nvSpPr>
          <p:cNvPr id="5" name="text-272">
            <a:extLst xmlns:a="http://schemas.openxmlformats.org/drawingml/2006/main">
              <a:ext uri="{FF2B5EF4-FFF2-40B4-BE49-F238E27FC236}">
                <a16:creationId xmlns:a16="http://schemas.microsoft.com/office/drawing/2014/main" id="{F8FA2D13-90F0-4E2F-A8AC-206B2553E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33 / 108</a:t>
            </a:r>
          </a:p>
        </p:txBody>
      </p:sp>
    </p:spTree>
    <p:extLst>
      <p:ext uri="{BB962C8B-B14F-4D97-AF65-F5344CB8AC3E}">
        <p14:creationId xmlns:p14="http://schemas.microsoft.com/office/powerpoint/2010/main" val="1848273639"/>
      </p:ext>
    </p:extLst>
  </p:cSld>
</p:sld>
</file>

<file path=ppt/slides/slide3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273">
            <a:extLst xmlns:a="http://schemas.openxmlformats.org/drawingml/2006/main">
              <a:ext uri="{FF2B5EF4-FFF2-40B4-BE49-F238E27FC236}">
                <a16:creationId xmlns:a16="http://schemas.microsoft.com/office/drawing/2014/main" id="{C1D8CF0C-5A6A-43CC-89A9-8BF255EA1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070fdb9c446647e3"/>
              </a:rPr>
              <a:t>⌂</a:t>
            </a:r>
          </a:p>
        </p:txBody>
      </p:sp>
      <p:sp>
        <p:nvSpPr>
          <p:cNvPr id="2" name="title-274">
            <a:extLst xmlns:a="http://schemas.openxmlformats.org/drawingml/2006/main">
              <a:ext uri="{FF2B5EF4-FFF2-40B4-BE49-F238E27FC236}">
                <a16:creationId xmlns:a16="http://schemas.microsoft.com/office/drawing/2014/main" id="{7B26BD75-F59A-4054-A3F6-19699A0B8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Active: מי עושה את הפעולה?</a:t>
            </a:r>
          </a:p>
        </p:txBody>
      </p:sp>
      <p:sp>
        <p:nvSpPr>
          <p:cNvPr id="3" name="text-275">
            <a:extLst xmlns:a="http://schemas.openxmlformats.org/drawingml/2006/main">
              <a:ext uri="{FF2B5EF4-FFF2-40B4-BE49-F238E27FC236}">
                <a16:creationId xmlns:a16="http://schemas.microsoft.com/office/drawing/2014/main" id="{951498DB-4E75-4E9E-B529-3F63A2699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95425"/>
            <a:ext cx="1057275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Teachers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</a:t>
            </a: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should organize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games fairly.</a:t>
            </a:r>
          </a:p>
        </p:txBody>
      </p:sp>
      <p:sp>
        <p:nvSpPr>
          <p:cNvPr id="4" name="text-276">
            <a:extLst xmlns:a="http://schemas.openxmlformats.org/drawingml/2006/main">
              <a:ext uri="{FF2B5EF4-FFF2-40B4-BE49-F238E27FC236}">
                <a16:creationId xmlns:a16="http://schemas.microsoft.com/office/drawing/2014/main" id="{0201FAB5-FCD4-4FA6-846D-2AD9D81B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34 / 108</a:t>
            </a:r>
          </a:p>
        </p:txBody>
      </p:sp>
    </p:spTree>
    <p:extLst>
      <p:ext uri="{BB962C8B-B14F-4D97-AF65-F5344CB8AC3E}">
        <p14:creationId xmlns:p14="http://schemas.microsoft.com/office/powerpoint/2010/main" val="454667033"/>
      </p:ext>
    </p:extLst>
  </p:cSld>
</p:sld>
</file>

<file path=ppt/slides/slide3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277">
            <a:extLst xmlns:a="http://schemas.openxmlformats.org/drawingml/2006/main">
              <a:ext uri="{FF2B5EF4-FFF2-40B4-BE49-F238E27FC236}">
                <a16:creationId xmlns:a16="http://schemas.microsoft.com/office/drawing/2014/main" id="{979F9E05-703A-42C7-B583-248A00ED9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1a27fe0370464b50"/>
              </a:rPr>
              <a:t>⌂</a:t>
            </a:r>
          </a:p>
        </p:txBody>
      </p:sp>
      <p:sp>
        <p:nvSpPr>
          <p:cNvPr id="2" name="title-278">
            <a:extLst xmlns:a="http://schemas.openxmlformats.org/drawingml/2006/main">
              <a:ext uri="{FF2B5EF4-FFF2-40B4-BE49-F238E27FC236}">
                <a16:creationId xmlns:a16="http://schemas.microsoft.com/office/drawing/2014/main" id="{964D25A4-2EAE-4795-A0C2-170F3549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Active: מי עושה את הפעולה?</a:t>
            </a:r>
          </a:p>
        </p:txBody>
      </p:sp>
      <p:sp>
        <p:nvSpPr>
          <p:cNvPr id="3" name="text-279">
            <a:extLst xmlns:a="http://schemas.openxmlformats.org/drawingml/2006/main">
              <a:ext uri="{FF2B5EF4-FFF2-40B4-BE49-F238E27FC236}">
                <a16:creationId xmlns:a16="http://schemas.microsoft.com/office/drawing/2014/main" id="{E568EF0F-43D6-4336-AAFB-7F2A2C7FB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95425"/>
            <a:ext cx="1057275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Teachers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</a:t>
            </a: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should organize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games fairly.</a:t>
            </a:r>
          </a:p>
        </p:txBody>
      </p:sp>
      <p:sp>
        <p:nvSpPr>
          <p:cNvPr id="4" name="text-280">
            <a:extLst xmlns:a="http://schemas.openxmlformats.org/drawingml/2006/main">
              <a:ext uri="{FF2B5EF4-FFF2-40B4-BE49-F238E27FC236}">
                <a16:creationId xmlns:a16="http://schemas.microsoft.com/office/drawing/2014/main" id="{16CF74CF-0FCF-4B56-9FE5-B73DD059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91025"/>
            <a:ext cx="104394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המורים צריכים לארגן את המשחקים בהוגנות.</a:t>
            </a:r>
          </a:p>
        </p:txBody>
      </p:sp>
      <p:sp>
        <p:nvSpPr>
          <p:cNvPr id="5" name="text-281">
            <a:extLst xmlns:a="http://schemas.openxmlformats.org/drawingml/2006/main">
              <a:ext uri="{FF2B5EF4-FFF2-40B4-BE49-F238E27FC236}">
                <a16:creationId xmlns:a16="http://schemas.microsoft.com/office/drawing/2014/main" id="{C90AA845-74A6-4156-8036-243C80E1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35 / 108</a:t>
            </a:r>
          </a:p>
        </p:txBody>
      </p:sp>
    </p:spTree>
    <p:extLst>
      <p:ext uri="{BB962C8B-B14F-4D97-AF65-F5344CB8AC3E}">
        <p14:creationId xmlns:p14="http://schemas.microsoft.com/office/powerpoint/2010/main" val="844933006"/>
      </p:ext>
    </p:extLst>
  </p:cSld>
</p:sld>
</file>

<file path=ppt/slides/slide3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282">
            <a:extLst xmlns:a="http://schemas.openxmlformats.org/drawingml/2006/main">
              <a:ext uri="{FF2B5EF4-FFF2-40B4-BE49-F238E27FC236}">
                <a16:creationId xmlns:a16="http://schemas.microsoft.com/office/drawing/2014/main" id="{B6F740EF-85C0-441F-A8C6-F79789F6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69cc07482fed4c1d"/>
              </a:rPr>
              <a:t>⌂</a:t>
            </a:r>
          </a:p>
        </p:txBody>
      </p:sp>
      <p:sp>
        <p:nvSpPr>
          <p:cNvPr id="2" name="title-283">
            <a:extLst xmlns:a="http://schemas.openxmlformats.org/drawingml/2006/main">
              <a:ext uri="{FF2B5EF4-FFF2-40B4-BE49-F238E27FC236}">
                <a16:creationId xmlns:a16="http://schemas.microsoft.com/office/drawing/2014/main" id="{22E50C6E-E0C1-42B9-8D67-F6EA92A3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Passive: המוקד במשחקים</a:t>
            </a:r>
          </a:p>
        </p:txBody>
      </p:sp>
      <p:sp>
        <p:nvSpPr>
          <p:cNvPr id="3" name="text-284">
            <a:extLst xmlns:a="http://schemas.openxmlformats.org/drawingml/2006/main">
              <a:ext uri="{FF2B5EF4-FFF2-40B4-BE49-F238E27FC236}">
                <a16:creationId xmlns:a16="http://schemas.microsoft.com/office/drawing/2014/main" id="{3360AE5F-425C-4E3A-94FF-EFBF25D40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95425"/>
            <a:ext cx="1057275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Games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</a:t>
            </a: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should be organized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fairly.</a:t>
            </a:r>
          </a:p>
        </p:txBody>
      </p:sp>
      <p:sp>
        <p:nvSpPr>
          <p:cNvPr id="4" name="text-285">
            <a:extLst xmlns:a="http://schemas.openxmlformats.org/drawingml/2006/main">
              <a:ext uri="{FF2B5EF4-FFF2-40B4-BE49-F238E27FC236}">
                <a16:creationId xmlns:a16="http://schemas.microsoft.com/office/drawing/2014/main" id="{2DD1FC66-CA1A-4E77-B2AC-EA44E88F9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36 / 108</a:t>
            </a:r>
          </a:p>
        </p:txBody>
      </p:sp>
    </p:spTree>
    <p:extLst>
      <p:ext uri="{BB962C8B-B14F-4D97-AF65-F5344CB8AC3E}">
        <p14:creationId xmlns:p14="http://schemas.microsoft.com/office/powerpoint/2010/main" val="1025924392"/>
      </p:ext>
    </p:extLst>
  </p:cSld>
</p:sld>
</file>

<file path=ppt/slides/slide3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286">
            <a:extLst xmlns:a="http://schemas.openxmlformats.org/drawingml/2006/main">
              <a:ext uri="{FF2B5EF4-FFF2-40B4-BE49-F238E27FC236}">
                <a16:creationId xmlns:a16="http://schemas.microsoft.com/office/drawing/2014/main" id="{0D3B3CAD-6716-413C-A79F-E4CE5C14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52f6c04fb6674f45"/>
              </a:rPr>
              <a:t>⌂</a:t>
            </a:r>
          </a:p>
        </p:txBody>
      </p:sp>
      <p:sp>
        <p:nvSpPr>
          <p:cNvPr id="2" name="title-287">
            <a:extLst xmlns:a="http://schemas.openxmlformats.org/drawingml/2006/main">
              <a:ext uri="{FF2B5EF4-FFF2-40B4-BE49-F238E27FC236}">
                <a16:creationId xmlns:a16="http://schemas.microsoft.com/office/drawing/2014/main" id="{ED087FEC-7304-43DE-9936-022F3DC5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Passive: המוקד במשחקים</a:t>
            </a:r>
          </a:p>
        </p:txBody>
      </p:sp>
      <p:sp>
        <p:nvSpPr>
          <p:cNvPr id="3" name="text-288">
            <a:extLst xmlns:a="http://schemas.openxmlformats.org/drawingml/2006/main">
              <a:ext uri="{FF2B5EF4-FFF2-40B4-BE49-F238E27FC236}">
                <a16:creationId xmlns:a16="http://schemas.microsoft.com/office/drawing/2014/main" id="{43BC5801-45AB-4C69-9DAB-F97F02EC3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95425"/>
            <a:ext cx="1057275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Games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</a:t>
            </a: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should be organized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fairly.</a:t>
            </a:r>
          </a:p>
        </p:txBody>
      </p:sp>
      <p:sp>
        <p:nvSpPr>
          <p:cNvPr id="4" name="text-289">
            <a:extLst xmlns:a="http://schemas.openxmlformats.org/drawingml/2006/main">
              <a:ext uri="{FF2B5EF4-FFF2-40B4-BE49-F238E27FC236}">
                <a16:creationId xmlns:a16="http://schemas.microsoft.com/office/drawing/2014/main" id="{CE4D7B84-67DF-419D-872C-F8C0C826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91025"/>
            <a:ext cx="104394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המשחקים צריכים להיות מאורגנים בהוגנות.</a:t>
            </a:r>
          </a:p>
        </p:txBody>
      </p:sp>
      <p:sp>
        <p:nvSpPr>
          <p:cNvPr id="5" name="text-290">
            <a:extLst xmlns:a="http://schemas.openxmlformats.org/drawingml/2006/main">
              <a:ext uri="{FF2B5EF4-FFF2-40B4-BE49-F238E27FC236}">
                <a16:creationId xmlns:a16="http://schemas.microsoft.com/office/drawing/2014/main" id="{1C044F90-4C1D-4458-B706-BE36BC55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37 / 108</a:t>
            </a:r>
          </a:p>
        </p:txBody>
      </p:sp>
    </p:spTree>
    <p:extLst>
      <p:ext uri="{BB962C8B-B14F-4D97-AF65-F5344CB8AC3E}">
        <p14:creationId xmlns:p14="http://schemas.microsoft.com/office/powerpoint/2010/main" val="714754635"/>
      </p:ext>
    </p:extLst>
  </p:cSld>
</p:sld>
</file>

<file path=ppt/slides/slide3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291">
            <a:extLst xmlns:a="http://schemas.openxmlformats.org/drawingml/2006/main">
              <a:ext uri="{FF2B5EF4-FFF2-40B4-BE49-F238E27FC236}">
                <a16:creationId xmlns:a16="http://schemas.microsoft.com/office/drawing/2014/main" id="{F4B9C60D-E14B-4533-B4D8-33149002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e960ca0c0c3a4631"/>
              </a:rPr>
              <a:t>⌂</a:t>
            </a:r>
          </a:p>
        </p:txBody>
      </p:sp>
      <p:sp>
        <p:nvSpPr>
          <p:cNvPr id="2" name="title-292">
            <a:extLst xmlns:a="http://schemas.openxmlformats.org/drawingml/2006/main">
              <a:ext uri="{FF2B5EF4-FFF2-40B4-BE49-F238E27FC236}">
                <a16:creationId xmlns:a16="http://schemas.microsoft.com/office/drawing/2014/main" id="{F28E2BAC-074E-482B-AB0B-55623810F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מבנה הסביל אחרי should</a:t>
            </a:r>
          </a:p>
        </p:txBody>
      </p:sp>
      <p:sp>
        <p:nvSpPr>
          <p:cNvPr id="3" name="text-293">
            <a:extLst xmlns:a="http://schemas.openxmlformats.org/drawingml/2006/main">
              <a:ext uri="{FF2B5EF4-FFF2-40B4-BE49-F238E27FC236}">
                <a16:creationId xmlns:a16="http://schemas.microsoft.com/office/drawing/2014/main" id="{F1E362D1-BF39-4770-95C1-BB2169FB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subject + should + be + V3</a:t>
            </a:r>
          </a:p>
        </p:txBody>
      </p:sp>
      <p:sp>
        <p:nvSpPr>
          <p:cNvPr id="4" name="text-294">
            <a:extLst xmlns:a="http://schemas.openxmlformats.org/drawingml/2006/main">
              <a:ext uri="{FF2B5EF4-FFF2-40B4-BE49-F238E27FC236}">
                <a16:creationId xmlns:a16="http://schemas.microsoft.com/office/drawing/2014/main" id="{09EABD05-9EDC-483F-9322-2A7A96CDD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הנושא מקבל את הפעולה. אחרי should מוסיפים be ואת צורת V3.</a:t>
            </a:r>
          </a:p>
        </p:txBody>
      </p:sp>
      <p:sp>
        <p:nvSpPr>
          <p:cNvPr id="5" name="text-295">
            <a:extLst xmlns:a="http://schemas.openxmlformats.org/drawingml/2006/main">
              <a:ext uri="{FF2B5EF4-FFF2-40B4-BE49-F238E27FC236}">
                <a16:creationId xmlns:a16="http://schemas.microsoft.com/office/drawing/2014/main" id="{F46ED07B-E689-45D0-B6E7-D9347DC6A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38 / 108</a:t>
            </a:r>
          </a:p>
        </p:txBody>
      </p:sp>
    </p:spTree>
    <p:extLst>
      <p:ext uri="{BB962C8B-B14F-4D97-AF65-F5344CB8AC3E}">
        <p14:creationId xmlns:p14="http://schemas.microsoft.com/office/powerpoint/2010/main" val="973679194"/>
      </p:ext>
    </p:extLst>
  </p:cSld>
</p:sld>
</file>

<file path=ppt/slides/slide3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296">
            <a:extLst xmlns:a="http://schemas.openxmlformats.org/drawingml/2006/main">
              <a:ext uri="{FF2B5EF4-FFF2-40B4-BE49-F238E27FC236}">
                <a16:creationId xmlns:a16="http://schemas.microsoft.com/office/drawing/2014/main" id="{493C3AA4-3D31-4446-9407-22054E5A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66b404f7a0304e9b"/>
              </a:rPr>
              <a:t>⌂</a:t>
            </a:r>
          </a:p>
        </p:txBody>
      </p:sp>
      <p:sp>
        <p:nvSpPr>
          <p:cNvPr id="2" name="title-297">
            <a:extLst xmlns:a="http://schemas.openxmlformats.org/drawingml/2006/main">
              <a:ext uri="{FF2B5EF4-FFF2-40B4-BE49-F238E27FC236}">
                <a16:creationId xmlns:a16="http://schemas.microsoft.com/office/drawing/2014/main" id="{6431C0E6-0B8A-4A6D-AD79-258181A3A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השלמת Passive</a:t>
            </a:r>
          </a:p>
        </p:txBody>
      </p:sp>
      <p:sp>
        <p:nvSpPr>
          <p:cNvPr id="3" name="text-298">
            <a:extLst xmlns:a="http://schemas.openxmlformats.org/drawingml/2006/main">
              <a:ext uri="{FF2B5EF4-FFF2-40B4-BE49-F238E27FC236}">
                <a16:creationId xmlns:a16="http://schemas.microsoft.com/office/drawing/2014/main" id="{25E9628C-BD89-4766-8A46-7D4EF2C0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162" y="1776413"/>
            <a:ext cx="149568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Games</a:t>
            </a:r>
          </a:p>
        </p:txBody>
      </p:sp>
      <p:sp>
        <p:nvSpPr>
          <p:cNvPr id="4" name="text-299">
            <a:extLst xmlns:a="http://schemas.openxmlformats.org/drawingml/2006/main">
              <a:ext uri="{FF2B5EF4-FFF2-40B4-BE49-F238E27FC236}">
                <a16:creationId xmlns:a16="http://schemas.microsoft.com/office/drawing/2014/main" id="{2A429E6E-29F3-43B4-81CD-C3487506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3637" y="1776413"/>
            <a:ext cx="143922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should</a:t>
            </a:r>
          </a:p>
        </p:txBody>
      </p:sp>
      <p:sp>
        <p:nvSpPr>
          <p:cNvPr id="5" name="text-300">
            <a:extLst xmlns:a="http://schemas.openxmlformats.org/drawingml/2006/main">
              <a:ext uri="{FF2B5EF4-FFF2-40B4-BE49-F238E27FC236}">
                <a16:creationId xmlns:a16="http://schemas.microsoft.com/office/drawing/2014/main" id="{48464A24-B98D-411F-9C52-CA7CEAE5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9701" y="1776413"/>
            <a:ext cx="305794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 </a:t>
            </a:r>
          </a:p>
        </p:txBody>
      </p:sp>
      <p:sp>
        <p:nvSpPr>
          <p:cNvPr id="6" name="gap-line-39">
            <a:extLst xmlns:a="http://schemas.openxmlformats.org/drawingml/2006/main">
              <a:ext uri="{FF2B5EF4-FFF2-40B4-BE49-F238E27FC236}">
                <a16:creationId xmlns:a16="http://schemas.microsoft.com/office/drawing/2014/main" id="{548F0E5E-3CF8-4796-B41C-080025B9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9701" y="2319338"/>
            <a:ext cx="3057944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EE5FF"/>
            </a:solidFill>
          </a:ln>
        </p:spPr>
      </p:sp>
      <p:sp>
        <p:nvSpPr>
          <p:cNvPr id="7" name="text-301">
            <a:extLst xmlns:a="http://schemas.openxmlformats.org/drawingml/2006/main">
              <a:ext uri="{FF2B5EF4-FFF2-40B4-BE49-F238E27FC236}">
                <a16:creationId xmlns:a16="http://schemas.microsoft.com/office/drawing/2014/main" id="{613A9DBF-A893-4AF0-8866-3645C78E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486" y="1776413"/>
            <a:ext cx="51939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so</a:t>
            </a:r>
          </a:p>
        </p:txBody>
      </p:sp>
      <p:sp>
        <p:nvSpPr>
          <p:cNvPr id="8" name="text-302">
            <a:extLst xmlns:a="http://schemas.openxmlformats.org/drawingml/2006/main">
              <a:ext uri="{FF2B5EF4-FFF2-40B4-BE49-F238E27FC236}">
                <a16:creationId xmlns:a16="http://schemas.microsoft.com/office/drawing/2014/main" id="{75E6E054-4380-4B3E-A90C-1EC5E0645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671" y="1776413"/>
            <a:ext cx="84909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that</a:t>
            </a:r>
          </a:p>
        </p:txBody>
      </p:sp>
      <p:sp>
        <p:nvSpPr>
          <p:cNvPr id="9" name="text-303">
            <a:extLst xmlns:a="http://schemas.openxmlformats.org/drawingml/2006/main">
              <a:ext uri="{FF2B5EF4-FFF2-40B4-BE49-F238E27FC236}">
                <a16:creationId xmlns:a16="http://schemas.microsoft.com/office/drawing/2014/main" id="{0A3F08F6-BC4D-46F8-B307-BDA1C00D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559" y="1776413"/>
            <a:ext cx="194327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everyone</a:t>
            </a:r>
          </a:p>
        </p:txBody>
      </p:sp>
      <p:sp>
        <p:nvSpPr>
          <p:cNvPr id="10" name="text-304">
            <a:extLst xmlns:a="http://schemas.openxmlformats.org/drawingml/2006/main">
              <a:ext uri="{FF2B5EF4-FFF2-40B4-BE49-F238E27FC236}">
                <a16:creationId xmlns:a16="http://schemas.microsoft.com/office/drawing/2014/main" id="{1350A05D-1C85-4C80-B667-02DF194B8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1584" y="2395538"/>
            <a:ext cx="758826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can</a:t>
            </a:r>
          </a:p>
        </p:txBody>
      </p:sp>
      <p:sp>
        <p:nvSpPr>
          <p:cNvPr id="11" name="text-305">
            <a:extLst xmlns:a="http://schemas.openxmlformats.org/drawingml/2006/main">
              <a:ext uri="{FF2B5EF4-FFF2-40B4-BE49-F238E27FC236}">
                <a16:creationId xmlns:a16="http://schemas.microsoft.com/office/drawing/2014/main" id="{C6D7ACC9-4DF9-498D-B693-B538246E7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8201" y="2395538"/>
            <a:ext cx="89804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take</a:t>
            </a:r>
          </a:p>
        </p:txBody>
      </p:sp>
      <p:sp>
        <p:nvSpPr>
          <p:cNvPr id="12" name="text-306">
            <a:extLst xmlns:a="http://schemas.openxmlformats.org/drawingml/2006/main">
              <a:ext uri="{FF2B5EF4-FFF2-40B4-BE49-F238E27FC236}">
                <a16:creationId xmlns:a16="http://schemas.microsoft.com/office/drawing/2014/main" id="{F3B609B2-A774-4F57-A7F2-1F282FE33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035" y="2395538"/>
            <a:ext cx="97638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part.</a:t>
            </a:r>
          </a:p>
        </p:txBody>
      </p:sp>
      <p:sp>
        <p:nvSpPr>
          <p:cNvPr id="13" name="text-307">
            <a:extLst xmlns:a="http://schemas.openxmlformats.org/drawingml/2006/main">
              <a:ext uri="{FF2B5EF4-FFF2-40B4-BE49-F238E27FC236}">
                <a16:creationId xmlns:a16="http://schemas.microsoft.com/office/drawing/2014/main" id="{F606C7BA-C3B6-455B-A8E1-BB4652D08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be organized</a:t>
            </a:r>
          </a:p>
        </p:txBody>
      </p:sp>
      <p:sp>
        <p:nvSpPr>
          <p:cNvPr id="14" name="text-308">
            <a:extLst xmlns:a="http://schemas.openxmlformats.org/drawingml/2006/main">
              <a:ext uri="{FF2B5EF4-FFF2-40B4-BE49-F238E27FC236}">
                <a16:creationId xmlns:a16="http://schemas.microsoft.com/office/drawing/2014/main" id="{B20B0983-5818-4EDB-848F-14577F2B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organize</a:t>
            </a:r>
          </a:p>
        </p:txBody>
      </p:sp>
      <p:sp>
        <p:nvSpPr>
          <p:cNvPr id="15" name="text-309">
            <a:extLst xmlns:a="http://schemas.openxmlformats.org/drawingml/2006/main">
              <a:ext uri="{FF2B5EF4-FFF2-40B4-BE49-F238E27FC236}">
                <a16:creationId xmlns:a16="http://schemas.microsoft.com/office/drawing/2014/main" id="{A1C6E2FE-0525-4564-984E-715C2C26B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be organizing</a:t>
            </a:r>
          </a:p>
        </p:txBody>
      </p:sp>
      <p:sp>
        <p:nvSpPr>
          <p:cNvPr id="16" name="text-310">
            <a:extLst xmlns:a="http://schemas.openxmlformats.org/drawingml/2006/main">
              <a:ext uri="{FF2B5EF4-FFF2-40B4-BE49-F238E27FC236}">
                <a16:creationId xmlns:a16="http://schemas.microsoft.com/office/drawing/2014/main" id="{E315D5DB-9E3F-4DBC-BC44-AA77E095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39 / 108</a:t>
            </a:r>
          </a:p>
        </p:txBody>
      </p:sp>
    </p:spTree>
    <p:extLst>
      <p:ext uri="{BB962C8B-B14F-4D97-AF65-F5344CB8AC3E}">
        <p14:creationId xmlns:p14="http://schemas.microsoft.com/office/powerpoint/2010/main" val="886225224"/>
      </p:ext>
    </p:extLst>
  </p:cSld>
</p:sld>
</file>

<file path=ppt/slides/slide4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311">
            <a:extLst xmlns:a="http://schemas.openxmlformats.org/drawingml/2006/main">
              <a:ext uri="{FF2B5EF4-FFF2-40B4-BE49-F238E27FC236}">
                <a16:creationId xmlns:a16="http://schemas.microsoft.com/office/drawing/2014/main" id="{71E2AE66-AFF0-48F6-992C-96D048A11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a5707837db164c53"/>
              </a:rPr>
              <a:t>⌂</a:t>
            </a:r>
          </a:p>
        </p:txBody>
      </p:sp>
      <p:sp>
        <p:nvSpPr>
          <p:cNvPr id="2" name="title-312">
            <a:extLst xmlns:a="http://schemas.openxmlformats.org/drawingml/2006/main">
              <a:ext uri="{FF2B5EF4-FFF2-40B4-BE49-F238E27FC236}">
                <a16:creationId xmlns:a16="http://schemas.microsoft.com/office/drawing/2014/main" id="{0A6B3D2A-7DE2-454F-B4D8-B6B3FE831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השלמת Passive</a:t>
            </a:r>
          </a:p>
        </p:txBody>
      </p:sp>
      <p:sp>
        <p:nvSpPr>
          <p:cNvPr id="3" name="text-313">
            <a:extLst xmlns:a="http://schemas.openxmlformats.org/drawingml/2006/main">
              <a:ext uri="{FF2B5EF4-FFF2-40B4-BE49-F238E27FC236}">
                <a16:creationId xmlns:a16="http://schemas.microsoft.com/office/drawing/2014/main" id="{1A8D1A65-261F-4DC4-9402-2591CBB1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162" y="1776413"/>
            <a:ext cx="149568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Games</a:t>
            </a:r>
          </a:p>
        </p:txBody>
      </p:sp>
      <p:sp>
        <p:nvSpPr>
          <p:cNvPr id="4" name="text-314">
            <a:extLst xmlns:a="http://schemas.openxmlformats.org/drawingml/2006/main">
              <a:ext uri="{FF2B5EF4-FFF2-40B4-BE49-F238E27FC236}">
                <a16:creationId xmlns:a16="http://schemas.microsoft.com/office/drawing/2014/main" id="{8F841419-C03D-4B06-BF52-51DF60D1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3637" y="1776413"/>
            <a:ext cx="143922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should</a:t>
            </a:r>
          </a:p>
        </p:txBody>
      </p:sp>
      <p:sp>
        <p:nvSpPr>
          <p:cNvPr id="5" name="text-315">
            <a:extLst xmlns:a="http://schemas.openxmlformats.org/drawingml/2006/main">
              <a:ext uri="{FF2B5EF4-FFF2-40B4-BE49-F238E27FC236}">
                <a16:creationId xmlns:a16="http://schemas.microsoft.com/office/drawing/2014/main" id="{A91B2533-02BD-47D0-BB18-DB63A8B26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9701" y="1776413"/>
            <a:ext cx="305794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be organized</a:t>
            </a:r>
          </a:p>
        </p:txBody>
      </p:sp>
      <p:sp>
        <p:nvSpPr>
          <p:cNvPr id="6" name="gap-line-40">
            <a:extLst xmlns:a="http://schemas.openxmlformats.org/drawingml/2006/main">
              <a:ext uri="{FF2B5EF4-FFF2-40B4-BE49-F238E27FC236}">
                <a16:creationId xmlns:a16="http://schemas.microsoft.com/office/drawing/2014/main" id="{21E9650C-EE6E-4B38-9979-7A29EF83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9701" y="2319338"/>
            <a:ext cx="3057944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FFF5B"/>
            </a:solidFill>
          </a:ln>
        </p:spPr>
      </p:sp>
      <p:sp>
        <p:nvSpPr>
          <p:cNvPr id="7" name="text-316">
            <a:extLst xmlns:a="http://schemas.openxmlformats.org/drawingml/2006/main">
              <a:ext uri="{FF2B5EF4-FFF2-40B4-BE49-F238E27FC236}">
                <a16:creationId xmlns:a16="http://schemas.microsoft.com/office/drawing/2014/main" id="{58BE305C-3C33-4A2C-8759-D90568AA4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486" y="1776413"/>
            <a:ext cx="51939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so</a:t>
            </a:r>
          </a:p>
        </p:txBody>
      </p:sp>
      <p:sp>
        <p:nvSpPr>
          <p:cNvPr id="8" name="text-317">
            <a:extLst xmlns:a="http://schemas.openxmlformats.org/drawingml/2006/main">
              <a:ext uri="{FF2B5EF4-FFF2-40B4-BE49-F238E27FC236}">
                <a16:creationId xmlns:a16="http://schemas.microsoft.com/office/drawing/2014/main" id="{EF0418C0-E7B3-4F3C-8D31-D597DCC3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671" y="1776413"/>
            <a:ext cx="84909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that</a:t>
            </a:r>
          </a:p>
        </p:txBody>
      </p:sp>
      <p:sp>
        <p:nvSpPr>
          <p:cNvPr id="9" name="text-318">
            <a:extLst xmlns:a="http://schemas.openxmlformats.org/drawingml/2006/main">
              <a:ext uri="{FF2B5EF4-FFF2-40B4-BE49-F238E27FC236}">
                <a16:creationId xmlns:a16="http://schemas.microsoft.com/office/drawing/2014/main" id="{DA39E1A7-683C-481F-9A42-AD9AC9D2C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559" y="1776413"/>
            <a:ext cx="194327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everyone</a:t>
            </a:r>
          </a:p>
        </p:txBody>
      </p:sp>
      <p:sp>
        <p:nvSpPr>
          <p:cNvPr id="10" name="text-319">
            <a:extLst xmlns:a="http://schemas.openxmlformats.org/drawingml/2006/main">
              <a:ext uri="{FF2B5EF4-FFF2-40B4-BE49-F238E27FC236}">
                <a16:creationId xmlns:a16="http://schemas.microsoft.com/office/drawing/2014/main" id="{C354BE1C-7585-467A-BD03-9A075EEC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1584" y="2395538"/>
            <a:ext cx="758826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can</a:t>
            </a:r>
          </a:p>
        </p:txBody>
      </p:sp>
      <p:sp>
        <p:nvSpPr>
          <p:cNvPr id="11" name="text-320">
            <a:extLst xmlns:a="http://schemas.openxmlformats.org/drawingml/2006/main">
              <a:ext uri="{FF2B5EF4-FFF2-40B4-BE49-F238E27FC236}">
                <a16:creationId xmlns:a16="http://schemas.microsoft.com/office/drawing/2014/main" id="{BAC73781-38FD-4093-88D7-17AF342B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8201" y="2395538"/>
            <a:ext cx="89804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take</a:t>
            </a:r>
          </a:p>
        </p:txBody>
      </p:sp>
      <p:sp>
        <p:nvSpPr>
          <p:cNvPr id="12" name="text-321">
            <a:extLst xmlns:a="http://schemas.openxmlformats.org/drawingml/2006/main">
              <a:ext uri="{FF2B5EF4-FFF2-40B4-BE49-F238E27FC236}">
                <a16:creationId xmlns:a16="http://schemas.microsoft.com/office/drawing/2014/main" id="{9A970967-13A0-4985-BFD4-A32C8856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035" y="2395538"/>
            <a:ext cx="97638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part.</a:t>
            </a:r>
          </a:p>
        </p:txBody>
      </p:sp>
      <p:sp>
        <p:nvSpPr>
          <p:cNvPr id="13" name="text-322">
            <a:extLst xmlns:a="http://schemas.openxmlformats.org/drawingml/2006/main">
              <a:ext uri="{FF2B5EF4-FFF2-40B4-BE49-F238E27FC236}">
                <a16:creationId xmlns:a16="http://schemas.microsoft.com/office/drawing/2014/main" id="{8B7C8476-6583-4A8A-9E73-EAD5F1ED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A   be organized</a:t>
            </a:r>
          </a:p>
        </p:txBody>
      </p:sp>
      <p:sp>
        <p:nvSpPr>
          <p:cNvPr id="14" name="text-323">
            <a:extLst xmlns:a="http://schemas.openxmlformats.org/drawingml/2006/main">
              <a:ext uri="{FF2B5EF4-FFF2-40B4-BE49-F238E27FC236}">
                <a16:creationId xmlns:a16="http://schemas.microsoft.com/office/drawing/2014/main" id="{D8C7615B-6BC2-492D-B90A-4BE95C62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organize</a:t>
            </a:r>
          </a:p>
        </p:txBody>
      </p:sp>
      <p:sp>
        <p:nvSpPr>
          <p:cNvPr id="15" name="text-324">
            <a:extLst xmlns:a="http://schemas.openxmlformats.org/drawingml/2006/main">
              <a:ext uri="{FF2B5EF4-FFF2-40B4-BE49-F238E27FC236}">
                <a16:creationId xmlns:a16="http://schemas.microsoft.com/office/drawing/2014/main" id="{92524D1B-C195-4F16-872E-E70A52FF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be organizing</a:t>
            </a:r>
          </a:p>
        </p:txBody>
      </p:sp>
      <p:sp>
        <p:nvSpPr>
          <p:cNvPr id="16" name="text-325">
            <a:extLst xmlns:a="http://schemas.openxmlformats.org/drawingml/2006/main">
              <a:ext uri="{FF2B5EF4-FFF2-40B4-BE49-F238E27FC236}">
                <a16:creationId xmlns:a16="http://schemas.microsoft.com/office/drawing/2014/main" id="{0C0A65D9-A4B1-4BF1-B616-03880C81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95850"/>
            <a:ext cx="104394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2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2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should be organized הוא מבנה סביל תקין: should + be + V3.</a:t>
            </a:r>
          </a:p>
        </p:txBody>
      </p:sp>
      <p:sp>
        <p:nvSpPr>
          <p:cNvPr id="17" name="text-326">
            <a:extLst xmlns:a="http://schemas.openxmlformats.org/drawingml/2006/main">
              <a:ext uri="{FF2B5EF4-FFF2-40B4-BE49-F238E27FC236}">
                <a16:creationId xmlns:a16="http://schemas.microsoft.com/office/drawing/2014/main" id="{30FF8331-E82C-4151-9EBC-317375A2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40 / 108</a:t>
            </a:r>
          </a:p>
        </p:txBody>
      </p:sp>
    </p:spTree>
    <p:extLst>
      <p:ext uri="{BB962C8B-B14F-4D97-AF65-F5344CB8AC3E}">
        <p14:creationId xmlns:p14="http://schemas.microsoft.com/office/powerpoint/2010/main" val="954128491"/>
      </p:ext>
    </p:extLst>
  </p:cSld>
</p:sld>
</file>

<file path=ppt/slides/slide4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327">
            <a:extLst xmlns:a="http://schemas.openxmlformats.org/drawingml/2006/main">
              <a:ext uri="{FF2B5EF4-FFF2-40B4-BE49-F238E27FC236}">
                <a16:creationId xmlns:a16="http://schemas.microsoft.com/office/drawing/2014/main" id="{EFD17DC4-8FBD-4293-89C9-E5FAA4BB2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b6ddb604ee784390"/>
              </a:rPr>
              <a:t>⌂</a:t>
            </a:r>
          </a:p>
        </p:txBody>
      </p:sp>
      <p:sp>
        <p:nvSpPr>
          <p:cNvPr id="2" name="title-328">
            <a:extLst xmlns:a="http://schemas.openxmlformats.org/drawingml/2006/main">
              <a:ext uri="{FF2B5EF4-FFF2-40B4-BE49-F238E27FC236}">
                <a16:creationId xmlns:a16="http://schemas.microsoft.com/office/drawing/2014/main" id="{FFF959D0-0273-4FE9-A582-215C0A89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איזה משפט תקין?</a:t>
            </a:r>
          </a:p>
        </p:txBody>
      </p:sp>
      <p:sp>
        <p:nvSpPr>
          <p:cNvPr id="3" name="text-329">
            <a:extLst xmlns:a="http://schemas.openxmlformats.org/drawingml/2006/main">
              <a:ext uri="{FF2B5EF4-FFF2-40B4-BE49-F238E27FC236}">
                <a16:creationId xmlns:a16="http://schemas.microsoft.com/office/drawing/2014/main" id="{29DD56AB-73FA-4C09-8E89-906AEE79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04925"/>
            <a:ext cx="1047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0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The focus is on including every student.</a:t>
            </a:r>
          </a:p>
        </p:txBody>
      </p:sp>
      <p:sp>
        <p:nvSpPr>
          <p:cNvPr id="4" name="text-330">
            <a:extLst xmlns:a="http://schemas.openxmlformats.org/drawingml/2006/main">
              <a:ext uri="{FF2B5EF4-FFF2-40B4-BE49-F238E27FC236}">
                <a16:creationId xmlns:a16="http://schemas.microsoft.com/office/drawing/2014/main" id="{D86BC2D5-5539-4F8E-8D77-9DDDA7C4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193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Every student should included.</a:t>
            </a:r>
          </a:p>
        </p:txBody>
      </p:sp>
      <p:sp>
        <p:nvSpPr>
          <p:cNvPr id="5" name="text-331">
            <a:extLst xmlns:a="http://schemas.openxmlformats.org/drawingml/2006/main">
              <a:ext uri="{FF2B5EF4-FFF2-40B4-BE49-F238E27FC236}">
                <a16:creationId xmlns:a16="http://schemas.microsoft.com/office/drawing/2014/main" id="{4751838C-61EE-42DD-BE61-CE0F963E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575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Every student should be included.</a:t>
            </a:r>
          </a:p>
        </p:txBody>
      </p:sp>
      <p:sp>
        <p:nvSpPr>
          <p:cNvPr id="6" name="text-332">
            <a:extLst xmlns:a="http://schemas.openxmlformats.org/drawingml/2006/main">
              <a:ext uri="{FF2B5EF4-FFF2-40B4-BE49-F238E27FC236}">
                <a16:creationId xmlns:a16="http://schemas.microsoft.com/office/drawing/2014/main" id="{DD0CC8BB-DF2B-424E-A8C7-115D1B311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57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Every student should be include.</a:t>
            </a:r>
          </a:p>
        </p:txBody>
      </p:sp>
      <p:sp>
        <p:nvSpPr>
          <p:cNvPr id="7" name="text-333">
            <a:extLst xmlns:a="http://schemas.openxmlformats.org/drawingml/2006/main">
              <a:ext uri="{FF2B5EF4-FFF2-40B4-BE49-F238E27FC236}">
                <a16:creationId xmlns:a16="http://schemas.microsoft.com/office/drawing/2014/main" id="{B7A2707D-2A15-4955-8752-CD11595D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41 / 108</a:t>
            </a:r>
          </a:p>
        </p:txBody>
      </p:sp>
    </p:spTree>
    <p:extLst>
      <p:ext uri="{BB962C8B-B14F-4D97-AF65-F5344CB8AC3E}">
        <p14:creationId xmlns:p14="http://schemas.microsoft.com/office/powerpoint/2010/main" val="220760578"/>
      </p:ext>
    </p:extLst>
  </p:cSld>
</p:sld>
</file>

<file path=ppt/slides/slide4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334">
            <a:extLst xmlns:a="http://schemas.openxmlformats.org/drawingml/2006/main">
              <a:ext uri="{FF2B5EF4-FFF2-40B4-BE49-F238E27FC236}">
                <a16:creationId xmlns:a16="http://schemas.microsoft.com/office/drawing/2014/main" id="{8C87C3BF-A6E5-4D55-9157-51AD1572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ebb014308c0e4c1a"/>
              </a:rPr>
              <a:t>⌂</a:t>
            </a:r>
          </a:p>
        </p:txBody>
      </p:sp>
      <p:sp>
        <p:nvSpPr>
          <p:cNvPr id="2" name="title-335">
            <a:extLst xmlns:a="http://schemas.openxmlformats.org/drawingml/2006/main">
              <a:ext uri="{FF2B5EF4-FFF2-40B4-BE49-F238E27FC236}">
                <a16:creationId xmlns:a16="http://schemas.microsoft.com/office/drawing/2014/main" id="{00E14115-EB4F-4B04-A2CA-BE3F7CAF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איזה משפט תקין?</a:t>
            </a:r>
          </a:p>
        </p:txBody>
      </p:sp>
      <p:sp>
        <p:nvSpPr>
          <p:cNvPr id="3" name="text-336">
            <a:extLst xmlns:a="http://schemas.openxmlformats.org/drawingml/2006/main">
              <a:ext uri="{FF2B5EF4-FFF2-40B4-BE49-F238E27FC236}">
                <a16:creationId xmlns:a16="http://schemas.microsoft.com/office/drawing/2014/main" id="{913B2024-24B7-4966-A5DA-674C327A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04925"/>
            <a:ext cx="1047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0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The focus is on including every student.</a:t>
            </a:r>
          </a:p>
        </p:txBody>
      </p:sp>
      <p:sp>
        <p:nvSpPr>
          <p:cNvPr id="4" name="text-337">
            <a:extLst xmlns:a="http://schemas.openxmlformats.org/drawingml/2006/main">
              <a:ext uri="{FF2B5EF4-FFF2-40B4-BE49-F238E27FC236}">
                <a16:creationId xmlns:a16="http://schemas.microsoft.com/office/drawing/2014/main" id="{18A143B6-F0E4-4DFC-8975-25AFB52D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193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Every student should included.</a:t>
            </a:r>
          </a:p>
        </p:txBody>
      </p:sp>
      <p:sp>
        <p:nvSpPr>
          <p:cNvPr id="5" name="text-338">
            <a:extLst xmlns:a="http://schemas.openxmlformats.org/drawingml/2006/main">
              <a:ext uri="{FF2B5EF4-FFF2-40B4-BE49-F238E27FC236}">
                <a16:creationId xmlns:a16="http://schemas.microsoft.com/office/drawing/2014/main" id="{F99667F1-E8A6-4FC1-B453-548D4BB3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575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B   Every student should be included.</a:t>
            </a:r>
          </a:p>
        </p:txBody>
      </p:sp>
      <p:sp>
        <p:nvSpPr>
          <p:cNvPr id="6" name="text-339">
            <a:extLst xmlns:a="http://schemas.openxmlformats.org/drawingml/2006/main">
              <a:ext uri="{FF2B5EF4-FFF2-40B4-BE49-F238E27FC236}">
                <a16:creationId xmlns:a16="http://schemas.microsoft.com/office/drawing/2014/main" id="{4A5F777F-C402-4D69-B568-CF1B3D0FF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57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Every student should be include.</a:t>
            </a:r>
          </a:p>
        </p:txBody>
      </p:sp>
      <p:sp>
        <p:nvSpPr>
          <p:cNvPr id="7" name="text-340">
            <a:extLst xmlns:a="http://schemas.openxmlformats.org/drawingml/2006/main">
              <a:ext uri="{FF2B5EF4-FFF2-40B4-BE49-F238E27FC236}">
                <a16:creationId xmlns:a16="http://schemas.microsoft.com/office/drawing/2014/main" id="{013B7611-CEDD-4E02-BB89-6352EA89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143500"/>
            <a:ext cx="1038225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צריך גם be וגם V3: should be included. אין להשמיט אחד מהם.</a:t>
            </a:r>
          </a:p>
        </p:txBody>
      </p:sp>
      <p:sp>
        <p:nvSpPr>
          <p:cNvPr id="8" name="text-341">
            <a:extLst xmlns:a="http://schemas.openxmlformats.org/drawingml/2006/main">
              <a:ext uri="{FF2B5EF4-FFF2-40B4-BE49-F238E27FC236}">
                <a16:creationId xmlns:a16="http://schemas.microsoft.com/office/drawing/2014/main" id="{76BC8164-9F59-49FB-9648-5766B7AC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42 / 108</a:t>
            </a:r>
          </a:p>
        </p:txBody>
      </p:sp>
    </p:spTree>
    <p:extLst>
      <p:ext uri="{BB962C8B-B14F-4D97-AF65-F5344CB8AC3E}">
        <p14:creationId xmlns:p14="http://schemas.microsoft.com/office/powerpoint/2010/main" val="59620716"/>
      </p:ext>
    </p:extLst>
  </p:cSld>
</p:sld>
</file>

<file path=ppt/slides/slide4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342">
            <a:extLst xmlns:a="http://schemas.openxmlformats.org/drawingml/2006/main">
              <a:ext uri="{FF2B5EF4-FFF2-40B4-BE49-F238E27FC236}">
                <a16:creationId xmlns:a16="http://schemas.microsoft.com/office/drawing/2014/main" id="{CFC57825-CDEC-4A90-97B5-4D367B251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1c422fe5b6fe4a37"/>
              </a:rPr>
              <a:t>⌂</a:t>
            </a:r>
          </a:p>
        </p:txBody>
      </p:sp>
      <p:sp>
        <p:nvSpPr>
          <p:cNvPr id="2" name="title-343">
            <a:extLst xmlns:a="http://schemas.openxmlformats.org/drawingml/2006/main">
              <a:ext uri="{FF2B5EF4-FFF2-40B4-BE49-F238E27FC236}">
                <a16:creationId xmlns:a16="http://schemas.microsoft.com/office/drawing/2014/main" id="{D6627E8B-80E1-47C3-AE92-A67E58B8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הפוגה קצרה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063f5cb73c4850"/>
          <a:stretch xmlns:a="http://schemas.openxmlformats.org/drawingml/2006/main"/>
        </p:blipFill>
        <p:spPr>
          <a:xfrm xmlns:a="http://schemas.openxmlformats.org/drawingml/2006/main">
            <a:off x="4286250" y="1304925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4" name="text-344">
            <a:extLst xmlns:a="http://schemas.openxmlformats.org/drawingml/2006/main">
              <a:ext uri="{FF2B5EF4-FFF2-40B4-BE49-F238E27FC236}">
                <a16:creationId xmlns:a16="http://schemas.microsoft.com/office/drawing/2014/main" id="{F697AD06-0992-44FA-8E9F-8B63CC181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C857"/>
                </a:solidFill>
                <a:latin typeface="Nunito"/>
                <a:ea typeface="Nunito"/>
                <a:cs typeface="Nunito"/>
              </a:defRPr>
            </a:pPr>
            <a:r>
              <a:rPr sz="2700" b="1">
                <a:solidFill>
                  <a:srgbClr val="FFC857"/>
                </a:solidFill>
                <a:latin typeface="Nunito"/>
                <a:ea typeface="Nunito"/>
                <a:cs typeface="Nunito"/>
              </a:rPr>
              <a:t>The message was delivered. To the wrong head.</a:t>
            </a:r>
          </a:p>
        </p:txBody>
      </p:sp>
      <p:sp>
        <p:nvSpPr>
          <p:cNvPr id="5" name="text-345">
            <a:extLst xmlns:a="http://schemas.openxmlformats.org/drawingml/2006/main">
              <a:ext uri="{FF2B5EF4-FFF2-40B4-BE49-F238E27FC236}">
                <a16:creationId xmlns:a16="http://schemas.microsoft.com/office/drawing/2014/main" id="{F36B12DB-F7DF-4185-AAC3-7B9414944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43 / 108</a:t>
            </a:r>
          </a:p>
        </p:txBody>
      </p:sp>
    </p:spTree>
    <p:extLst>
      <p:ext uri="{BB962C8B-B14F-4D97-AF65-F5344CB8AC3E}">
        <p14:creationId xmlns:p14="http://schemas.microsoft.com/office/powerpoint/2010/main" val="883945587"/>
      </p:ext>
    </p:extLst>
  </p:cSld>
</p:sld>
</file>

<file path=ppt/slides/slide4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346">
            <a:extLst xmlns:a="http://schemas.openxmlformats.org/drawingml/2006/main">
              <a:ext uri="{FF2B5EF4-FFF2-40B4-BE49-F238E27FC236}">
                <a16:creationId xmlns:a16="http://schemas.microsoft.com/office/drawing/2014/main" id="{AABF927E-3520-4451-8555-9618502DD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033c507da5d04787"/>
              </a:rPr>
              <a:t>⌂</a:t>
            </a:r>
          </a:p>
        </p:txBody>
      </p:sp>
      <p:sp>
        <p:nvSpPr>
          <p:cNvPr id="2" name="title-347">
            <a:extLst xmlns:a="http://schemas.openxmlformats.org/drawingml/2006/main">
              <a:ext uri="{FF2B5EF4-FFF2-40B4-BE49-F238E27FC236}">
                <a16:creationId xmlns:a16="http://schemas.microsoft.com/office/drawing/2014/main" id="{1EDC5FDB-E2E1-4560-B66B-97CEE62C2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Present Perfect והקשר להווה</a:t>
            </a:r>
          </a:p>
        </p:txBody>
      </p:sp>
      <p:sp>
        <p:nvSpPr>
          <p:cNvPr id="3" name="text-348">
            <a:extLst xmlns:a="http://schemas.openxmlformats.org/drawingml/2006/main">
              <a:ext uri="{FF2B5EF4-FFF2-40B4-BE49-F238E27FC236}">
                <a16:creationId xmlns:a16="http://schemas.microsoft.com/office/drawing/2014/main" id="{15275E11-605B-4635-8B98-647CAD0E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Some students have felt excluded from games.</a:t>
            </a:r>
          </a:p>
        </p:txBody>
      </p:sp>
      <p:sp>
        <p:nvSpPr>
          <p:cNvPr id="4" name="text-349">
            <a:extLst xmlns:a="http://schemas.openxmlformats.org/drawingml/2006/main">
              <a:ext uri="{FF2B5EF4-FFF2-40B4-BE49-F238E27FC236}">
                <a16:creationId xmlns:a16="http://schemas.microsoft.com/office/drawing/2014/main" id="{E359A7FA-5D16-4F37-A14C-E9A479BD4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מתארים ניסיון או מצב מן העבר שיש לו משמעות עכשיו.</a:t>
            </a:r>
          </a:p>
        </p:txBody>
      </p:sp>
      <p:sp>
        <p:nvSpPr>
          <p:cNvPr id="5" name="text-350">
            <a:extLst xmlns:a="http://schemas.openxmlformats.org/drawingml/2006/main">
              <a:ext uri="{FF2B5EF4-FFF2-40B4-BE49-F238E27FC236}">
                <a16:creationId xmlns:a16="http://schemas.microsoft.com/office/drawing/2014/main" id="{61C6E5AD-E342-4E77-9430-EA478A5A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44 / 108</a:t>
            </a:r>
          </a:p>
        </p:txBody>
      </p:sp>
    </p:spTree>
    <p:extLst>
      <p:ext uri="{BB962C8B-B14F-4D97-AF65-F5344CB8AC3E}">
        <p14:creationId xmlns:p14="http://schemas.microsoft.com/office/powerpoint/2010/main" val="927849472"/>
      </p:ext>
    </p:extLst>
  </p:cSld>
</p:sld>
</file>

<file path=ppt/slides/slide4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351">
            <a:extLst xmlns:a="http://schemas.openxmlformats.org/drawingml/2006/main">
              <a:ext uri="{FF2B5EF4-FFF2-40B4-BE49-F238E27FC236}">
                <a16:creationId xmlns:a16="http://schemas.microsoft.com/office/drawing/2014/main" id="{43B15C98-C45A-405E-92D5-0AA61DCF6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c63649078ae8449d"/>
              </a:rPr>
              <a:t>⌂</a:t>
            </a:r>
          </a:p>
        </p:txBody>
      </p:sp>
      <p:sp>
        <p:nvSpPr>
          <p:cNvPr id="2" name="title-352">
            <a:extLst xmlns:a="http://schemas.openxmlformats.org/drawingml/2006/main">
              <a:ext uri="{FF2B5EF4-FFF2-40B4-BE49-F238E27FC236}">
                <a16:creationId xmlns:a16="http://schemas.microsoft.com/office/drawing/2014/main" id="{58B3EFC3-CF74-4E07-B374-8A01DB7E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ניסיון קודם, משמעות עכשיו</a:t>
            </a:r>
          </a:p>
        </p:txBody>
      </p:sp>
      <p:sp>
        <p:nvSpPr>
          <p:cNvPr id="3" name="text-353">
            <a:extLst xmlns:a="http://schemas.openxmlformats.org/drawingml/2006/main">
              <a:ext uri="{FF2B5EF4-FFF2-40B4-BE49-F238E27FC236}">
                <a16:creationId xmlns:a16="http://schemas.microsoft.com/office/drawing/2014/main" id="{B2FD3864-03F6-4740-9BBB-5778EE0A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95425"/>
            <a:ext cx="1057275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Some students </a:t>
            </a: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have felt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excluded from games.</a:t>
            </a:r>
          </a:p>
        </p:txBody>
      </p:sp>
      <p:sp>
        <p:nvSpPr>
          <p:cNvPr id="4" name="text-354">
            <a:extLst xmlns:a="http://schemas.openxmlformats.org/drawingml/2006/main">
              <a:ext uri="{FF2B5EF4-FFF2-40B4-BE49-F238E27FC236}">
                <a16:creationId xmlns:a16="http://schemas.microsoft.com/office/drawing/2014/main" id="{F3B589EB-F4EE-4974-921A-5ABD1C99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45 / 108</a:t>
            </a:r>
          </a:p>
        </p:txBody>
      </p:sp>
    </p:spTree>
    <p:extLst>
      <p:ext uri="{BB962C8B-B14F-4D97-AF65-F5344CB8AC3E}">
        <p14:creationId xmlns:p14="http://schemas.microsoft.com/office/powerpoint/2010/main" val="1618616006"/>
      </p:ext>
    </p:extLst>
  </p:cSld>
</p:sld>
</file>

<file path=ppt/slides/slide4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355">
            <a:extLst xmlns:a="http://schemas.openxmlformats.org/drawingml/2006/main">
              <a:ext uri="{FF2B5EF4-FFF2-40B4-BE49-F238E27FC236}">
                <a16:creationId xmlns:a16="http://schemas.microsoft.com/office/drawing/2014/main" id="{6613EED9-3E8C-4895-B812-B2A3A08B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95bd162c7c3c465e"/>
              </a:rPr>
              <a:t>⌂</a:t>
            </a:r>
          </a:p>
        </p:txBody>
      </p:sp>
      <p:sp>
        <p:nvSpPr>
          <p:cNvPr id="2" name="title-356">
            <a:extLst xmlns:a="http://schemas.openxmlformats.org/drawingml/2006/main">
              <a:ext uri="{FF2B5EF4-FFF2-40B4-BE49-F238E27FC236}">
                <a16:creationId xmlns:a16="http://schemas.microsoft.com/office/drawing/2014/main" id="{842B6A65-C872-44E6-8423-A3AA79633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ניסיון קודם, משמעות עכשיו</a:t>
            </a:r>
          </a:p>
        </p:txBody>
      </p:sp>
      <p:sp>
        <p:nvSpPr>
          <p:cNvPr id="3" name="text-357">
            <a:extLst xmlns:a="http://schemas.openxmlformats.org/drawingml/2006/main">
              <a:ext uri="{FF2B5EF4-FFF2-40B4-BE49-F238E27FC236}">
                <a16:creationId xmlns:a16="http://schemas.microsoft.com/office/drawing/2014/main" id="{84D06472-05CC-4467-A3DD-F3319A26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95425"/>
            <a:ext cx="1057275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Some students </a:t>
            </a: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have felt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excluded from games.</a:t>
            </a:r>
          </a:p>
        </p:txBody>
      </p:sp>
      <p:sp>
        <p:nvSpPr>
          <p:cNvPr id="4" name="text-358">
            <a:extLst xmlns:a="http://schemas.openxmlformats.org/drawingml/2006/main">
              <a:ext uri="{FF2B5EF4-FFF2-40B4-BE49-F238E27FC236}">
                <a16:creationId xmlns:a16="http://schemas.microsoft.com/office/drawing/2014/main" id="{88365817-FB47-4FAA-848C-34331166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91025"/>
            <a:ext cx="104394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יש תלמידים שהרגישו מודרים ממשחקים.</a:t>
            </a:r>
          </a:p>
        </p:txBody>
      </p:sp>
      <p:sp>
        <p:nvSpPr>
          <p:cNvPr id="5" name="text-359">
            <a:extLst xmlns:a="http://schemas.openxmlformats.org/drawingml/2006/main">
              <a:ext uri="{FF2B5EF4-FFF2-40B4-BE49-F238E27FC236}">
                <a16:creationId xmlns:a16="http://schemas.microsoft.com/office/drawing/2014/main" id="{57901A9B-DACD-444F-AF80-D568CCFB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46 / 108</a:t>
            </a:r>
          </a:p>
        </p:txBody>
      </p:sp>
    </p:spTree>
    <p:extLst>
      <p:ext uri="{BB962C8B-B14F-4D97-AF65-F5344CB8AC3E}">
        <p14:creationId xmlns:p14="http://schemas.microsoft.com/office/powerpoint/2010/main" val="2087567957"/>
      </p:ext>
    </p:extLst>
  </p:cSld>
</p:sld>
</file>

<file path=ppt/slides/slide4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360">
            <a:extLst xmlns:a="http://schemas.openxmlformats.org/drawingml/2006/main">
              <a:ext uri="{FF2B5EF4-FFF2-40B4-BE49-F238E27FC236}">
                <a16:creationId xmlns:a16="http://schemas.microsoft.com/office/drawing/2014/main" id="{9C29A732-45E1-4CDB-923B-109F065BD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7e4ecf431e644f3b"/>
              </a:rPr>
              <a:t>⌂</a:t>
            </a:r>
          </a:p>
        </p:txBody>
      </p:sp>
      <p:sp>
        <p:nvSpPr>
          <p:cNvPr id="2" name="title-361">
            <a:extLst xmlns:a="http://schemas.openxmlformats.org/drawingml/2006/main">
              <a:ext uri="{FF2B5EF4-FFF2-40B4-BE49-F238E27FC236}">
                <a16:creationId xmlns:a16="http://schemas.microsoft.com/office/drawing/2014/main" id="{9B2E4A51-3CAA-4DBB-9D84-2870E485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מבנה Present Perfect</a:t>
            </a:r>
          </a:p>
        </p:txBody>
      </p:sp>
      <p:sp>
        <p:nvSpPr>
          <p:cNvPr id="3" name="text-362">
            <a:extLst xmlns:a="http://schemas.openxmlformats.org/drawingml/2006/main">
              <a:ext uri="{FF2B5EF4-FFF2-40B4-BE49-F238E27FC236}">
                <a16:creationId xmlns:a16="http://schemas.microsoft.com/office/drawing/2014/main" id="{C8A047C4-D0BD-479F-A0BB-F954BA8D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have / has + V3</a:t>
            </a:r>
          </a:p>
        </p:txBody>
      </p:sp>
      <p:sp>
        <p:nvSpPr>
          <p:cNvPr id="4" name="text-363">
            <a:extLst xmlns:a="http://schemas.openxmlformats.org/drawingml/2006/main">
              <a:ext uri="{FF2B5EF4-FFF2-40B4-BE49-F238E27FC236}">
                <a16:creationId xmlns:a16="http://schemas.microsoft.com/office/drawing/2014/main" id="{365F4C5B-99B1-4256-8386-702D258D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עם I / you / we / they משתמשים ב־have. עם he / she / it משתמשים ב־has.</a:t>
            </a:r>
          </a:p>
        </p:txBody>
      </p:sp>
      <p:sp>
        <p:nvSpPr>
          <p:cNvPr id="5" name="text-364">
            <a:extLst xmlns:a="http://schemas.openxmlformats.org/drawingml/2006/main">
              <a:ext uri="{FF2B5EF4-FFF2-40B4-BE49-F238E27FC236}">
                <a16:creationId xmlns:a16="http://schemas.microsoft.com/office/drawing/2014/main" id="{ABF73E36-F915-465B-BE3A-164236D2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47 / 108</a:t>
            </a:r>
          </a:p>
        </p:txBody>
      </p:sp>
    </p:spTree>
    <p:extLst>
      <p:ext uri="{BB962C8B-B14F-4D97-AF65-F5344CB8AC3E}">
        <p14:creationId xmlns:p14="http://schemas.microsoft.com/office/powerpoint/2010/main" val="2076242894"/>
      </p:ext>
    </p:extLst>
  </p:cSld>
</p:sld>
</file>

<file path=ppt/slides/slide4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365">
            <a:extLst xmlns:a="http://schemas.openxmlformats.org/drawingml/2006/main">
              <a:ext uri="{FF2B5EF4-FFF2-40B4-BE49-F238E27FC236}">
                <a16:creationId xmlns:a16="http://schemas.microsoft.com/office/drawing/2014/main" id="{4C567504-B624-46CE-AEBA-2F6CB7B4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71a5dd76fe14438d"/>
              </a:rPr>
              <a:t>⌂</a:t>
            </a:r>
          </a:p>
        </p:txBody>
      </p:sp>
      <p:sp>
        <p:nvSpPr>
          <p:cNvPr id="2" name="title-366">
            <a:extLst xmlns:a="http://schemas.openxmlformats.org/drawingml/2006/main">
              <a:ext uri="{FF2B5EF4-FFF2-40B4-BE49-F238E27FC236}">
                <a16:creationId xmlns:a16="http://schemas.microsoft.com/office/drawing/2014/main" id="{3F0EE0AB-DFA1-44C1-9E8D-577D7C28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צורת V3</a:t>
            </a:r>
          </a:p>
        </p:txBody>
      </p:sp>
      <p:sp>
        <p:nvSpPr>
          <p:cNvPr id="3" name="text-367">
            <a:extLst xmlns:a="http://schemas.openxmlformats.org/drawingml/2006/main">
              <a:ext uri="{FF2B5EF4-FFF2-40B4-BE49-F238E27FC236}">
                <a16:creationId xmlns:a16="http://schemas.microsoft.com/office/drawing/2014/main" id="{FC800B58-B94C-4D10-B646-63B3B2133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5169" y="1776413"/>
            <a:ext cx="1225426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Some</a:t>
            </a:r>
          </a:p>
        </p:txBody>
      </p:sp>
      <p:sp>
        <p:nvSpPr>
          <p:cNvPr id="4" name="text-368">
            <a:extLst xmlns:a="http://schemas.openxmlformats.org/drawingml/2006/main">
              <a:ext uri="{FF2B5EF4-FFF2-40B4-BE49-F238E27FC236}">
                <a16:creationId xmlns:a16="http://schemas.microsoft.com/office/drawing/2014/main" id="{34102A4D-879D-4D59-BAA4-E1DF3E03C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8386" y="1776413"/>
            <a:ext cx="1831132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students</a:t>
            </a:r>
          </a:p>
        </p:txBody>
      </p:sp>
      <p:sp>
        <p:nvSpPr>
          <p:cNvPr id="5" name="text-369">
            <a:extLst xmlns:a="http://schemas.openxmlformats.org/drawingml/2006/main">
              <a:ext uri="{FF2B5EF4-FFF2-40B4-BE49-F238E27FC236}">
                <a16:creationId xmlns:a16="http://schemas.microsoft.com/office/drawing/2014/main" id="{3C520744-F1D0-4652-8DF4-1637609B1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7308" y="1776413"/>
            <a:ext cx="102820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have</a:t>
            </a:r>
          </a:p>
        </p:txBody>
      </p:sp>
      <p:sp>
        <p:nvSpPr>
          <p:cNvPr id="6" name="text-370">
            <a:extLst xmlns:a="http://schemas.openxmlformats.org/drawingml/2006/main">
              <a:ext uri="{FF2B5EF4-FFF2-40B4-BE49-F238E27FC236}">
                <a16:creationId xmlns:a16="http://schemas.microsoft.com/office/drawing/2014/main" id="{00A937FC-94AB-4D85-B602-2975924B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2350" y="1776413"/>
            <a:ext cx="168587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 </a:t>
            </a:r>
          </a:p>
        </p:txBody>
      </p:sp>
      <p:sp>
        <p:nvSpPr>
          <p:cNvPr id="7" name="gap-line-48">
            <a:extLst xmlns:a="http://schemas.openxmlformats.org/drawingml/2006/main">
              <a:ext uri="{FF2B5EF4-FFF2-40B4-BE49-F238E27FC236}">
                <a16:creationId xmlns:a16="http://schemas.microsoft.com/office/drawing/2014/main" id="{3FEAA0A5-A99E-4013-96AE-A918B89C2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2350" y="2319338"/>
            <a:ext cx="1685879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EE5FF"/>
            </a:solidFill>
          </a:ln>
        </p:spPr>
      </p:sp>
      <p:sp>
        <p:nvSpPr>
          <p:cNvPr id="8" name="text-371">
            <a:extLst xmlns:a="http://schemas.openxmlformats.org/drawingml/2006/main">
              <a:ext uri="{FF2B5EF4-FFF2-40B4-BE49-F238E27FC236}">
                <a16:creationId xmlns:a16="http://schemas.microsoft.com/office/drawing/2014/main" id="{544E83E8-E8AD-4640-9FFF-1B9D2F76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5069" y="1776413"/>
            <a:ext cx="191377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excluded</a:t>
            </a:r>
          </a:p>
        </p:txBody>
      </p:sp>
      <p:sp>
        <p:nvSpPr>
          <p:cNvPr id="9" name="text-372">
            <a:extLst xmlns:a="http://schemas.openxmlformats.org/drawingml/2006/main">
              <a:ext uri="{FF2B5EF4-FFF2-40B4-BE49-F238E27FC236}">
                <a16:creationId xmlns:a16="http://schemas.microsoft.com/office/drawing/2014/main" id="{007C237B-AF7C-4562-956A-40438615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6638" y="1776413"/>
            <a:ext cx="990192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from</a:t>
            </a:r>
          </a:p>
        </p:txBody>
      </p:sp>
      <p:sp>
        <p:nvSpPr>
          <p:cNvPr id="10" name="text-373">
            <a:extLst xmlns:a="http://schemas.openxmlformats.org/drawingml/2006/main">
              <a:ext uri="{FF2B5EF4-FFF2-40B4-BE49-F238E27FC236}">
                <a16:creationId xmlns:a16="http://schemas.microsoft.com/office/drawing/2014/main" id="{1C109E86-6A5C-4040-8456-74751FE4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347" y="2395538"/>
            <a:ext cx="152330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games.</a:t>
            </a:r>
          </a:p>
        </p:txBody>
      </p:sp>
      <p:sp>
        <p:nvSpPr>
          <p:cNvPr id="11" name="text-374">
            <a:extLst xmlns:a="http://schemas.openxmlformats.org/drawingml/2006/main">
              <a:ext uri="{FF2B5EF4-FFF2-40B4-BE49-F238E27FC236}">
                <a16:creationId xmlns:a16="http://schemas.microsoft.com/office/drawing/2014/main" id="{2B480EA7-5E96-4973-9370-C5986EE89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feel</a:t>
            </a:r>
          </a:p>
        </p:txBody>
      </p:sp>
      <p:sp>
        <p:nvSpPr>
          <p:cNvPr id="12" name="text-375">
            <a:extLst xmlns:a="http://schemas.openxmlformats.org/drawingml/2006/main">
              <a:ext uri="{FF2B5EF4-FFF2-40B4-BE49-F238E27FC236}">
                <a16:creationId xmlns:a16="http://schemas.microsoft.com/office/drawing/2014/main" id="{FF17B188-4F53-4809-942C-18AD8DA3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feeling</a:t>
            </a:r>
          </a:p>
        </p:txBody>
      </p:sp>
      <p:sp>
        <p:nvSpPr>
          <p:cNvPr id="13" name="text-376">
            <a:extLst xmlns:a="http://schemas.openxmlformats.org/drawingml/2006/main">
              <a:ext uri="{FF2B5EF4-FFF2-40B4-BE49-F238E27FC236}">
                <a16:creationId xmlns:a16="http://schemas.microsoft.com/office/drawing/2014/main" id="{32B7868F-A6B6-45CB-ACE6-D58C37A2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felt</a:t>
            </a:r>
          </a:p>
        </p:txBody>
      </p:sp>
      <p:sp>
        <p:nvSpPr>
          <p:cNvPr id="14" name="text-377">
            <a:extLst xmlns:a="http://schemas.openxmlformats.org/drawingml/2006/main">
              <a:ext uri="{FF2B5EF4-FFF2-40B4-BE49-F238E27FC236}">
                <a16:creationId xmlns:a16="http://schemas.microsoft.com/office/drawing/2014/main" id="{26925706-A22B-4D12-AAC5-AAE77AC1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48 / 108</a:t>
            </a:r>
          </a:p>
        </p:txBody>
      </p:sp>
    </p:spTree>
    <p:extLst>
      <p:ext uri="{BB962C8B-B14F-4D97-AF65-F5344CB8AC3E}">
        <p14:creationId xmlns:p14="http://schemas.microsoft.com/office/powerpoint/2010/main" val="297464364"/>
      </p:ext>
    </p:extLst>
  </p:cSld>
</p:sld>
</file>

<file path=ppt/slides/slide4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378">
            <a:extLst xmlns:a="http://schemas.openxmlformats.org/drawingml/2006/main">
              <a:ext uri="{FF2B5EF4-FFF2-40B4-BE49-F238E27FC236}">
                <a16:creationId xmlns:a16="http://schemas.microsoft.com/office/drawing/2014/main" id="{D7A18B01-F600-432F-82B5-8C68C8F1D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c88dd0394a33457a"/>
              </a:rPr>
              <a:t>⌂</a:t>
            </a:r>
          </a:p>
        </p:txBody>
      </p:sp>
      <p:sp>
        <p:nvSpPr>
          <p:cNvPr id="2" name="title-379">
            <a:extLst xmlns:a="http://schemas.openxmlformats.org/drawingml/2006/main">
              <a:ext uri="{FF2B5EF4-FFF2-40B4-BE49-F238E27FC236}">
                <a16:creationId xmlns:a16="http://schemas.microsoft.com/office/drawing/2014/main" id="{C1B22F30-73A0-49A5-AD1D-87FA27D8E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צורת V3</a:t>
            </a:r>
          </a:p>
        </p:txBody>
      </p:sp>
      <p:sp>
        <p:nvSpPr>
          <p:cNvPr id="3" name="text-380">
            <a:extLst xmlns:a="http://schemas.openxmlformats.org/drawingml/2006/main">
              <a:ext uri="{FF2B5EF4-FFF2-40B4-BE49-F238E27FC236}">
                <a16:creationId xmlns:a16="http://schemas.microsoft.com/office/drawing/2014/main" id="{80FDE2CB-16BE-441B-A3D2-D14C369E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5169" y="1776413"/>
            <a:ext cx="1225426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Some</a:t>
            </a:r>
          </a:p>
        </p:txBody>
      </p:sp>
      <p:sp>
        <p:nvSpPr>
          <p:cNvPr id="4" name="text-381">
            <a:extLst xmlns:a="http://schemas.openxmlformats.org/drawingml/2006/main">
              <a:ext uri="{FF2B5EF4-FFF2-40B4-BE49-F238E27FC236}">
                <a16:creationId xmlns:a16="http://schemas.microsoft.com/office/drawing/2014/main" id="{D8E4F5F9-9D76-45A1-AA42-00B58CAE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8386" y="1776413"/>
            <a:ext cx="1831132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students</a:t>
            </a:r>
          </a:p>
        </p:txBody>
      </p:sp>
      <p:sp>
        <p:nvSpPr>
          <p:cNvPr id="5" name="text-382">
            <a:extLst xmlns:a="http://schemas.openxmlformats.org/drawingml/2006/main">
              <a:ext uri="{FF2B5EF4-FFF2-40B4-BE49-F238E27FC236}">
                <a16:creationId xmlns:a16="http://schemas.microsoft.com/office/drawing/2014/main" id="{D8AB36C5-F746-45D9-84BD-845906CBD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7308" y="1776413"/>
            <a:ext cx="102820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have</a:t>
            </a:r>
          </a:p>
        </p:txBody>
      </p:sp>
      <p:sp>
        <p:nvSpPr>
          <p:cNvPr id="6" name="text-383">
            <a:extLst xmlns:a="http://schemas.openxmlformats.org/drawingml/2006/main">
              <a:ext uri="{FF2B5EF4-FFF2-40B4-BE49-F238E27FC236}">
                <a16:creationId xmlns:a16="http://schemas.microsoft.com/office/drawing/2014/main" id="{A849B741-1372-4745-93F2-2471DBC0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2350" y="1776413"/>
            <a:ext cx="168587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felt</a:t>
            </a:r>
          </a:p>
        </p:txBody>
      </p:sp>
      <p:sp>
        <p:nvSpPr>
          <p:cNvPr id="7" name="gap-line-49">
            <a:extLst xmlns:a="http://schemas.openxmlformats.org/drawingml/2006/main">
              <a:ext uri="{FF2B5EF4-FFF2-40B4-BE49-F238E27FC236}">
                <a16:creationId xmlns:a16="http://schemas.microsoft.com/office/drawing/2014/main" id="{29C86CB5-204A-4003-A4D3-37068FB5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2350" y="2319338"/>
            <a:ext cx="1685879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FFF5B"/>
            </a:solidFill>
          </a:ln>
        </p:spPr>
      </p:sp>
      <p:sp>
        <p:nvSpPr>
          <p:cNvPr id="8" name="text-384">
            <a:extLst xmlns:a="http://schemas.openxmlformats.org/drawingml/2006/main">
              <a:ext uri="{FF2B5EF4-FFF2-40B4-BE49-F238E27FC236}">
                <a16:creationId xmlns:a16="http://schemas.microsoft.com/office/drawing/2014/main" id="{25FDAB38-196C-4512-82FF-CA42FB5C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5069" y="1776413"/>
            <a:ext cx="191377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excluded</a:t>
            </a:r>
          </a:p>
        </p:txBody>
      </p:sp>
      <p:sp>
        <p:nvSpPr>
          <p:cNvPr id="9" name="text-385">
            <a:extLst xmlns:a="http://schemas.openxmlformats.org/drawingml/2006/main">
              <a:ext uri="{FF2B5EF4-FFF2-40B4-BE49-F238E27FC236}">
                <a16:creationId xmlns:a16="http://schemas.microsoft.com/office/drawing/2014/main" id="{1EE3DA5D-010C-4C17-B98B-8FCF5FA1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6638" y="1776413"/>
            <a:ext cx="990192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from</a:t>
            </a:r>
          </a:p>
        </p:txBody>
      </p:sp>
      <p:sp>
        <p:nvSpPr>
          <p:cNvPr id="10" name="text-386">
            <a:extLst xmlns:a="http://schemas.openxmlformats.org/drawingml/2006/main">
              <a:ext uri="{FF2B5EF4-FFF2-40B4-BE49-F238E27FC236}">
                <a16:creationId xmlns:a16="http://schemas.microsoft.com/office/drawing/2014/main" id="{35FFBC42-87E1-436C-9271-76AEE2CBC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347" y="2395538"/>
            <a:ext cx="152330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games.</a:t>
            </a:r>
          </a:p>
        </p:txBody>
      </p:sp>
      <p:sp>
        <p:nvSpPr>
          <p:cNvPr id="11" name="text-387">
            <a:extLst xmlns:a="http://schemas.openxmlformats.org/drawingml/2006/main">
              <a:ext uri="{FF2B5EF4-FFF2-40B4-BE49-F238E27FC236}">
                <a16:creationId xmlns:a16="http://schemas.microsoft.com/office/drawing/2014/main" id="{4C7A0193-05B3-4819-AB15-D83041F3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feel</a:t>
            </a:r>
          </a:p>
        </p:txBody>
      </p:sp>
      <p:sp>
        <p:nvSpPr>
          <p:cNvPr id="12" name="text-388">
            <a:extLst xmlns:a="http://schemas.openxmlformats.org/drawingml/2006/main">
              <a:ext uri="{FF2B5EF4-FFF2-40B4-BE49-F238E27FC236}">
                <a16:creationId xmlns:a16="http://schemas.microsoft.com/office/drawing/2014/main" id="{0E291381-9257-472B-9093-4404F7CA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feeling</a:t>
            </a:r>
          </a:p>
        </p:txBody>
      </p:sp>
      <p:sp>
        <p:nvSpPr>
          <p:cNvPr id="13" name="text-389">
            <a:extLst xmlns:a="http://schemas.openxmlformats.org/drawingml/2006/main">
              <a:ext uri="{FF2B5EF4-FFF2-40B4-BE49-F238E27FC236}">
                <a16:creationId xmlns:a16="http://schemas.microsoft.com/office/drawing/2014/main" id="{6C441290-E0D0-4146-841B-C6850F1D0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C   felt</a:t>
            </a:r>
          </a:p>
        </p:txBody>
      </p:sp>
      <p:sp>
        <p:nvSpPr>
          <p:cNvPr id="14" name="text-390">
            <a:extLst xmlns:a="http://schemas.openxmlformats.org/drawingml/2006/main">
              <a:ext uri="{FF2B5EF4-FFF2-40B4-BE49-F238E27FC236}">
                <a16:creationId xmlns:a16="http://schemas.microsoft.com/office/drawing/2014/main" id="{2C38F0CF-7E9B-4C48-B8BD-3A1D4B89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95850"/>
            <a:ext cx="104394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2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2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V3 של feel הוא felt. לכן: have felt.</a:t>
            </a:r>
          </a:p>
        </p:txBody>
      </p:sp>
      <p:sp>
        <p:nvSpPr>
          <p:cNvPr id="15" name="text-391">
            <a:extLst xmlns:a="http://schemas.openxmlformats.org/drawingml/2006/main">
              <a:ext uri="{FF2B5EF4-FFF2-40B4-BE49-F238E27FC236}">
                <a16:creationId xmlns:a16="http://schemas.microsoft.com/office/drawing/2014/main" id="{E0C00030-DA50-4A29-B14D-8A1F25AF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49 / 108</a:t>
            </a:r>
          </a:p>
        </p:txBody>
      </p:sp>
    </p:spTree>
    <p:extLst>
      <p:ext uri="{BB962C8B-B14F-4D97-AF65-F5344CB8AC3E}">
        <p14:creationId xmlns:p14="http://schemas.microsoft.com/office/powerpoint/2010/main" val="1621253396"/>
      </p:ext>
    </p:extLst>
  </p:cSld>
</p:sld>
</file>

<file path=ppt/slides/slide5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392">
            <a:extLst xmlns:a="http://schemas.openxmlformats.org/drawingml/2006/main">
              <a:ext uri="{FF2B5EF4-FFF2-40B4-BE49-F238E27FC236}">
                <a16:creationId xmlns:a16="http://schemas.microsoft.com/office/drawing/2014/main" id="{5372FFD6-0BB2-4CAE-98DF-B067A79C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0fb84c6e21244aae"/>
              </a:rPr>
              <a:t>⌂</a:t>
            </a:r>
          </a:p>
        </p:txBody>
      </p:sp>
      <p:sp>
        <p:nvSpPr>
          <p:cNvPr id="2" name="title-393">
            <a:extLst xmlns:a="http://schemas.openxmlformats.org/drawingml/2006/main">
              <a:ext uri="{FF2B5EF4-FFF2-40B4-BE49-F238E27FC236}">
                <a16:creationId xmlns:a16="http://schemas.microsoft.com/office/drawing/2014/main" id="{FF209317-4E4B-4866-8E64-7414A268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זמן עבר מוגדר</a:t>
            </a:r>
          </a:p>
        </p:txBody>
      </p:sp>
      <p:sp>
        <p:nvSpPr>
          <p:cNvPr id="3" name="text-394">
            <a:extLst xmlns:a="http://schemas.openxmlformats.org/drawingml/2006/main">
              <a:ext uri="{FF2B5EF4-FFF2-40B4-BE49-F238E27FC236}">
                <a16:creationId xmlns:a16="http://schemas.microsoft.com/office/drawing/2014/main" id="{03C6C568-1728-4694-B8FF-AB6BC319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04925"/>
            <a:ext cx="1047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0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Which sentence fits the time expression yesterday?</a:t>
            </a:r>
          </a:p>
        </p:txBody>
      </p:sp>
      <p:sp>
        <p:nvSpPr>
          <p:cNvPr id="4" name="text-395">
            <a:extLst xmlns:a="http://schemas.openxmlformats.org/drawingml/2006/main">
              <a:ext uri="{FF2B5EF4-FFF2-40B4-BE49-F238E27FC236}">
                <a16:creationId xmlns:a16="http://schemas.microsoft.com/office/drawing/2014/main" id="{9D6733BA-217A-42F9-97E2-BBA4363BF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193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Yesterday, Tom has felt left out.</a:t>
            </a:r>
          </a:p>
        </p:txBody>
      </p:sp>
      <p:sp>
        <p:nvSpPr>
          <p:cNvPr id="5" name="text-396">
            <a:extLst xmlns:a="http://schemas.openxmlformats.org/drawingml/2006/main">
              <a:ext uri="{FF2B5EF4-FFF2-40B4-BE49-F238E27FC236}">
                <a16:creationId xmlns:a16="http://schemas.microsoft.com/office/drawing/2014/main" id="{3ED0B2CD-F03E-42EC-8C8D-84BACA64B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575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Yesterday, Tom felt left out.</a:t>
            </a:r>
          </a:p>
        </p:txBody>
      </p:sp>
      <p:sp>
        <p:nvSpPr>
          <p:cNvPr id="6" name="text-397">
            <a:extLst xmlns:a="http://schemas.openxmlformats.org/drawingml/2006/main">
              <a:ext uri="{FF2B5EF4-FFF2-40B4-BE49-F238E27FC236}">
                <a16:creationId xmlns:a16="http://schemas.microsoft.com/office/drawing/2014/main" id="{47E27A33-DCDC-45CF-8E65-3108C76B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57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Yesterday, Tom have felt left out.</a:t>
            </a:r>
          </a:p>
        </p:txBody>
      </p:sp>
      <p:sp>
        <p:nvSpPr>
          <p:cNvPr id="7" name="text-398">
            <a:extLst xmlns:a="http://schemas.openxmlformats.org/drawingml/2006/main">
              <a:ext uri="{FF2B5EF4-FFF2-40B4-BE49-F238E27FC236}">
                <a16:creationId xmlns:a16="http://schemas.microsoft.com/office/drawing/2014/main" id="{353CC89D-CDD9-40E0-827D-759B371CE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50 / 108</a:t>
            </a:r>
          </a:p>
        </p:txBody>
      </p:sp>
    </p:spTree>
    <p:extLst>
      <p:ext uri="{BB962C8B-B14F-4D97-AF65-F5344CB8AC3E}">
        <p14:creationId xmlns:p14="http://schemas.microsoft.com/office/powerpoint/2010/main" val="271810242"/>
      </p:ext>
    </p:extLst>
  </p:cSld>
</p:sld>
</file>

<file path=ppt/slides/slide5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399">
            <a:extLst xmlns:a="http://schemas.openxmlformats.org/drawingml/2006/main">
              <a:ext uri="{FF2B5EF4-FFF2-40B4-BE49-F238E27FC236}">
                <a16:creationId xmlns:a16="http://schemas.microsoft.com/office/drawing/2014/main" id="{90E92C62-5CDF-436F-BBB7-2842FE568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e8bd97ada8c34fb8"/>
              </a:rPr>
              <a:t>⌂</a:t>
            </a:r>
          </a:p>
        </p:txBody>
      </p:sp>
      <p:sp>
        <p:nvSpPr>
          <p:cNvPr id="2" name="title-400">
            <a:extLst xmlns:a="http://schemas.openxmlformats.org/drawingml/2006/main">
              <a:ext uri="{FF2B5EF4-FFF2-40B4-BE49-F238E27FC236}">
                <a16:creationId xmlns:a16="http://schemas.microsoft.com/office/drawing/2014/main" id="{9536521F-ADAD-485C-85D4-D4F089E91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זמן עבר מוגדר</a:t>
            </a:r>
          </a:p>
        </p:txBody>
      </p:sp>
      <p:sp>
        <p:nvSpPr>
          <p:cNvPr id="3" name="text-401">
            <a:extLst xmlns:a="http://schemas.openxmlformats.org/drawingml/2006/main">
              <a:ext uri="{FF2B5EF4-FFF2-40B4-BE49-F238E27FC236}">
                <a16:creationId xmlns:a16="http://schemas.microsoft.com/office/drawing/2014/main" id="{480CA616-F99D-4626-A44E-CF5EB00F8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04925"/>
            <a:ext cx="1047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0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Which sentence fits the time expression yesterday?</a:t>
            </a:r>
          </a:p>
        </p:txBody>
      </p:sp>
      <p:sp>
        <p:nvSpPr>
          <p:cNvPr id="4" name="text-402">
            <a:extLst xmlns:a="http://schemas.openxmlformats.org/drawingml/2006/main">
              <a:ext uri="{FF2B5EF4-FFF2-40B4-BE49-F238E27FC236}">
                <a16:creationId xmlns:a16="http://schemas.microsoft.com/office/drawing/2014/main" id="{D1514771-ACA4-4A4E-A691-0CD8C8342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193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Yesterday, Tom has felt left out.</a:t>
            </a:r>
          </a:p>
        </p:txBody>
      </p:sp>
      <p:sp>
        <p:nvSpPr>
          <p:cNvPr id="5" name="text-403">
            <a:extLst xmlns:a="http://schemas.openxmlformats.org/drawingml/2006/main">
              <a:ext uri="{FF2B5EF4-FFF2-40B4-BE49-F238E27FC236}">
                <a16:creationId xmlns:a16="http://schemas.microsoft.com/office/drawing/2014/main" id="{21F71A20-493F-47A3-AA64-F736A25E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575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B   Yesterday, Tom felt left out.</a:t>
            </a:r>
          </a:p>
        </p:txBody>
      </p:sp>
      <p:sp>
        <p:nvSpPr>
          <p:cNvPr id="6" name="text-404">
            <a:extLst xmlns:a="http://schemas.openxmlformats.org/drawingml/2006/main">
              <a:ext uri="{FF2B5EF4-FFF2-40B4-BE49-F238E27FC236}">
                <a16:creationId xmlns:a16="http://schemas.microsoft.com/office/drawing/2014/main" id="{8FA786A8-A933-429D-A567-9CFAF8F8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57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Yesterday, Tom have felt left out.</a:t>
            </a:r>
          </a:p>
        </p:txBody>
      </p:sp>
      <p:sp>
        <p:nvSpPr>
          <p:cNvPr id="7" name="text-405">
            <a:extLst xmlns:a="http://schemas.openxmlformats.org/drawingml/2006/main">
              <a:ext uri="{FF2B5EF4-FFF2-40B4-BE49-F238E27FC236}">
                <a16:creationId xmlns:a16="http://schemas.microsoft.com/office/drawing/2014/main" id="{93224D3F-8C31-4442-B263-E25202DC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143500"/>
            <a:ext cx="1038225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Yesterday מציין זמן עבר שהסתיים. כאן משתמשים ב־Past Simple: felt.</a:t>
            </a:r>
          </a:p>
        </p:txBody>
      </p:sp>
      <p:sp>
        <p:nvSpPr>
          <p:cNvPr id="8" name="text-406">
            <a:extLst xmlns:a="http://schemas.openxmlformats.org/drawingml/2006/main">
              <a:ext uri="{FF2B5EF4-FFF2-40B4-BE49-F238E27FC236}">
                <a16:creationId xmlns:a16="http://schemas.microsoft.com/office/drawing/2014/main" id="{15FF41E4-7195-4EB1-B6EC-C973C95DE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51 / 108</a:t>
            </a:r>
          </a:p>
        </p:txBody>
      </p:sp>
    </p:spTree>
    <p:extLst>
      <p:ext uri="{BB962C8B-B14F-4D97-AF65-F5344CB8AC3E}">
        <p14:creationId xmlns:p14="http://schemas.microsoft.com/office/powerpoint/2010/main" val="1840386617"/>
      </p:ext>
    </p:extLst>
  </p:cSld>
</p:sld>
</file>

<file path=ppt/slides/slide5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407">
            <a:extLst xmlns:a="http://schemas.openxmlformats.org/drawingml/2006/main">
              <a:ext uri="{FF2B5EF4-FFF2-40B4-BE49-F238E27FC236}">
                <a16:creationId xmlns:a16="http://schemas.microsoft.com/office/drawing/2014/main" id="{ABDCFC5D-F79A-4F50-B4BE-BFF40C291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0efcf0ad774a4bf3"/>
              </a:rPr>
              <a:t>⌂</a:t>
            </a:r>
          </a:p>
        </p:txBody>
      </p:sp>
      <p:sp>
        <p:nvSpPr>
          <p:cNvPr id="2" name="title-408">
            <a:extLst xmlns:a="http://schemas.openxmlformats.org/drawingml/2006/main">
              <a:ext uri="{FF2B5EF4-FFF2-40B4-BE49-F238E27FC236}">
                <a16:creationId xmlns:a16="http://schemas.microsoft.com/office/drawing/2014/main" id="{AED299F2-ADD8-45EC-B80D-9F0DD34F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הפוגה קצרה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43e9bb62b04999"/>
          <a:stretch xmlns:a="http://schemas.openxmlformats.org/drawingml/2006/main"/>
        </p:blipFill>
        <p:spPr>
          <a:xfrm xmlns:a="http://schemas.openxmlformats.org/drawingml/2006/main">
            <a:off x="4286250" y="1304925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4" name="text-409">
            <a:extLst xmlns:a="http://schemas.openxmlformats.org/drawingml/2006/main">
              <a:ext uri="{FF2B5EF4-FFF2-40B4-BE49-F238E27FC236}">
                <a16:creationId xmlns:a16="http://schemas.microsoft.com/office/drawing/2014/main" id="{8C5BAEF5-9A7C-473D-A5BB-8E72C979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C857"/>
                </a:solidFill>
                <a:latin typeface="Nunito"/>
                <a:ea typeface="Nunito"/>
                <a:cs typeface="Nunito"/>
              </a:defRPr>
            </a:pPr>
            <a:r>
              <a:rPr sz="2700" b="1">
                <a:solidFill>
                  <a:srgbClr val="FFC857"/>
                </a:solidFill>
                <a:latin typeface="Nunito"/>
                <a:ea typeface="Nunito"/>
                <a:cs typeface="Nunito"/>
              </a:rPr>
              <a:t>He has climbed three books. He needs a holiday.</a:t>
            </a:r>
          </a:p>
        </p:txBody>
      </p:sp>
      <p:sp>
        <p:nvSpPr>
          <p:cNvPr id="5" name="text-410">
            <a:extLst xmlns:a="http://schemas.openxmlformats.org/drawingml/2006/main">
              <a:ext uri="{FF2B5EF4-FFF2-40B4-BE49-F238E27FC236}">
                <a16:creationId xmlns:a16="http://schemas.microsoft.com/office/drawing/2014/main" id="{3F017ABF-0D0C-42E1-8BED-C5AFDD244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52 / 108</a:t>
            </a:r>
          </a:p>
        </p:txBody>
      </p:sp>
    </p:spTree>
    <p:extLst>
      <p:ext uri="{BB962C8B-B14F-4D97-AF65-F5344CB8AC3E}">
        <p14:creationId xmlns:p14="http://schemas.microsoft.com/office/powerpoint/2010/main" val="1375762526"/>
      </p:ext>
    </p:extLst>
  </p:cSld>
</p:sld>
</file>

<file path=ppt/slides/slide5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411">
            <a:extLst xmlns:a="http://schemas.openxmlformats.org/drawingml/2006/main">
              <a:ext uri="{FF2B5EF4-FFF2-40B4-BE49-F238E27FC236}">
                <a16:creationId xmlns:a16="http://schemas.microsoft.com/office/drawing/2014/main" id="{D0031365-2201-40ED-B3C3-94E8F6B6C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a45fe9379c7b40ed"/>
              </a:rPr>
              <a:t>⌂</a:t>
            </a:r>
          </a:p>
        </p:txBody>
      </p:sp>
      <p:sp>
        <p:nvSpPr>
          <p:cNvPr id="2" name="title-412">
            <a:extLst xmlns:a="http://schemas.openxmlformats.org/drawingml/2006/main">
              <a:ext uri="{FF2B5EF4-FFF2-40B4-BE49-F238E27FC236}">
                <a16:creationId xmlns:a16="http://schemas.microsoft.com/office/drawing/2014/main" id="{36A1C87D-2D47-4EFC-BCD0-AD9DAE14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4EE5FF"/>
                </a:solidFill>
                <a:latin typeface="Nunito"/>
                <a:ea typeface="Nunito"/>
                <a:cs typeface="Nunito"/>
              </a:defRPr>
            </a:pPr>
            <a:r>
              <a:rPr sz="21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Second Conditional</a:t>
            </a:r>
          </a:p>
        </p:txBody>
      </p:sp>
      <p:sp>
        <p:nvSpPr>
          <p:cNvPr id="3" name="text-413">
            <a:extLst xmlns:a="http://schemas.openxmlformats.org/drawingml/2006/main">
              <a:ext uri="{FF2B5EF4-FFF2-40B4-BE49-F238E27FC236}">
                <a16:creationId xmlns:a16="http://schemas.microsoft.com/office/drawing/2014/main" id="{F48845F6-8C06-4EFF-993B-99905137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More encouragement could change how students feel.</a:t>
            </a:r>
          </a:p>
        </p:txBody>
      </p:sp>
      <p:sp>
        <p:nvSpPr>
          <p:cNvPr id="4" name="text-414">
            <a:extLst xmlns:a="http://schemas.openxmlformats.org/drawingml/2006/main">
              <a:ext uri="{FF2B5EF4-FFF2-40B4-BE49-F238E27FC236}">
                <a16:creationId xmlns:a16="http://schemas.microsoft.com/office/drawing/2014/main" id="{70B465CE-27DB-4433-ADAF-16AC84743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מדמיינים שינוי במצב ומסבירים מה הייתה התוצאה שלו.</a:t>
            </a:r>
          </a:p>
        </p:txBody>
      </p:sp>
      <p:sp>
        <p:nvSpPr>
          <p:cNvPr id="5" name="text-415">
            <a:extLst xmlns:a="http://schemas.openxmlformats.org/drawingml/2006/main">
              <a:ext uri="{FF2B5EF4-FFF2-40B4-BE49-F238E27FC236}">
                <a16:creationId xmlns:a16="http://schemas.microsoft.com/office/drawing/2014/main" id="{4B288074-8F32-4600-8F11-CE91B1AF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53 / 108</a:t>
            </a:r>
          </a:p>
        </p:txBody>
      </p:sp>
    </p:spTree>
    <p:extLst>
      <p:ext uri="{BB962C8B-B14F-4D97-AF65-F5344CB8AC3E}">
        <p14:creationId xmlns:p14="http://schemas.microsoft.com/office/powerpoint/2010/main" val="521646913"/>
      </p:ext>
    </p:extLst>
  </p:cSld>
</p:sld>
</file>

<file path=ppt/slides/slide5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416">
            <a:extLst xmlns:a="http://schemas.openxmlformats.org/drawingml/2006/main">
              <a:ext uri="{FF2B5EF4-FFF2-40B4-BE49-F238E27FC236}">
                <a16:creationId xmlns:a16="http://schemas.microsoft.com/office/drawing/2014/main" id="{C3F7934D-3D18-4C0C-A9DE-F30D902DC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84b8aa7bf5c843c0"/>
              </a:rPr>
              <a:t>⌂</a:t>
            </a:r>
          </a:p>
        </p:txBody>
      </p:sp>
      <p:sp>
        <p:nvSpPr>
          <p:cNvPr id="2" name="title-417">
            <a:extLst xmlns:a="http://schemas.openxmlformats.org/drawingml/2006/main">
              <a:ext uri="{FF2B5EF4-FFF2-40B4-BE49-F238E27FC236}">
                <a16:creationId xmlns:a16="http://schemas.microsoft.com/office/drawing/2014/main" id="{50A7C4CD-141B-4543-94D5-390B7DE07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Second Conditional: הרחבה</a:t>
            </a:r>
          </a:p>
        </p:txBody>
      </p:sp>
      <p:sp>
        <p:nvSpPr>
          <p:cNvPr id="3" name="text-418">
            <a:extLst xmlns:a="http://schemas.openxmlformats.org/drawingml/2006/main">
              <a:ext uri="{FF2B5EF4-FFF2-40B4-BE49-F238E27FC236}">
                <a16:creationId xmlns:a16="http://schemas.microsoft.com/office/drawing/2014/main" id="{B8D6FEFB-96CD-43B4-A219-9C5C765F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If + Past Simple, would + base verb</a:t>
            </a:r>
          </a:p>
        </p:txBody>
      </p:sp>
      <p:sp>
        <p:nvSpPr>
          <p:cNvPr id="4" name="text-419">
            <a:extLst xmlns:a="http://schemas.openxmlformats.org/drawingml/2006/main">
              <a:ext uri="{FF2B5EF4-FFF2-40B4-BE49-F238E27FC236}">
                <a16:creationId xmlns:a16="http://schemas.microsoft.com/office/drawing/2014/main" id="{DCDD2EBC-890D-41E0-863E-77C3DF221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בחלק של if משתמשים ב־Past Simple. בחלק השני: would והפועל הבסיסי.</a:t>
            </a:r>
          </a:p>
        </p:txBody>
      </p:sp>
      <p:sp>
        <p:nvSpPr>
          <p:cNvPr id="5" name="text-420">
            <a:extLst xmlns:a="http://schemas.openxmlformats.org/drawingml/2006/main">
              <a:ext uri="{FF2B5EF4-FFF2-40B4-BE49-F238E27FC236}">
                <a16:creationId xmlns:a16="http://schemas.microsoft.com/office/drawing/2014/main" id="{F0CDE0C6-BEB6-435A-9048-B7E6B4A1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54 / 108</a:t>
            </a:r>
          </a:p>
        </p:txBody>
      </p:sp>
    </p:spTree>
    <p:extLst>
      <p:ext uri="{BB962C8B-B14F-4D97-AF65-F5344CB8AC3E}">
        <p14:creationId xmlns:p14="http://schemas.microsoft.com/office/powerpoint/2010/main" val="902837233"/>
      </p:ext>
    </p:extLst>
  </p:cSld>
</p:sld>
</file>

<file path=ppt/slides/slide5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421">
            <a:extLst xmlns:a="http://schemas.openxmlformats.org/drawingml/2006/main">
              <a:ext uri="{FF2B5EF4-FFF2-40B4-BE49-F238E27FC236}">
                <a16:creationId xmlns:a16="http://schemas.microsoft.com/office/drawing/2014/main" id="{EDC6FE86-4E7F-40A3-9FF6-62A61F382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c45a8a3cebb047ba"/>
              </a:rPr>
              <a:t>⌂</a:t>
            </a:r>
          </a:p>
        </p:txBody>
      </p:sp>
      <p:sp>
        <p:nvSpPr>
          <p:cNvPr id="2" name="title-422">
            <a:extLst xmlns:a="http://schemas.openxmlformats.org/drawingml/2006/main">
              <a:ext uri="{FF2B5EF4-FFF2-40B4-BE49-F238E27FC236}">
                <a16:creationId xmlns:a16="http://schemas.microsoft.com/office/drawing/2014/main" id="{EAB01CD0-C9E4-4256-BF9F-D32E06CB6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השינוי והתוצאה</a:t>
            </a:r>
          </a:p>
        </p:txBody>
      </p:sp>
      <p:sp>
        <p:nvSpPr>
          <p:cNvPr id="3" name="text-423">
            <a:extLst xmlns:a="http://schemas.openxmlformats.org/drawingml/2006/main">
              <a:ext uri="{FF2B5EF4-FFF2-40B4-BE49-F238E27FC236}">
                <a16:creationId xmlns:a16="http://schemas.microsoft.com/office/drawing/2014/main" id="{3EF140C8-025E-4C33-94EF-40C8C87B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95425"/>
            <a:ext cx="1057275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If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they </a:t>
            </a: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received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more encouragement, they </a:t>
            </a: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would feel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safer trying again.</a:t>
            </a:r>
          </a:p>
        </p:txBody>
      </p:sp>
      <p:sp>
        <p:nvSpPr>
          <p:cNvPr id="4" name="text-424">
            <a:extLst xmlns:a="http://schemas.openxmlformats.org/drawingml/2006/main">
              <a:ext uri="{FF2B5EF4-FFF2-40B4-BE49-F238E27FC236}">
                <a16:creationId xmlns:a16="http://schemas.microsoft.com/office/drawing/2014/main" id="{E79BB608-1C05-4080-80E2-63444955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55 / 108</a:t>
            </a:r>
          </a:p>
        </p:txBody>
      </p:sp>
    </p:spTree>
    <p:extLst>
      <p:ext uri="{BB962C8B-B14F-4D97-AF65-F5344CB8AC3E}">
        <p14:creationId xmlns:p14="http://schemas.microsoft.com/office/powerpoint/2010/main" val="1889041587"/>
      </p:ext>
    </p:extLst>
  </p:cSld>
</p:sld>
</file>

<file path=ppt/slides/slide5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425">
            <a:extLst xmlns:a="http://schemas.openxmlformats.org/drawingml/2006/main">
              <a:ext uri="{FF2B5EF4-FFF2-40B4-BE49-F238E27FC236}">
                <a16:creationId xmlns:a16="http://schemas.microsoft.com/office/drawing/2014/main" id="{CEECB20A-D635-4AA7-AE56-9D098B03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3cfa8eb045b14778"/>
              </a:rPr>
              <a:t>⌂</a:t>
            </a:r>
          </a:p>
        </p:txBody>
      </p:sp>
      <p:sp>
        <p:nvSpPr>
          <p:cNvPr id="2" name="title-426">
            <a:extLst xmlns:a="http://schemas.openxmlformats.org/drawingml/2006/main">
              <a:ext uri="{FF2B5EF4-FFF2-40B4-BE49-F238E27FC236}">
                <a16:creationId xmlns:a16="http://schemas.microsoft.com/office/drawing/2014/main" id="{0527CF46-B424-4E63-BA44-5521635D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השינוי והתוצאה</a:t>
            </a:r>
          </a:p>
        </p:txBody>
      </p:sp>
      <p:sp>
        <p:nvSpPr>
          <p:cNvPr id="3" name="text-427">
            <a:extLst xmlns:a="http://schemas.openxmlformats.org/drawingml/2006/main">
              <a:ext uri="{FF2B5EF4-FFF2-40B4-BE49-F238E27FC236}">
                <a16:creationId xmlns:a16="http://schemas.microsoft.com/office/drawing/2014/main" id="{0C7D6539-1756-466F-B47D-220FC8D4B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95425"/>
            <a:ext cx="1057275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If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they </a:t>
            </a: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received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more encouragement, they </a:t>
            </a: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would feel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safer trying again.</a:t>
            </a:r>
          </a:p>
        </p:txBody>
      </p:sp>
      <p:sp>
        <p:nvSpPr>
          <p:cNvPr id="4" name="text-428">
            <a:extLst xmlns:a="http://schemas.openxmlformats.org/drawingml/2006/main">
              <a:ext uri="{FF2B5EF4-FFF2-40B4-BE49-F238E27FC236}">
                <a16:creationId xmlns:a16="http://schemas.microsoft.com/office/drawing/2014/main" id="{6FE4B49B-69D4-4706-A410-40D286ADF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91025"/>
            <a:ext cx="104394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אם הם היו מקבלים יותר עידוד, הם היו מרגישים בטוחים יותר לנסות שוב.</a:t>
            </a:r>
          </a:p>
        </p:txBody>
      </p:sp>
      <p:sp>
        <p:nvSpPr>
          <p:cNvPr id="5" name="text-429">
            <a:extLst xmlns:a="http://schemas.openxmlformats.org/drawingml/2006/main">
              <a:ext uri="{FF2B5EF4-FFF2-40B4-BE49-F238E27FC236}">
                <a16:creationId xmlns:a16="http://schemas.microsoft.com/office/drawing/2014/main" id="{9D53AC66-E077-4236-A59C-CD47CEF3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56 / 108</a:t>
            </a:r>
          </a:p>
        </p:txBody>
      </p:sp>
    </p:spTree>
    <p:extLst>
      <p:ext uri="{BB962C8B-B14F-4D97-AF65-F5344CB8AC3E}">
        <p14:creationId xmlns:p14="http://schemas.microsoft.com/office/powerpoint/2010/main" val="1343883818"/>
      </p:ext>
    </p:extLst>
  </p:cSld>
</p:sld>
</file>

<file path=ppt/slides/slide5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430">
            <a:extLst xmlns:a="http://schemas.openxmlformats.org/drawingml/2006/main">
              <a:ext uri="{FF2B5EF4-FFF2-40B4-BE49-F238E27FC236}">
                <a16:creationId xmlns:a16="http://schemas.microsoft.com/office/drawing/2014/main" id="{5E779889-A4E2-4120-B248-4F102A35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28fde9bf79044b04"/>
              </a:rPr>
              <a:t>⌂</a:t>
            </a:r>
          </a:p>
        </p:txBody>
      </p:sp>
      <p:sp>
        <p:nvSpPr>
          <p:cNvPr id="2" name="title-431">
            <a:extLst xmlns:a="http://schemas.openxmlformats.org/drawingml/2006/main">
              <a:ext uri="{FF2B5EF4-FFF2-40B4-BE49-F238E27FC236}">
                <a16:creationId xmlns:a16="http://schemas.microsoft.com/office/drawing/2014/main" id="{4F7DA7AF-985D-4ADC-B629-589EB1E2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תוצאה היפותטית</a:t>
            </a:r>
          </a:p>
        </p:txBody>
      </p:sp>
      <p:sp>
        <p:nvSpPr>
          <p:cNvPr id="3" name="text-432">
            <a:extLst xmlns:a="http://schemas.openxmlformats.org/drawingml/2006/main">
              <a:ext uri="{FF2B5EF4-FFF2-40B4-BE49-F238E27FC236}">
                <a16:creationId xmlns:a16="http://schemas.microsoft.com/office/drawing/2014/main" id="{7441C799-331E-4CA8-AC0E-2B6E188B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2352" y="1776413"/>
            <a:ext cx="29465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If</a:t>
            </a:r>
          </a:p>
        </p:txBody>
      </p:sp>
      <p:sp>
        <p:nvSpPr>
          <p:cNvPr id="4" name="text-433">
            <a:extLst xmlns:a="http://schemas.openxmlformats.org/drawingml/2006/main">
              <a:ext uri="{FF2B5EF4-FFF2-40B4-BE49-F238E27FC236}">
                <a16:creationId xmlns:a16="http://schemas.microsoft.com/office/drawing/2014/main" id="{642C7986-C0F7-4E44-9B4F-24F370A6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00" y="1776413"/>
            <a:ext cx="938373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they</a:t>
            </a:r>
          </a:p>
        </p:txBody>
      </p:sp>
      <p:sp>
        <p:nvSpPr>
          <p:cNvPr id="5" name="text-434">
            <a:extLst xmlns:a="http://schemas.openxmlformats.org/drawingml/2006/main">
              <a:ext uri="{FF2B5EF4-FFF2-40B4-BE49-F238E27FC236}">
                <a16:creationId xmlns:a16="http://schemas.microsoft.com/office/drawing/2014/main" id="{E0461AED-B389-41BA-BCD4-49A85C3C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964" y="1776413"/>
            <a:ext cx="175555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received</a:t>
            </a:r>
          </a:p>
        </p:txBody>
      </p:sp>
      <p:sp>
        <p:nvSpPr>
          <p:cNvPr id="6" name="text-435">
            <a:extLst xmlns:a="http://schemas.openxmlformats.org/drawingml/2006/main">
              <a:ext uri="{FF2B5EF4-FFF2-40B4-BE49-F238E27FC236}">
                <a16:creationId xmlns:a16="http://schemas.microsoft.com/office/drawing/2014/main" id="{C10D7039-73AE-4BFC-BF29-6DAB4C77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4311" y="1776413"/>
            <a:ext cx="109327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more</a:t>
            </a:r>
          </a:p>
        </p:txBody>
      </p:sp>
      <p:sp>
        <p:nvSpPr>
          <p:cNvPr id="7" name="text-436">
            <a:extLst xmlns:a="http://schemas.openxmlformats.org/drawingml/2006/main">
              <a:ext uri="{FF2B5EF4-FFF2-40B4-BE49-F238E27FC236}">
                <a16:creationId xmlns:a16="http://schemas.microsoft.com/office/drawing/2014/main" id="{DB9D0397-5450-4CE2-9847-730A03DC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381" y="1776413"/>
            <a:ext cx="335810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encouragement,</a:t>
            </a:r>
          </a:p>
        </p:txBody>
      </p:sp>
      <p:sp>
        <p:nvSpPr>
          <p:cNvPr id="8" name="text-437">
            <a:extLst xmlns:a="http://schemas.openxmlformats.org/drawingml/2006/main">
              <a:ext uri="{FF2B5EF4-FFF2-40B4-BE49-F238E27FC236}">
                <a16:creationId xmlns:a16="http://schemas.microsoft.com/office/drawing/2014/main" id="{DEC999F7-6A73-4003-B41B-16B01ABA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1275" y="1776413"/>
            <a:ext cx="938373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they</a:t>
            </a:r>
          </a:p>
        </p:txBody>
      </p:sp>
      <p:sp>
        <p:nvSpPr>
          <p:cNvPr id="9" name="text-438">
            <a:extLst xmlns:a="http://schemas.openxmlformats.org/drawingml/2006/main">
              <a:ext uri="{FF2B5EF4-FFF2-40B4-BE49-F238E27FC236}">
                <a16:creationId xmlns:a16="http://schemas.microsoft.com/office/drawing/2014/main" id="{14FFBEFA-2CBB-4022-828E-6D807265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0467" y="2395538"/>
            <a:ext cx="247312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 </a:t>
            </a:r>
          </a:p>
        </p:txBody>
      </p:sp>
      <p:sp>
        <p:nvSpPr>
          <p:cNvPr id="10" name="gap-line-57">
            <a:extLst xmlns:a="http://schemas.openxmlformats.org/drawingml/2006/main">
              <a:ext uri="{FF2B5EF4-FFF2-40B4-BE49-F238E27FC236}">
                <a16:creationId xmlns:a16="http://schemas.microsoft.com/office/drawing/2014/main" id="{D8395BF1-7B5F-49B6-8F47-C4CBA024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0467" y="2938463"/>
            <a:ext cx="2473121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EE5FF"/>
            </a:solidFill>
          </a:ln>
        </p:spPr>
      </p:sp>
      <p:sp>
        <p:nvSpPr>
          <p:cNvPr id="11" name="text-439">
            <a:extLst xmlns:a="http://schemas.openxmlformats.org/drawingml/2006/main">
              <a:ext uri="{FF2B5EF4-FFF2-40B4-BE49-F238E27FC236}">
                <a16:creationId xmlns:a16="http://schemas.microsoft.com/office/drawing/2014/main" id="{7F6A18E5-1208-462E-8179-EACF7825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0429" y="2395538"/>
            <a:ext cx="105007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safer</a:t>
            </a:r>
          </a:p>
        </p:txBody>
      </p:sp>
      <p:sp>
        <p:nvSpPr>
          <p:cNvPr id="12" name="text-440">
            <a:extLst xmlns:a="http://schemas.openxmlformats.org/drawingml/2006/main">
              <a:ext uri="{FF2B5EF4-FFF2-40B4-BE49-F238E27FC236}">
                <a16:creationId xmlns:a16="http://schemas.microsoft.com/office/drawing/2014/main" id="{9FDC528F-6750-4E46-B85C-F56C107E4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8297" y="2395538"/>
            <a:ext cx="123349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trying</a:t>
            </a:r>
          </a:p>
        </p:txBody>
      </p:sp>
      <p:sp>
        <p:nvSpPr>
          <p:cNvPr id="13" name="text-441">
            <a:extLst xmlns:a="http://schemas.openxmlformats.org/drawingml/2006/main">
              <a:ext uri="{FF2B5EF4-FFF2-40B4-BE49-F238E27FC236}">
                <a16:creationId xmlns:a16="http://schemas.microsoft.com/office/drawing/2014/main" id="{7986F62C-E7FF-4312-B6F4-F9AD44E2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9579" y="2395538"/>
            <a:ext cx="1261003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again.</a:t>
            </a:r>
          </a:p>
        </p:txBody>
      </p:sp>
      <p:sp>
        <p:nvSpPr>
          <p:cNvPr id="14" name="text-442">
            <a:extLst xmlns:a="http://schemas.openxmlformats.org/drawingml/2006/main">
              <a:ext uri="{FF2B5EF4-FFF2-40B4-BE49-F238E27FC236}">
                <a16:creationId xmlns:a16="http://schemas.microsoft.com/office/drawing/2014/main" id="{CA5D982C-A52E-49D9-A87D-346CFBF2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will feel</a:t>
            </a:r>
          </a:p>
        </p:txBody>
      </p:sp>
      <p:sp>
        <p:nvSpPr>
          <p:cNvPr id="15" name="text-443">
            <a:extLst xmlns:a="http://schemas.openxmlformats.org/drawingml/2006/main">
              <a:ext uri="{FF2B5EF4-FFF2-40B4-BE49-F238E27FC236}">
                <a16:creationId xmlns:a16="http://schemas.microsoft.com/office/drawing/2014/main" id="{ED34E08F-02C7-46C1-B36D-BEB64D1C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would feel</a:t>
            </a:r>
          </a:p>
        </p:txBody>
      </p:sp>
      <p:sp>
        <p:nvSpPr>
          <p:cNvPr id="16" name="text-444">
            <a:extLst xmlns:a="http://schemas.openxmlformats.org/drawingml/2006/main">
              <a:ext uri="{FF2B5EF4-FFF2-40B4-BE49-F238E27FC236}">
                <a16:creationId xmlns:a16="http://schemas.microsoft.com/office/drawing/2014/main" id="{AB3EBDE0-8DAD-4D5D-A6E5-6C316346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felt</a:t>
            </a:r>
          </a:p>
        </p:txBody>
      </p:sp>
      <p:sp>
        <p:nvSpPr>
          <p:cNvPr id="17" name="text-445">
            <a:extLst xmlns:a="http://schemas.openxmlformats.org/drawingml/2006/main">
              <a:ext uri="{FF2B5EF4-FFF2-40B4-BE49-F238E27FC236}">
                <a16:creationId xmlns:a16="http://schemas.microsoft.com/office/drawing/2014/main" id="{B43D9A76-5741-411C-B1BF-2F8F3D3D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57 / 108</a:t>
            </a:r>
          </a:p>
        </p:txBody>
      </p:sp>
    </p:spTree>
    <p:extLst>
      <p:ext uri="{BB962C8B-B14F-4D97-AF65-F5344CB8AC3E}">
        <p14:creationId xmlns:p14="http://schemas.microsoft.com/office/powerpoint/2010/main" val="1556134903"/>
      </p:ext>
    </p:extLst>
  </p:cSld>
</p:sld>
</file>

<file path=ppt/slides/slide5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446">
            <a:extLst xmlns:a="http://schemas.openxmlformats.org/drawingml/2006/main">
              <a:ext uri="{FF2B5EF4-FFF2-40B4-BE49-F238E27FC236}">
                <a16:creationId xmlns:a16="http://schemas.microsoft.com/office/drawing/2014/main" id="{473C32A4-783D-43D3-A520-CE29C314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7a830c2da9f54a86"/>
              </a:rPr>
              <a:t>⌂</a:t>
            </a:r>
          </a:p>
        </p:txBody>
      </p:sp>
      <p:sp>
        <p:nvSpPr>
          <p:cNvPr id="2" name="title-447">
            <a:extLst xmlns:a="http://schemas.openxmlformats.org/drawingml/2006/main">
              <a:ext uri="{FF2B5EF4-FFF2-40B4-BE49-F238E27FC236}">
                <a16:creationId xmlns:a16="http://schemas.microsoft.com/office/drawing/2014/main" id="{EC980F4A-E968-4CCD-9064-EB4966AF0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תוצאה היפותטית</a:t>
            </a:r>
          </a:p>
        </p:txBody>
      </p:sp>
      <p:sp>
        <p:nvSpPr>
          <p:cNvPr id="3" name="text-448">
            <a:extLst xmlns:a="http://schemas.openxmlformats.org/drawingml/2006/main">
              <a:ext uri="{FF2B5EF4-FFF2-40B4-BE49-F238E27FC236}">
                <a16:creationId xmlns:a16="http://schemas.microsoft.com/office/drawing/2014/main" id="{3CC62372-114D-450D-8290-E5CD9267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2352" y="1776413"/>
            <a:ext cx="29465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If</a:t>
            </a:r>
          </a:p>
        </p:txBody>
      </p:sp>
      <p:sp>
        <p:nvSpPr>
          <p:cNvPr id="4" name="text-449">
            <a:extLst xmlns:a="http://schemas.openxmlformats.org/drawingml/2006/main">
              <a:ext uri="{FF2B5EF4-FFF2-40B4-BE49-F238E27FC236}">
                <a16:creationId xmlns:a16="http://schemas.microsoft.com/office/drawing/2014/main" id="{07623D80-3F21-41FA-8CCD-07B4320C5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00" y="1776413"/>
            <a:ext cx="938373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they</a:t>
            </a:r>
          </a:p>
        </p:txBody>
      </p:sp>
      <p:sp>
        <p:nvSpPr>
          <p:cNvPr id="5" name="text-450">
            <a:extLst xmlns:a="http://schemas.openxmlformats.org/drawingml/2006/main">
              <a:ext uri="{FF2B5EF4-FFF2-40B4-BE49-F238E27FC236}">
                <a16:creationId xmlns:a16="http://schemas.microsoft.com/office/drawing/2014/main" id="{FBDDB628-8886-4834-AF60-A88B52576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964" y="1776413"/>
            <a:ext cx="175555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received</a:t>
            </a:r>
          </a:p>
        </p:txBody>
      </p:sp>
      <p:sp>
        <p:nvSpPr>
          <p:cNvPr id="6" name="text-451">
            <a:extLst xmlns:a="http://schemas.openxmlformats.org/drawingml/2006/main">
              <a:ext uri="{FF2B5EF4-FFF2-40B4-BE49-F238E27FC236}">
                <a16:creationId xmlns:a16="http://schemas.microsoft.com/office/drawing/2014/main" id="{A1326780-C550-4CBD-8FA5-827AC90A7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4311" y="1776413"/>
            <a:ext cx="109327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more</a:t>
            </a:r>
          </a:p>
        </p:txBody>
      </p:sp>
      <p:sp>
        <p:nvSpPr>
          <p:cNvPr id="7" name="text-452">
            <a:extLst xmlns:a="http://schemas.openxmlformats.org/drawingml/2006/main">
              <a:ext uri="{FF2B5EF4-FFF2-40B4-BE49-F238E27FC236}">
                <a16:creationId xmlns:a16="http://schemas.microsoft.com/office/drawing/2014/main" id="{75F4FDA3-E6DB-4A24-B9F5-EBB0D37A3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381" y="1776413"/>
            <a:ext cx="335810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encouragement,</a:t>
            </a:r>
          </a:p>
        </p:txBody>
      </p:sp>
      <p:sp>
        <p:nvSpPr>
          <p:cNvPr id="8" name="text-453">
            <a:extLst xmlns:a="http://schemas.openxmlformats.org/drawingml/2006/main">
              <a:ext uri="{FF2B5EF4-FFF2-40B4-BE49-F238E27FC236}">
                <a16:creationId xmlns:a16="http://schemas.microsoft.com/office/drawing/2014/main" id="{9DBF1D1B-FC67-4312-8D19-C4440E142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1275" y="1776413"/>
            <a:ext cx="938373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they</a:t>
            </a:r>
          </a:p>
        </p:txBody>
      </p:sp>
      <p:sp>
        <p:nvSpPr>
          <p:cNvPr id="9" name="text-454">
            <a:extLst xmlns:a="http://schemas.openxmlformats.org/drawingml/2006/main">
              <a:ext uri="{FF2B5EF4-FFF2-40B4-BE49-F238E27FC236}">
                <a16:creationId xmlns:a16="http://schemas.microsoft.com/office/drawing/2014/main" id="{F6B7383A-2D36-4FB2-9078-32716C734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0467" y="2395538"/>
            <a:ext cx="247312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would feel</a:t>
            </a:r>
          </a:p>
        </p:txBody>
      </p:sp>
      <p:sp>
        <p:nvSpPr>
          <p:cNvPr id="10" name="gap-line-58">
            <a:extLst xmlns:a="http://schemas.openxmlformats.org/drawingml/2006/main">
              <a:ext uri="{FF2B5EF4-FFF2-40B4-BE49-F238E27FC236}">
                <a16:creationId xmlns:a16="http://schemas.microsoft.com/office/drawing/2014/main" id="{4A987ADB-E16D-40AE-8F29-BB4CDA05A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0467" y="2938463"/>
            <a:ext cx="2473121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FFF5B"/>
            </a:solidFill>
          </a:ln>
        </p:spPr>
      </p:sp>
      <p:sp>
        <p:nvSpPr>
          <p:cNvPr id="11" name="text-455">
            <a:extLst xmlns:a="http://schemas.openxmlformats.org/drawingml/2006/main">
              <a:ext uri="{FF2B5EF4-FFF2-40B4-BE49-F238E27FC236}">
                <a16:creationId xmlns:a16="http://schemas.microsoft.com/office/drawing/2014/main" id="{0593147B-434C-48A3-A923-741AFAD09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0429" y="2395538"/>
            <a:ext cx="105007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safer</a:t>
            </a:r>
          </a:p>
        </p:txBody>
      </p:sp>
      <p:sp>
        <p:nvSpPr>
          <p:cNvPr id="12" name="text-456">
            <a:extLst xmlns:a="http://schemas.openxmlformats.org/drawingml/2006/main">
              <a:ext uri="{FF2B5EF4-FFF2-40B4-BE49-F238E27FC236}">
                <a16:creationId xmlns:a16="http://schemas.microsoft.com/office/drawing/2014/main" id="{FA74D867-1DEB-4C37-9472-631981AC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8297" y="2395538"/>
            <a:ext cx="123349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trying</a:t>
            </a:r>
          </a:p>
        </p:txBody>
      </p:sp>
      <p:sp>
        <p:nvSpPr>
          <p:cNvPr id="13" name="text-457">
            <a:extLst xmlns:a="http://schemas.openxmlformats.org/drawingml/2006/main">
              <a:ext uri="{FF2B5EF4-FFF2-40B4-BE49-F238E27FC236}">
                <a16:creationId xmlns:a16="http://schemas.microsoft.com/office/drawing/2014/main" id="{1E0E2B91-2917-472F-94CA-45F6BEED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9579" y="2395538"/>
            <a:ext cx="1261003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again.</a:t>
            </a:r>
          </a:p>
        </p:txBody>
      </p:sp>
      <p:sp>
        <p:nvSpPr>
          <p:cNvPr id="14" name="text-458">
            <a:extLst xmlns:a="http://schemas.openxmlformats.org/drawingml/2006/main">
              <a:ext uri="{FF2B5EF4-FFF2-40B4-BE49-F238E27FC236}">
                <a16:creationId xmlns:a16="http://schemas.microsoft.com/office/drawing/2014/main" id="{06017DCF-2D08-48FB-9606-2C979209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will feel</a:t>
            </a:r>
          </a:p>
        </p:txBody>
      </p:sp>
      <p:sp>
        <p:nvSpPr>
          <p:cNvPr id="15" name="text-459">
            <a:extLst xmlns:a="http://schemas.openxmlformats.org/drawingml/2006/main">
              <a:ext uri="{FF2B5EF4-FFF2-40B4-BE49-F238E27FC236}">
                <a16:creationId xmlns:a16="http://schemas.microsoft.com/office/drawing/2014/main" id="{2EC015C0-7FCB-4ECE-B4E4-119F1A08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B   would feel</a:t>
            </a:r>
          </a:p>
        </p:txBody>
      </p:sp>
      <p:sp>
        <p:nvSpPr>
          <p:cNvPr id="16" name="text-460">
            <a:extLst xmlns:a="http://schemas.openxmlformats.org/drawingml/2006/main">
              <a:ext uri="{FF2B5EF4-FFF2-40B4-BE49-F238E27FC236}">
                <a16:creationId xmlns:a16="http://schemas.microsoft.com/office/drawing/2014/main" id="{AAC8EEE0-8873-4FB8-A2B2-943F5258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felt</a:t>
            </a:r>
          </a:p>
        </p:txBody>
      </p:sp>
      <p:sp>
        <p:nvSpPr>
          <p:cNvPr id="17" name="text-461">
            <a:extLst xmlns:a="http://schemas.openxmlformats.org/drawingml/2006/main">
              <a:ext uri="{FF2B5EF4-FFF2-40B4-BE49-F238E27FC236}">
                <a16:creationId xmlns:a16="http://schemas.microsoft.com/office/drawing/2014/main" id="{DC440AE0-C0A4-46B4-B312-4F46E62B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95850"/>
            <a:ext cx="104394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2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2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עם If + Past Simple משתמשים כאן ב־would + base verb. הכוונה לתוצאה היפותטית.</a:t>
            </a:r>
          </a:p>
        </p:txBody>
      </p:sp>
      <p:sp>
        <p:nvSpPr>
          <p:cNvPr id="18" name="text-462">
            <a:extLst xmlns:a="http://schemas.openxmlformats.org/drawingml/2006/main">
              <a:ext uri="{FF2B5EF4-FFF2-40B4-BE49-F238E27FC236}">
                <a16:creationId xmlns:a16="http://schemas.microsoft.com/office/drawing/2014/main" id="{71CDBB65-A9E5-4EBD-8A68-798F6D561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58 / 108</a:t>
            </a:r>
          </a:p>
        </p:txBody>
      </p:sp>
    </p:spTree>
    <p:extLst>
      <p:ext uri="{BB962C8B-B14F-4D97-AF65-F5344CB8AC3E}">
        <p14:creationId xmlns:p14="http://schemas.microsoft.com/office/powerpoint/2010/main" val="473026593"/>
      </p:ext>
    </p:extLst>
  </p:cSld>
</p:sld>
</file>

<file path=ppt/slides/slide5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463">
            <a:extLst xmlns:a="http://schemas.openxmlformats.org/drawingml/2006/main">
              <a:ext uri="{FF2B5EF4-FFF2-40B4-BE49-F238E27FC236}">
                <a16:creationId xmlns:a16="http://schemas.microsoft.com/office/drawing/2014/main" id="{16C20B66-89BF-4B8A-8C34-62FE1787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a02be8b23515495e"/>
              </a:rPr>
              <a:t>⌂</a:t>
            </a:r>
          </a:p>
        </p:txBody>
      </p:sp>
      <p:sp>
        <p:nvSpPr>
          <p:cNvPr id="2" name="title-464">
            <a:extLst xmlns:a="http://schemas.openxmlformats.org/drawingml/2006/main">
              <a:ext uri="{FF2B5EF4-FFF2-40B4-BE49-F238E27FC236}">
                <a16:creationId xmlns:a16="http://schemas.microsoft.com/office/drawing/2014/main" id="{1E26C2AB-6E46-4603-B727-16F5598F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4EE5FF"/>
                </a:solidFill>
                <a:latin typeface="Nunito"/>
                <a:ea typeface="Nunito"/>
                <a:cs typeface="Nunito"/>
              </a:defRPr>
            </a:pPr>
            <a:r>
              <a:rPr sz="21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First Conditional</a:t>
            </a:r>
          </a:p>
        </p:txBody>
      </p:sp>
      <p:sp>
        <p:nvSpPr>
          <p:cNvPr id="3" name="text-465">
            <a:extLst xmlns:a="http://schemas.openxmlformats.org/drawingml/2006/main">
              <a:ext uri="{FF2B5EF4-FFF2-40B4-BE49-F238E27FC236}">
                <a16:creationId xmlns:a16="http://schemas.microsoft.com/office/drawing/2014/main" id="{0BBF4D29-41D5-4302-8BED-10887263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000125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defRPr>
            </a:pPr>
            <a:r>
              <a: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rPr>
              <a:t>עתיד</a:t>
            </a:r>
          </a:p>
        </p:txBody>
      </p:sp>
      <p:sp>
        <p:nvSpPr>
          <p:cNvPr id="4" name="text-466">
            <a:extLst xmlns:a="http://schemas.openxmlformats.org/drawingml/2006/main">
              <a:ext uri="{FF2B5EF4-FFF2-40B4-BE49-F238E27FC236}">
                <a16:creationId xmlns:a16="http://schemas.microsoft.com/office/drawing/2014/main" id="{1758FDC6-0BAD-4E65-9BB5-D83F534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If we include every classmate tomorrow, more students will enjoy the game.</a:t>
            </a:r>
          </a:p>
        </p:txBody>
      </p:sp>
      <p:sp>
        <p:nvSpPr>
          <p:cNvPr id="5" name="text-467">
            <a:extLst xmlns:a="http://schemas.openxmlformats.org/drawingml/2006/main">
              <a:ext uri="{FF2B5EF4-FFF2-40B4-BE49-F238E27FC236}">
                <a16:creationId xmlns:a16="http://schemas.microsoft.com/office/drawing/2014/main" id="{80F9DB12-8978-4B06-B652-3FCDD2CE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מתארים אפשרות ממשית בעתיד ואת התוצאה הצפויה שלה.</a:t>
            </a:r>
          </a:p>
        </p:txBody>
      </p:sp>
      <p:sp>
        <p:nvSpPr>
          <p:cNvPr id="6" name="text-468">
            <a:extLst xmlns:a="http://schemas.openxmlformats.org/drawingml/2006/main">
              <a:ext uri="{FF2B5EF4-FFF2-40B4-BE49-F238E27FC236}">
                <a16:creationId xmlns:a16="http://schemas.microsoft.com/office/drawing/2014/main" id="{AC831950-3775-4CA7-84B2-456732AA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59 / 108</a:t>
            </a:r>
          </a:p>
        </p:txBody>
      </p:sp>
    </p:spTree>
    <p:extLst>
      <p:ext uri="{BB962C8B-B14F-4D97-AF65-F5344CB8AC3E}">
        <p14:creationId xmlns:p14="http://schemas.microsoft.com/office/powerpoint/2010/main" val="332432038"/>
      </p:ext>
    </p:extLst>
  </p:cSld>
</p:sld>
</file>

<file path=ppt/slides/slide6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469">
            <a:extLst xmlns:a="http://schemas.openxmlformats.org/drawingml/2006/main">
              <a:ext uri="{FF2B5EF4-FFF2-40B4-BE49-F238E27FC236}">
                <a16:creationId xmlns:a16="http://schemas.microsoft.com/office/drawing/2014/main" id="{A3A81799-1DF3-4344-806A-0FC44767D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9ddc6fab8ac24496"/>
              </a:rPr>
              <a:t>⌂</a:t>
            </a:r>
          </a:p>
        </p:txBody>
      </p:sp>
      <p:sp>
        <p:nvSpPr>
          <p:cNvPr id="2" name="title-470">
            <a:extLst xmlns:a="http://schemas.openxmlformats.org/drawingml/2006/main">
              <a:ext uri="{FF2B5EF4-FFF2-40B4-BE49-F238E27FC236}">
                <a16:creationId xmlns:a16="http://schemas.microsoft.com/office/drawing/2014/main" id="{6C5AB45A-1B15-42F4-AD5E-7415F013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אפשרות ממשית בעתיד</a:t>
            </a:r>
          </a:p>
        </p:txBody>
      </p:sp>
      <p:sp>
        <p:nvSpPr>
          <p:cNvPr id="3" name="text-471">
            <a:extLst xmlns:a="http://schemas.openxmlformats.org/drawingml/2006/main">
              <a:ext uri="{FF2B5EF4-FFF2-40B4-BE49-F238E27FC236}">
                <a16:creationId xmlns:a16="http://schemas.microsoft.com/office/drawing/2014/main" id="{862BF4D2-8F47-4A3F-B42C-110A8E9D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000125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defRPr>
            </a:pPr>
            <a:r>
              <a: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rPr>
              <a:t>עתיד</a:t>
            </a:r>
          </a:p>
        </p:txBody>
      </p:sp>
      <p:sp>
        <p:nvSpPr>
          <p:cNvPr id="4" name="text-472">
            <a:extLst xmlns:a="http://schemas.openxmlformats.org/drawingml/2006/main">
              <a:ext uri="{FF2B5EF4-FFF2-40B4-BE49-F238E27FC236}">
                <a16:creationId xmlns:a16="http://schemas.microsoft.com/office/drawing/2014/main" id="{2AC4E551-6D8E-45D7-AB46-9CAB94D2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1940" y="1776413"/>
            <a:ext cx="29465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If</a:t>
            </a:r>
          </a:p>
        </p:txBody>
      </p:sp>
      <p:sp>
        <p:nvSpPr>
          <p:cNvPr id="5" name="text-473">
            <a:extLst xmlns:a="http://schemas.openxmlformats.org/drawingml/2006/main">
              <a:ext uri="{FF2B5EF4-FFF2-40B4-BE49-F238E27FC236}">
                <a16:creationId xmlns:a16="http://schemas.microsoft.com/office/drawing/2014/main" id="{F129BC6B-545A-4C52-A390-556020E6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389" y="1776413"/>
            <a:ext cx="67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we</a:t>
            </a:r>
          </a:p>
        </p:txBody>
      </p:sp>
      <p:sp>
        <p:nvSpPr>
          <p:cNvPr id="6" name="text-474">
            <a:extLst xmlns:a="http://schemas.openxmlformats.org/drawingml/2006/main">
              <a:ext uri="{FF2B5EF4-FFF2-40B4-BE49-F238E27FC236}">
                <a16:creationId xmlns:a16="http://schemas.microsoft.com/office/drawing/2014/main" id="{CDA059FB-3E2C-4227-AD65-D5EC2566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680" y="1776413"/>
            <a:ext cx="152562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include</a:t>
            </a:r>
          </a:p>
        </p:txBody>
      </p:sp>
      <p:sp>
        <p:nvSpPr>
          <p:cNvPr id="7" name="text-475">
            <a:extLst xmlns:a="http://schemas.openxmlformats.org/drawingml/2006/main">
              <a:ext uri="{FF2B5EF4-FFF2-40B4-BE49-F238E27FC236}">
                <a16:creationId xmlns:a16="http://schemas.microsoft.com/office/drawing/2014/main" id="{0A0F6254-087D-4EE1-9DD1-46F4ABC3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4097" y="1776413"/>
            <a:ext cx="117879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every</a:t>
            </a:r>
          </a:p>
        </p:txBody>
      </p:sp>
      <p:sp>
        <p:nvSpPr>
          <p:cNvPr id="8" name="text-476">
            <a:extLst xmlns:a="http://schemas.openxmlformats.org/drawingml/2006/main">
              <a:ext uri="{FF2B5EF4-FFF2-40B4-BE49-F238E27FC236}">
                <a16:creationId xmlns:a16="http://schemas.microsoft.com/office/drawing/2014/main" id="{E348647C-D6C1-4148-88BF-A514C8896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687" y="1776413"/>
            <a:ext cx="212094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classmate</a:t>
            </a:r>
          </a:p>
        </p:txBody>
      </p:sp>
      <p:sp>
        <p:nvSpPr>
          <p:cNvPr id="9" name="text-477">
            <a:extLst xmlns:a="http://schemas.openxmlformats.org/drawingml/2006/main">
              <a:ext uri="{FF2B5EF4-FFF2-40B4-BE49-F238E27FC236}">
                <a16:creationId xmlns:a16="http://schemas.microsoft.com/office/drawing/2014/main" id="{A9FC1F68-6C12-45C9-90C1-9CE0C88D3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424" y="1776413"/>
            <a:ext cx="212956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tomorrow,</a:t>
            </a:r>
          </a:p>
        </p:txBody>
      </p:sp>
      <p:sp>
        <p:nvSpPr>
          <p:cNvPr id="10" name="text-478">
            <a:extLst xmlns:a="http://schemas.openxmlformats.org/drawingml/2006/main">
              <a:ext uri="{FF2B5EF4-FFF2-40B4-BE49-F238E27FC236}">
                <a16:creationId xmlns:a16="http://schemas.microsoft.com/office/drawing/2014/main" id="{B515207F-CB22-4FE3-91A8-544E88CBD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780" y="1776413"/>
            <a:ext cx="109327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more</a:t>
            </a:r>
          </a:p>
        </p:txBody>
      </p:sp>
      <p:sp>
        <p:nvSpPr>
          <p:cNvPr id="11" name="text-479">
            <a:extLst xmlns:a="http://schemas.openxmlformats.org/drawingml/2006/main">
              <a:ext uri="{FF2B5EF4-FFF2-40B4-BE49-F238E27FC236}">
                <a16:creationId xmlns:a16="http://schemas.microsoft.com/office/drawing/2014/main" id="{327D5AB8-F4FB-45DB-B10D-AB67A0FD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7350" y="2395538"/>
            <a:ext cx="1831132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students</a:t>
            </a:r>
          </a:p>
        </p:txBody>
      </p:sp>
      <p:sp>
        <p:nvSpPr>
          <p:cNvPr id="12" name="text-480">
            <a:extLst xmlns:a="http://schemas.openxmlformats.org/drawingml/2006/main">
              <a:ext uri="{FF2B5EF4-FFF2-40B4-BE49-F238E27FC236}">
                <a16:creationId xmlns:a16="http://schemas.microsoft.com/office/drawing/2014/main" id="{DCC38F35-40CF-4F91-AB74-4CE1DAFA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322" y="2395538"/>
            <a:ext cx="281331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 </a:t>
            </a:r>
          </a:p>
        </p:txBody>
      </p:sp>
      <p:sp>
        <p:nvSpPr>
          <p:cNvPr id="13" name="gap-line-60">
            <a:extLst xmlns:a="http://schemas.openxmlformats.org/drawingml/2006/main">
              <a:ext uri="{FF2B5EF4-FFF2-40B4-BE49-F238E27FC236}">
                <a16:creationId xmlns:a16="http://schemas.microsoft.com/office/drawing/2014/main" id="{759CB270-943C-4896-B814-630EFD6D4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322" y="2938463"/>
            <a:ext cx="2813319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EE5FF"/>
            </a:solidFill>
          </a:ln>
        </p:spPr>
      </p:sp>
      <p:sp>
        <p:nvSpPr>
          <p:cNvPr id="14" name="text-481">
            <a:extLst xmlns:a="http://schemas.openxmlformats.org/drawingml/2006/main">
              <a:ext uri="{FF2B5EF4-FFF2-40B4-BE49-F238E27FC236}">
                <a16:creationId xmlns:a16="http://schemas.microsoft.com/office/drawing/2014/main" id="{BFDABCE1-8995-4753-8D15-2E85DDC4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5482" y="2395538"/>
            <a:ext cx="70137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the</a:t>
            </a:r>
          </a:p>
        </p:txBody>
      </p:sp>
      <p:sp>
        <p:nvSpPr>
          <p:cNvPr id="15" name="text-482">
            <a:extLst xmlns:a="http://schemas.openxmlformats.org/drawingml/2006/main">
              <a:ext uri="{FF2B5EF4-FFF2-40B4-BE49-F238E27FC236}">
                <a16:creationId xmlns:a16="http://schemas.microsoft.com/office/drawing/2014/main" id="{4F80C6F4-CB93-473E-A635-95BC0F7C8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4644" y="2395538"/>
            <a:ext cx="1300006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game.</a:t>
            </a:r>
          </a:p>
        </p:txBody>
      </p:sp>
      <p:sp>
        <p:nvSpPr>
          <p:cNvPr id="16" name="text-483">
            <a:extLst xmlns:a="http://schemas.openxmlformats.org/drawingml/2006/main">
              <a:ext uri="{FF2B5EF4-FFF2-40B4-BE49-F238E27FC236}">
                <a16:creationId xmlns:a16="http://schemas.microsoft.com/office/drawing/2014/main" id="{3E3F849A-CC35-471D-8C81-C0758D4F7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would enjoy</a:t>
            </a:r>
          </a:p>
        </p:txBody>
      </p:sp>
      <p:sp>
        <p:nvSpPr>
          <p:cNvPr id="17" name="text-484">
            <a:extLst xmlns:a="http://schemas.openxmlformats.org/drawingml/2006/main">
              <a:ext uri="{FF2B5EF4-FFF2-40B4-BE49-F238E27FC236}">
                <a16:creationId xmlns:a16="http://schemas.microsoft.com/office/drawing/2014/main" id="{CF61CF21-1898-4318-88A0-D0DA9B43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will enjoy</a:t>
            </a:r>
          </a:p>
        </p:txBody>
      </p:sp>
      <p:sp>
        <p:nvSpPr>
          <p:cNvPr id="18" name="text-485">
            <a:extLst xmlns:a="http://schemas.openxmlformats.org/drawingml/2006/main">
              <a:ext uri="{FF2B5EF4-FFF2-40B4-BE49-F238E27FC236}">
                <a16:creationId xmlns:a16="http://schemas.microsoft.com/office/drawing/2014/main" id="{D12F041B-BA7D-4AAF-BBC3-302675E7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enjoyed</a:t>
            </a:r>
          </a:p>
        </p:txBody>
      </p:sp>
      <p:sp>
        <p:nvSpPr>
          <p:cNvPr id="19" name="text-486">
            <a:extLst xmlns:a="http://schemas.openxmlformats.org/drawingml/2006/main">
              <a:ext uri="{FF2B5EF4-FFF2-40B4-BE49-F238E27FC236}">
                <a16:creationId xmlns:a16="http://schemas.microsoft.com/office/drawing/2014/main" id="{2CA7BA20-B84D-4403-AE4C-95237E6A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60 / 108</a:t>
            </a:r>
          </a:p>
        </p:txBody>
      </p:sp>
    </p:spTree>
    <p:extLst>
      <p:ext uri="{BB962C8B-B14F-4D97-AF65-F5344CB8AC3E}">
        <p14:creationId xmlns:p14="http://schemas.microsoft.com/office/powerpoint/2010/main" val="562730844"/>
      </p:ext>
    </p:extLst>
  </p:cSld>
</p:sld>
</file>

<file path=ppt/slides/slide6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487">
            <a:extLst xmlns:a="http://schemas.openxmlformats.org/drawingml/2006/main">
              <a:ext uri="{FF2B5EF4-FFF2-40B4-BE49-F238E27FC236}">
                <a16:creationId xmlns:a16="http://schemas.microsoft.com/office/drawing/2014/main" id="{5DCCF51B-4D35-4392-A627-6807E028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2366bf40bfdc43c3"/>
              </a:rPr>
              <a:t>⌂</a:t>
            </a:r>
          </a:p>
        </p:txBody>
      </p:sp>
      <p:sp>
        <p:nvSpPr>
          <p:cNvPr id="2" name="title-488">
            <a:extLst xmlns:a="http://schemas.openxmlformats.org/drawingml/2006/main">
              <a:ext uri="{FF2B5EF4-FFF2-40B4-BE49-F238E27FC236}">
                <a16:creationId xmlns:a16="http://schemas.microsoft.com/office/drawing/2014/main" id="{4570A8DA-8C62-4F4F-86FD-E786EAF00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אפשרות ממשית בעתיד</a:t>
            </a:r>
          </a:p>
        </p:txBody>
      </p:sp>
      <p:sp>
        <p:nvSpPr>
          <p:cNvPr id="3" name="text-489">
            <a:extLst xmlns:a="http://schemas.openxmlformats.org/drawingml/2006/main">
              <a:ext uri="{FF2B5EF4-FFF2-40B4-BE49-F238E27FC236}">
                <a16:creationId xmlns:a16="http://schemas.microsoft.com/office/drawing/2014/main" id="{12824667-75F3-41E9-9F97-92CCF861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000125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defRPr>
            </a:pPr>
            <a:r>
              <a:rPr sz="1500" b="1" lang="he-IL">
                <a:solidFill>
                  <a:srgbClr val="FFE35B"/>
                </a:solidFill>
                <a:latin typeface="Heebo"/>
                <a:ea typeface="Heebo"/>
                <a:cs typeface="Heebo"/>
              </a:rPr>
              <a:t>עתיד</a:t>
            </a:r>
          </a:p>
        </p:txBody>
      </p:sp>
      <p:sp>
        <p:nvSpPr>
          <p:cNvPr id="4" name="text-490">
            <a:extLst xmlns:a="http://schemas.openxmlformats.org/drawingml/2006/main">
              <a:ext uri="{FF2B5EF4-FFF2-40B4-BE49-F238E27FC236}">
                <a16:creationId xmlns:a16="http://schemas.microsoft.com/office/drawing/2014/main" id="{0840EC8B-6687-4648-B6D8-35D03E45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1940" y="1776413"/>
            <a:ext cx="29465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If</a:t>
            </a:r>
          </a:p>
        </p:txBody>
      </p:sp>
      <p:sp>
        <p:nvSpPr>
          <p:cNvPr id="5" name="text-491">
            <a:extLst xmlns:a="http://schemas.openxmlformats.org/drawingml/2006/main">
              <a:ext uri="{FF2B5EF4-FFF2-40B4-BE49-F238E27FC236}">
                <a16:creationId xmlns:a16="http://schemas.microsoft.com/office/drawing/2014/main" id="{72E3986C-6E6D-45CA-9296-0FCB2DF6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389" y="1776413"/>
            <a:ext cx="67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we</a:t>
            </a:r>
          </a:p>
        </p:txBody>
      </p:sp>
      <p:sp>
        <p:nvSpPr>
          <p:cNvPr id="6" name="text-492">
            <a:extLst xmlns:a="http://schemas.openxmlformats.org/drawingml/2006/main">
              <a:ext uri="{FF2B5EF4-FFF2-40B4-BE49-F238E27FC236}">
                <a16:creationId xmlns:a16="http://schemas.microsoft.com/office/drawing/2014/main" id="{E2C76035-4D52-4E15-ABFD-FCD0E9D8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680" y="1776413"/>
            <a:ext cx="152562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include</a:t>
            </a:r>
          </a:p>
        </p:txBody>
      </p:sp>
      <p:sp>
        <p:nvSpPr>
          <p:cNvPr id="7" name="text-493">
            <a:extLst xmlns:a="http://schemas.openxmlformats.org/drawingml/2006/main">
              <a:ext uri="{FF2B5EF4-FFF2-40B4-BE49-F238E27FC236}">
                <a16:creationId xmlns:a16="http://schemas.microsoft.com/office/drawing/2014/main" id="{02B3DFF5-AC63-4A2B-AB3E-2A99C48D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4097" y="1776413"/>
            <a:ext cx="117879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every</a:t>
            </a:r>
          </a:p>
        </p:txBody>
      </p:sp>
      <p:sp>
        <p:nvSpPr>
          <p:cNvPr id="8" name="text-494">
            <a:extLst xmlns:a="http://schemas.openxmlformats.org/drawingml/2006/main">
              <a:ext uri="{FF2B5EF4-FFF2-40B4-BE49-F238E27FC236}">
                <a16:creationId xmlns:a16="http://schemas.microsoft.com/office/drawing/2014/main" id="{CA797BF7-C090-4FC7-9142-EC980C7F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687" y="1776413"/>
            <a:ext cx="2120947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classmate</a:t>
            </a:r>
          </a:p>
        </p:txBody>
      </p:sp>
      <p:sp>
        <p:nvSpPr>
          <p:cNvPr id="9" name="text-495">
            <a:extLst xmlns:a="http://schemas.openxmlformats.org/drawingml/2006/main">
              <a:ext uri="{FF2B5EF4-FFF2-40B4-BE49-F238E27FC236}">
                <a16:creationId xmlns:a16="http://schemas.microsoft.com/office/drawing/2014/main" id="{EF051AB2-E3CE-4409-8D15-2F8E7BA9D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424" y="1776413"/>
            <a:ext cx="212956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tomorrow,</a:t>
            </a:r>
          </a:p>
        </p:txBody>
      </p:sp>
      <p:sp>
        <p:nvSpPr>
          <p:cNvPr id="10" name="text-496">
            <a:extLst xmlns:a="http://schemas.openxmlformats.org/drawingml/2006/main">
              <a:ext uri="{FF2B5EF4-FFF2-40B4-BE49-F238E27FC236}">
                <a16:creationId xmlns:a16="http://schemas.microsoft.com/office/drawing/2014/main" id="{0B735F3D-6324-449D-B34D-2796E74B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780" y="1776413"/>
            <a:ext cx="109327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more</a:t>
            </a:r>
          </a:p>
        </p:txBody>
      </p:sp>
      <p:sp>
        <p:nvSpPr>
          <p:cNvPr id="11" name="text-497">
            <a:extLst xmlns:a="http://schemas.openxmlformats.org/drawingml/2006/main">
              <a:ext uri="{FF2B5EF4-FFF2-40B4-BE49-F238E27FC236}">
                <a16:creationId xmlns:a16="http://schemas.microsoft.com/office/drawing/2014/main" id="{DB4219AB-0155-4403-97C2-98C11957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7350" y="2395538"/>
            <a:ext cx="1831132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students</a:t>
            </a:r>
          </a:p>
        </p:txBody>
      </p:sp>
      <p:sp>
        <p:nvSpPr>
          <p:cNvPr id="12" name="text-498">
            <a:extLst xmlns:a="http://schemas.openxmlformats.org/drawingml/2006/main">
              <a:ext uri="{FF2B5EF4-FFF2-40B4-BE49-F238E27FC236}">
                <a16:creationId xmlns:a16="http://schemas.microsoft.com/office/drawing/2014/main" id="{C90A2C8D-5317-4BB7-BCE1-2953FF5E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322" y="2395538"/>
            <a:ext cx="281331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will enjoy</a:t>
            </a:r>
          </a:p>
        </p:txBody>
      </p:sp>
      <p:sp>
        <p:nvSpPr>
          <p:cNvPr id="13" name="gap-line-61">
            <a:extLst xmlns:a="http://schemas.openxmlformats.org/drawingml/2006/main">
              <a:ext uri="{FF2B5EF4-FFF2-40B4-BE49-F238E27FC236}">
                <a16:creationId xmlns:a16="http://schemas.microsoft.com/office/drawing/2014/main" id="{01CF4BA3-C298-484B-847A-5AA8428CE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322" y="2938463"/>
            <a:ext cx="2813319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FFF5B"/>
            </a:solidFill>
          </a:ln>
        </p:spPr>
      </p:sp>
      <p:sp>
        <p:nvSpPr>
          <p:cNvPr id="14" name="text-499">
            <a:extLst xmlns:a="http://schemas.openxmlformats.org/drawingml/2006/main">
              <a:ext uri="{FF2B5EF4-FFF2-40B4-BE49-F238E27FC236}">
                <a16:creationId xmlns:a16="http://schemas.microsoft.com/office/drawing/2014/main" id="{F3DD2D45-0E79-4E78-A079-202C2A7F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5482" y="2395538"/>
            <a:ext cx="70137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the</a:t>
            </a:r>
          </a:p>
        </p:txBody>
      </p:sp>
      <p:sp>
        <p:nvSpPr>
          <p:cNvPr id="15" name="text-500">
            <a:extLst xmlns:a="http://schemas.openxmlformats.org/drawingml/2006/main">
              <a:ext uri="{FF2B5EF4-FFF2-40B4-BE49-F238E27FC236}">
                <a16:creationId xmlns:a16="http://schemas.microsoft.com/office/drawing/2014/main" id="{1E7533FF-734B-475F-9C95-AC0FE9AE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4644" y="2395538"/>
            <a:ext cx="1300006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2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game.</a:t>
            </a:r>
          </a:p>
        </p:txBody>
      </p:sp>
      <p:sp>
        <p:nvSpPr>
          <p:cNvPr id="16" name="text-501">
            <a:extLst xmlns:a="http://schemas.openxmlformats.org/drawingml/2006/main">
              <a:ext uri="{FF2B5EF4-FFF2-40B4-BE49-F238E27FC236}">
                <a16:creationId xmlns:a16="http://schemas.microsoft.com/office/drawing/2014/main" id="{C2FE6164-E550-4A35-8FA7-658F72D6F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would enjoy</a:t>
            </a:r>
          </a:p>
        </p:txBody>
      </p:sp>
      <p:sp>
        <p:nvSpPr>
          <p:cNvPr id="17" name="text-502">
            <a:extLst xmlns:a="http://schemas.openxmlformats.org/drawingml/2006/main">
              <a:ext uri="{FF2B5EF4-FFF2-40B4-BE49-F238E27FC236}">
                <a16:creationId xmlns:a16="http://schemas.microsoft.com/office/drawing/2014/main" id="{7D78FC01-B92D-4194-9B38-B9F9E87F6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B   will enjoy</a:t>
            </a:r>
          </a:p>
        </p:txBody>
      </p:sp>
      <p:sp>
        <p:nvSpPr>
          <p:cNvPr id="18" name="text-503">
            <a:extLst xmlns:a="http://schemas.openxmlformats.org/drawingml/2006/main">
              <a:ext uri="{FF2B5EF4-FFF2-40B4-BE49-F238E27FC236}">
                <a16:creationId xmlns:a16="http://schemas.microsoft.com/office/drawing/2014/main" id="{CF6E95C8-3DA8-4E7D-8523-C186E09F6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00450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4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enjoyed</a:t>
            </a:r>
          </a:p>
        </p:txBody>
      </p:sp>
      <p:sp>
        <p:nvSpPr>
          <p:cNvPr id="19" name="text-504">
            <a:extLst xmlns:a="http://schemas.openxmlformats.org/drawingml/2006/main">
              <a:ext uri="{FF2B5EF4-FFF2-40B4-BE49-F238E27FC236}">
                <a16:creationId xmlns:a16="http://schemas.microsoft.com/office/drawing/2014/main" id="{D6CC8886-4563-4772-B672-4FE8B76FA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95850"/>
            <a:ext cx="104394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2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2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First Conditional: בחלק של if יש Present Simple; בחלק התוצאה will + base verb.</a:t>
            </a:r>
          </a:p>
        </p:txBody>
      </p:sp>
      <p:sp>
        <p:nvSpPr>
          <p:cNvPr id="20" name="text-505">
            <a:extLst xmlns:a="http://schemas.openxmlformats.org/drawingml/2006/main">
              <a:ext uri="{FF2B5EF4-FFF2-40B4-BE49-F238E27FC236}">
                <a16:creationId xmlns:a16="http://schemas.microsoft.com/office/drawing/2014/main" id="{D0109C5D-76EE-4326-BC7B-EDEBC80C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61 / 108</a:t>
            </a:r>
          </a:p>
        </p:txBody>
      </p:sp>
    </p:spTree>
    <p:extLst>
      <p:ext uri="{BB962C8B-B14F-4D97-AF65-F5344CB8AC3E}">
        <p14:creationId xmlns:p14="http://schemas.microsoft.com/office/powerpoint/2010/main" val="1101398759"/>
      </p:ext>
    </p:extLst>
  </p:cSld>
</p:sld>
</file>

<file path=ppt/slides/slide6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506">
            <a:extLst xmlns:a="http://schemas.openxmlformats.org/drawingml/2006/main">
              <a:ext uri="{FF2B5EF4-FFF2-40B4-BE49-F238E27FC236}">
                <a16:creationId xmlns:a16="http://schemas.microsoft.com/office/drawing/2014/main" id="{13A1DA5E-AD83-4A37-960A-FD6EDEDB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10753215ae5547ff"/>
              </a:rPr>
              <a:t>⌂</a:t>
            </a:r>
          </a:p>
        </p:txBody>
      </p:sp>
      <p:sp>
        <p:nvSpPr>
          <p:cNvPr id="2" name="title-507">
            <a:extLst xmlns:a="http://schemas.openxmlformats.org/drawingml/2006/main">
              <a:ext uri="{FF2B5EF4-FFF2-40B4-BE49-F238E27FC236}">
                <a16:creationId xmlns:a16="http://schemas.microsoft.com/office/drawing/2014/main" id="{16B1513A-C312-4C83-A1BF-925FA375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הפוגה קצרה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f3a4b7ce404ddb"/>
          <a:stretch xmlns:a="http://schemas.openxmlformats.org/drawingml/2006/main"/>
        </p:blipFill>
        <p:spPr>
          <a:xfrm xmlns:a="http://schemas.openxmlformats.org/drawingml/2006/main">
            <a:off x="4286250" y="1304925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4" name="text-508">
            <a:extLst xmlns:a="http://schemas.openxmlformats.org/drawingml/2006/main">
              <a:ext uri="{FF2B5EF4-FFF2-40B4-BE49-F238E27FC236}">
                <a16:creationId xmlns:a16="http://schemas.microsoft.com/office/drawing/2014/main" id="{5941A606-3F26-479E-B037-2429476A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C857"/>
                </a:solidFill>
                <a:latin typeface="Nunito"/>
                <a:ea typeface="Nunito"/>
                <a:cs typeface="Nunito"/>
              </a:defRPr>
            </a:pPr>
            <a:r>
              <a:rPr sz="2700" b="1">
                <a:solidFill>
                  <a:srgbClr val="FFC857"/>
                </a:solidFill>
                <a:latin typeface="Nunito"/>
                <a:ea typeface="Nunito"/>
                <a:cs typeface="Nunito"/>
              </a:rPr>
              <a:t>If his glasses were smaller, he would look less surprised.</a:t>
            </a:r>
          </a:p>
        </p:txBody>
      </p:sp>
      <p:sp>
        <p:nvSpPr>
          <p:cNvPr id="5" name="text-509">
            <a:extLst xmlns:a="http://schemas.openxmlformats.org/drawingml/2006/main">
              <a:ext uri="{FF2B5EF4-FFF2-40B4-BE49-F238E27FC236}">
                <a16:creationId xmlns:a16="http://schemas.microsoft.com/office/drawing/2014/main" id="{EE3C1843-1B4C-459E-93ED-D9AA51FD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62 / 108</a:t>
            </a:r>
          </a:p>
        </p:txBody>
      </p:sp>
    </p:spTree>
    <p:extLst>
      <p:ext uri="{BB962C8B-B14F-4D97-AF65-F5344CB8AC3E}">
        <p14:creationId xmlns:p14="http://schemas.microsoft.com/office/powerpoint/2010/main" val="969655987"/>
      </p:ext>
    </p:extLst>
  </p:cSld>
</p:sld>
</file>

<file path=ppt/slides/slide6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510">
            <a:extLst xmlns:a="http://schemas.openxmlformats.org/drawingml/2006/main">
              <a:ext uri="{FF2B5EF4-FFF2-40B4-BE49-F238E27FC236}">
                <a16:creationId xmlns:a16="http://schemas.microsoft.com/office/drawing/2014/main" id="{2A0FC74B-70A8-4793-B942-99EE1AB0D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ad7cf4d50de449e9"/>
              </a:rPr>
              <a:t>⌂</a:t>
            </a:r>
          </a:p>
        </p:txBody>
      </p:sp>
      <p:sp>
        <p:nvSpPr>
          <p:cNvPr id="2" name="title-511">
            <a:extLst xmlns:a="http://schemas.openxmlformats.org/drawingml/2006/main">
              <a:ext uri="{FF2B5EF4-FFF2-40B4-BE49-F238E27FC236}">
                <a16:creationId xmlns:a16="http://schemas.microsoft.com/office/drawing/2014/main" id="{6F714D83-8DA4-4463-A873-08E5BA01E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בחירת סוג התנאי</a:t>
            </a:r>
          </a:p>
        </p:txBody>
      </p:sp>
      <p:sp>
        <p:nvSpPr>
          <p:cNvPr id="3" name="text-512">
            <a:extLst xmlns:a="http://schemas.openxmlformats.org/drawingml/2006/main">
              <a:ext uri="{FF2B5EF4-FFF2-40B4-BE49-F238E27FC236}">
                <a16:creationId xmlns:a16="http://schemas.microsoft.com/office/drawing/2014/main" id="{280A967A-0B4C-4CF0-877A-0830CF98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If we include them, they will enjoy the game.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If they received more encouragement, they would feel safer.</a:t>
            </a:r>
          </a:p>
        </p:txBody>
      </p:sp>
      <p:sp>
        <p:nvSpPr>
          <p:cNvPr id="4" name="text-513">
            <a:extLst xmlns:a="http://schemas.openxmlformats.org/drawingml/2006/main">
              <a:ext uri="{FF2B5EF4-FFF2-40B4-BE49-F238E27FC236}">
                <a16:creationId xmlns:a16="http://schemas.microsoft.com/office/drawing/2014/main" id="{5AC826E3-0B3A-4747-8D9E-7FD40F57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בחיבור שלנו משתמשים בתנאי ראשון במשפט 4. תנאי שני מוצג להשוואה בלבד.</a:t>
            </a:r>
          </a:p>
        </p:txBody>
      </p:sp>
      <p:sp>
        <p:nvSpPr>
          <p:cNvPr id="5" name="text-514">
            <a:extLst xmlns:a="http://schemas.openxmlformats.org/drawingml/2006/main">
              <a:ext uri="{FF2B5EF4-FFF2-40B4-BE49-F238E27FC236}">
                <a16:creationId xmlns:a16="http://schemas.microsoft.com/office/drawing/2014/main" id="{EF798BC6-769C-4B49-953E-2427A9A6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63 / 108</a:t>
            </a:r>
          </a:p>
        </p:txBody>
      </p:sp>
    </p:spTree>
    <p:extLst>
      <p:ext uri="{BB962C8B-B14F-4D97-AF65-F5344CB8AC3E}">
        <p14:creationId xmlns:p14="http://schemas.microsoft.com/office/powerpoint/2010/main" val="694671009"/>
      </p:ext>
    </p:extLst>
  </p:cSld>
</p:sld>
</file>

<file path=ppt/slides/slide6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515">
            <a:extLst xmlns:a="http://schemas.openxmlformats.org/drawingml/2006/main">
              <a:ext uri="{FF2B5EF4-FFF2-40B4-BE49-F238E27FC236}">
                <a16:creationId xmlns:a16="http://schemas.microsoft.com/office/drawing/2014/main" id="{5DE688EB-1DA4-4134-BE1E-EE510D8CE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e797dc1425594385"/>
              </a:rPr>
              <a:t>⌂</a:t>
            </a:r>
          </a:p>
        </p:txBody>
      </p:sp>
      <p:sp>
        <p:nvSpPr>
          <p:cNvPr id="2" name="title-516">
            <a:extLst xmlns:a="http://schemas.openxmlformats.org/drawingml/2006/main">
              <a:ext uri="{FF2B5EF4-FFF2-40B4-BE49-F238E27FC236}">
                <a16:creationId xmlns:a16="http://schemas.microsoft.com/office/drawing/2014/main" id="{097232BE-F5C9-4B89-82B5-87EA5FAB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פסקה 3: חזרה לעמדה</a:t>
            </a:r>
          </a:p>
        </p:txBody>
      </p:sp>
      <p:sp>
        <p:nvSpPr>
          <p:cNvPr id="3" name="text-517">
            <a:extLst xmlns:a="http://schemas.openxmlformats.org/drawingml/2006/main">
              <a:ext uri="{FF2B5EF4-FFF2-40B4-BE49-F238E27FC236}">
                <a16:creationId xmlns:a16="http://schemas.microsoft.com/office/drawing/2014/main" id="{6A8B80CB-372B-422A-8E88-466785AF0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7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On the other hand</a:t>
            </a:r>
            <a:r>
              <a:rPr sz="27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, </a:t>
            </a:r>
            <a:r>
              <a:rPr sz="27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playing together</a:t>
            </a:r>
            <a:r>
              <a:rPr sz="27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can improve confidence and develop useful social skills. Some students </a:t>
            </a:r>
            <a:r>
              <a:rPr sz="27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have felt</a:t>
            </a:r>
            <a:r>
              <a:rPr sz="27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excluded, so joining a team can be especially beneficial. </a:t>
            </a:r>
            <a:r>
              <a:rPr sz="27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Moreover</a:t>
            </a:r>
            <a:r>
              <a:rPr sz="27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, sharing responsibility can assist quieter classmates and build friendships.</a:t>
            </a:r>
          </a:p>
        </p:txBody>
      </p:sp>
      <p:sp>
        <p:nvSpPr>
          <p:cNvPr id="4" name="text-518">
            <a:extLst xmlns:a="http://schemas.openxmlformats.org/drawingml/2006/main">
              <a:ext uri="{FF2B5EF4-FFF2-40B4-BE49-F238E27FC236}">
                <a16:creationId xmlns:a16="http://schemas.microsoft.com/office/drawing/2014/main" id="{C7D57E40-944D-42ED-ACF6-0319650DC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כעת חוזרים לעמדה שלנו: כישורים חברתיים, ניסיון קודם ויתרון נוסף.</a:t>
            </a:r>
          </a:p>
        </p:txBody>
      </p:sp>
      <p:sp>
        <p:nvSpPr>
          <p:cNvPr id="5" name="text-519">
            <a:extLst xmlns:a="http://schemas.openxmlformats.org/drawingml/2006/main">
              <a:ext uri="{FF2B5EF4-FFF2-40B4-BE49-F238E27FC236}">
                <a16:creationId xmlns:a16="http://schemas.microsoft.com/office/drawing/2014/main" id="{C4CAFCD4-06EF-4AE8-8E34-F605DC2BB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64 / 108</a:t>
            </a:r>
          </a:p>
        </p:txBody>
      </p:sp>
    </p:spTree>
    <p:extLst>
      <p:ext uri="{BB962C8B-B14F-4D97-AF65-F5344CB8AC3E}">
        <p14:creationId xmlns:p14="http://schemas.microsoft.com/office/powerpoint/2010/main" val="228121658"/>
      </p:ext>
    </p:extLst>
  </p:cSld>
</p:sld>
</file>

<file path=ppt/slides/slide6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520">
            <a:extLst xmlns:a="http://schemas.openxmlformats.org/drawingml/2006/main">
              <a:ext uri="{FF2B5EF4-FFF2-40B4-BE49-F238E27FC236}">
                <a16:creationId xmlns:a16="http://schemas.microsoft.com/office/drawing/2014/main" id="{0EC36F96-FF17-469D-8443-04C8B5F7B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7b01c512cc40429f"/>
              </a:rPr>
              <a:t>⌂</a:t>
            </a:r>
          </a:p>
        </p:txBody>
      </p:sp>
      <p:sp>
        <p:nvSpPr>
          <p:cNvPr id="2" name="title-521">
            <a:extLst xmlns:a="http://schemas.openxmlformats.org/drawingml/2006/main">
              <a:ext uri="{FF2B5EF4-FFF2-40B4-BE49-F238E27FC236}">
                <a16:creationId xmlns:a16="http://schemas.microsoft.com/office/drawing/2014/main" id="{632BD8EE-26A6-474F-98C3-1EA6DBBD5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לכל מבנה יש תפקיד</a:t>
            </a:r>
          </a:p>
        </p:txBody>
      </p:sp>
      <p:sp>
        <p:nvSpPr>
          <p:cNvPr id="3" name="text-522">
            <a:extLst xmlns:a="http://schemas.openxmlformats.org/drawingml/2006/main">
              <a:ext uri="{FF2B5EF4-FFF2-40B4-BE49-F238E27FC236}">
                <a16:creationId xmlns:a16="http://schemas.microsoft.com/office/drawing/2014/main" id="{149585BF-98A7-4FAF-BA52-54B2C80A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First Conditional: a possible consequence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Present Perfect: relevant experience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Passive: how games should be organized</a:t>
            </a:r>
          </a:p>
        </p:txBody>
      </p:sp>
      <p:sp>
        <p:nvSpPr>
          <p:cNvPr id="4" name="text-523">
            <a:extLst xmlns:a="http://schemas.openxmlformats.org/drawingml/2006/main">
              <a:ext uri="{FF2B5EF4-FFF2-40B4-BE49-F238E27FC236}">
                <a16:creationId xmlns:a16="http://schemas.microsoft.com/office/drawing/2014/main" id="{8F956767-D077-4984-A289-0FDE29CD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משפט 4: תנאי ראשון. משפט 6: Present Perfect. משפט 8: סביל.</a:t>
            </a:r>
          </a:p>
        </p:txBody>
      </p:sp>
      <p:sp>
        <p:nvSpPr>
          <p:cNvPr id="5" name="text-524">
            <a:extLst xmlns:a="http://schemas.openxmlformats.org/drawingml/2006/main">
              <a:ext uri="{FF2B5EF4-FFF2-40B4-BE49-F238E27FC236}">
                <a16:creationId xmlns:a16="http://schemas.microsoft.com/office/drawing/2014/main" id="{B7013A26-662D-4BBD-B51B-B43CB765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65 / 108</a:t>
            </a:r>
          </a:p>
        </p:txBody>
      </p:sp>
    </p:spTree>
    <p:extLst>
      <p:ext uri="{BB962C8B-B14F-4D97-AF65-F5344CB8AC3E}">
        <p14:creationId xmlns:p14="http://schemas.microsoft.com/office/powerpoint/2010/main" val="1531252990"/>
      </p:ext>
    </p:extLst>
  </p:cSld>
</p:sld>
</file>

<file path=ppt/slides/slide6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525">
            <a:extLst xmlns:a="http://schemas.openxmlformats.org/drawingml/2006/main">
              <a:ext uri="{FF2B5EF4-FFF2-40B4-BE49-F238E27FC236}">
                <a16:creationId xmlns:a16="http://schemas.microsoft.com/office/drawing/2014/main" id="{7701AF5F-5C0A-414D-91A6-81EEE706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795459e94dde4202"/>
              </a:rPr>
              <a:t>⌂</a:t>
            </a:r>
          </a:p>
        </p:txBody>
      </p:sp>
      <p:sp>
        <p:nvSpPr>
          <p:cNvPr id="2" name="title-526">
            <a:extLst xmlns:a="http://schemas.openxmlformats.org/drawingml/2006/main">
              <a:ext uri="{FF2B5EF4-FFF2-40B4-BE49-F238E27FC236}">
                <a16:creationId xmlns:a16="http://schemas.microsoft.com/office/drawing/2014/main" id="{0AB5E932-AF8E-4ED9-B6D0-B3D420AD6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Although בחיבור</a:t>
            </a:r>
          </a:p>
        </p:txBody>
      </p:sp>
      <p:sp>
        <p:nvSpPr>
          <p:cNvPr id="3" name="text-527">
            <a:extLst xmlns:a="http://schemas.openxmlformats.org/drawingml/2006/main">
              <a:ext uri="{FF2B5EF4-FFF2-40B4-BE49-F238E27FC236}">
                <a16:creationId xmlns:a16="http://schemas.microsoft.com/office/drawing/2014/main" id="{B64BC953-27B5-4464-95B8-93C09FEA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04925"/>
            <a:ext cx="1047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0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Which sentence connects the ideas correctly?</a:t>
            </a:r>
          </a:p>
        </p:txBody>
      </p:sp>
      <p:sp>
        <p:nvSpPr>
          <p:cNvPr id="4" name="text-528">
            <a:extLst xmlns:a="http://schemas.openxmlformats.org/drawingml/2006/main">
              <a:ext uri="{FF2B5EF4-FFF2-40B4-BE49-F238E27FC236}">
                <a16:creationId xmlns:a16="http://schemas.microsoft.com/office/drawing/2014/main" id="{B8058BE6-0E79-4A93-8368-EDE5415B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193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Although winning is exciting, but learning to support others matters more.</a:t>
            </a:r>
          </a:p>
        </p:txBody>
      </p:sp>
      <p:sp>
        <p:nvSpPr>
          <p:cNvPr id="5" name="text-529">
            <a:extLst xmlns:a="http://schemas.openxmlformats.org/drawingml/2006/main">
              <a:ext uri="{FF2B5EF4-FFF2-40B4-BE49-F238E27FC236}">
                <a16:creationId xmlns:a16="http://schemas.microsoft.com/office/drawing/2014/main" id="{9C7B70A9-5307-4A22-A496-2FD1F2FB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575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Although winning is exciting, learning to support others matters more.</a:t>
            </a:r>
          </a:p>
        </p:txBody>
      </p:sp>
      <p:sp>
        <p:nvSpPr>
          <p:cNvPr id="6" name="text-530">
            <a:extLst xmlns:a="http://schemas.openxmlformats.org/drawingml/2006/main">
              <a:ext uri="{FF2B5EF4-FFF2-40B4-BE49-F238E27FC236}">
                <a16:creationId xmlns:a16="http://schemas.microsoft.com/office/drawing/2014/main" id="{6178A550-20B9-4DB5-A751-1D60E58A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57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Although winning is exciting, so learning to support others matters more.</a:t>
            </a:r>
          </a:p>
        </p:txBody>
      </p:sp>
      <p:sp>
        <p:nvSpPr>
          <p:cNvPr id="7" name="text-531">
            <a:extLst xmlns:a="http://schemas.openxmlformats.org/drawingml/2006/main">
              <a:ext uri="{FF2B5EF4-FFF2-40B4-BE49-F238E27FC236}">
                <a16:creationId xmlns:a16="http://schemas.microsoft.com/office/drawing/2014/main" id="{4D242B51-3132-4DF6-9319-2F6BC7BE5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66 / 108</a:t>
            </a:r>
          </a:p>
        </p:txBody>
      </p:sp>
    </p:spTree>
    <p:extLst>
      <p:ext uri="{BB962C8B-B14F-4D97-AF65-F5344CB8AC3E}">
        <p14:creationId xmlns:p14="http://schemas.microsoft.com/office/powerpoint/2010/main" val="374851200"/>
      </p:ext>
    </p:extLst>
  </p:cSld>
</p:sld>
</file>

<file path=ppt/slides/slide6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532">
            <a:extLst xmlns:a="http://schemas.openxmlformats.org/drawingml/2006/main">
              <a:ext uri="{FF2B5EF4-FFF2-40B4-BE49-F238E27FC236}">
                <a16:creationId xmlns:a16="http://schemas.microsoft.com/office/drawing/2014/main" id="{D3D693AE-FEB3-4A7C-82AE-538B885D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62e95b4fc3c84e47"/>
              </a:rPr>
              <a:t>⌂</a:t>
            </a:r>
          </a:p>
        </p:txBody>
      </p:sp>
      <p:sp>
        <p:nvSpPr>
          <p:cNvPr id="2" name="title-533">
            <a:extLst xmlns:a="http://schemas.openxmlformats.org/drawingml/2006/main">
              <a:ext uri="{FF2B5EF4-FFF2-40B4-BE49-F238E27FC236}">
                <a16:creationId xmlns:a16="http://schemas.microsoft.com/office/drawing/2014/main" id="{24A4EDED-CBBA-457E-B963-F7EB6D59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Although בחיבור</a:t>
            </a:r>
          </a:p>
        </p:txBody>
      </p:sp>
      <p:sp>
        <p:nvSpPr>
          <p:cNvPr id="3" name="text-534">
            <a:extLst xmlns:a="http://schemas.openxmlformats.org/drawingml/2006/main">
              <a:ext uri="{FF2B5EF4-FFF2-40B4-BE49-F238E27FC236}">
                <a16:creationId xmlns:a16="http://schemas.microsoft.com/office/drawing/2014/main" id="{F8E16DF7-32D3-48F9-BF40-72240B935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04925"/>
            <a:ext cx="1047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0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Which sentence connects the ideas correctly?</a:t>
            </a:r>
          </a:p>
        </p:txBody>
      </p:sp>
      <p:sp>
        <p:nvSpPr>
          <p:cNvPr id="4" name="text-535">
            <a:extLst xmlns:a="http://schemas.openxmlformats.org/drawingml/2006/main">
              <a:ext uri="{FF2B5EF4-FFF2-40B4-BE49-F238E27FC236}">
                <a16:creationId xmlns:a16="http://schemas.microsoft.com/office/drawing/2014/main" id="{551A27B9-1389-4189-84CE-2D8DB2C4E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193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Although winning is exciting, but learning to support others matters more.</a:t>
            </a:r>
          </a:p>
        </p:txBody>
      </p:sp>
      <p:sp>
        <p:nvSpPr>
          <p:cNvPr id="5" name="text-536">
            <a:extLst xmlns:a="http://schemas.openxmlformats.org/drawingml/2006/main">
              <a:ext uri="{FF2B5EF4-FFF2-40B4-BE49-F238E27FC236}">
                <a16:creationId xmlns:a16="http://schemas.microsoft.com/office/drawing/2014/main" id="{0122480C-4D75-4B48-9C13-D56B46AA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575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B   Although winning is exciting, learning to support others matters more.</a:t>
            </a:r>
          </a:p>
        </p:txBody>
      </p:sp>
      <p:sp>
        <p:nvSpPr>
          <p:cNvPr id="6" name="text-537">
            <a:extLst xmlns:a="http://schemas.openxmlformats.org/drawingml/2006/main">
              <a:ext uri="{FF2B5EF4-FFF2-40B4-BE49-F238E27FC236}">
                <a16:creationId xmlns:a16="http://schemas.microsoft.com/office/drawing/2014/main" id="{651740EC-9580-4C54-BE6B-D332CAAB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57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Although winning is exciting, so learning to support others matters more.</a:t>
            </a:r>
          </a:p>
        </p:txBody>
      </p:sp>
      <p:sp>
        <p:nvSpPr>
          <p:cNvPr id="7" name="text-538">
            <a:extLst xmlns:a="http://schemas.openxmlformats.org/drawingml/2006/main">
              <a:ext uri="{FF2B5EF4-FFF2-40B4-BE49-F238E27FC236}">
                <a16:creationId xmlns:a16="http://schemas.microsoft.com/office/drawing/2014/main" id="{436E2D56-AC3D-4B51-B184-3B74822E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143500"/>
            <a:ext cx="1038225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Although כבר מציג ניגוד. לא מוסיפים but או so באותו מבנה.</a:t>
            </a:r>
          </a:p>
        </p:txBody>
      </p:sp>
      <p:sp>
        <p:nvSpPr>
          <p:cNvPr id="8" name="text-539">
            <a:extLst xmlns:a="http://schemas.openxmlformats.org/drawingml/2006/main">
              <a:ext uri="{FF2B5EF4-FFF2-40B4-BE49-F238E27FC236}">
                <a16:creationId xmlns:a16="http://schemas.microsoft.com/office/drawing/2014/main" id="{F28F677E-C9CF-4AB5-B058-6D173D2C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67 / 108</a:t>
            </a:r>
          </a:p>
        </p:txBody>
      </p:sp>
    </p:spTree>
    <p:extLst>
      <p:ext uri="{BB962C8B-B14F-4D97-AF65-F5344CB8AC3E}">
        <p14:creationId xmlns:p14="http://schemas.microsoft.com/office/powerpoint/2010/main" val="505052581"/>
      </p:ext>
    </p:extLst>
  </p:cSld>
</p:sld>
</file>

<file path=ppt/slides/slide6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540">
            <a:extLst xmlns:a="http://schemas.openxmlformats.org/drawingml/2006/main">
              <a:ext uri="{FF2B5EF4-FFF2-40B4-BE49-F238E27FC236}">
                <a16:creationId xmlns:a16="http://schemas.microsoft.com/office/drawing/2014/main" id="{1F99B71F-FA7F-43B4-94CE-5A2D1F13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75f737ce156a4d4e"/>
              </a:rPr>
              <a:t>⌂</a:t>
            </a:r>
          </a:p>
        </p:txBody>
      </p:sp>
      <p:sp>
        <p:nvSpPr>
          <p:cNvPr id="2" name="title-541">
            <a:extLst xmlns:a="http://schemas.openxmlformats.org/drawingml/2006/main">
              <a:ext uri="{FF2B5EF4-FFF2-40B4-BE49-F238E27FC236}">
                <a16:creationId xmlns:a16="http://schemas.microsoft.com/office/drawing/2014/main" id="{6558C452-9A13-48DD-89F2-BEB2F858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פסקת סיום</a:t>
            </a:r>
          </a:p>
        </p:txBody>
      </p:sp>
      <p:sp>
        <p:nvSpPr>
          <p:cNvPr id="3" name="text-542">
            <a:extLst xmlns:a="http://schemas.openxmlformats.org/drawingml/2006/main">
              <a:ext uri="{FF2B5EF4-FFF2-40B4-BE49-F238E27FC236}">
                <a16:creationId xmlns:a16="http://schemas.microsoft.com/office/drawing/2014/main" id="{D84F66E1-7A98-4531-A831-834E7FB2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95425"/>
            <a:ext cx="1057275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8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In conclusion</a:t>
            </a:r>
            <a:r>
              <a:rPr sz="28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, participation has significant educational value despite the challenges it creates. Therefore, class games </a:t>
            </a:r>
            <a:r>
              <a:rPr sz="28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should be organized</a:t>
            </a:r>
            <a:r>
              <a:rPr sz="28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fairly to give everyone a meaningful role.</a:t>
            </a:r>
          </a:p>
        </p:txBody>
      </p:sp>
      <p:sp>
        <p:nvSpPr>
          <p:cNvPr id="4" name="text-543">
            <a:extLst xmlns:a="http://schemas.openxmlformats.org/drawingml/2006/main">
              <a:ext uri="{FF2B5EF4-FFF2-40B4-BE49-F238E27FC236}">
                <a16:creationId xmlns:a16="http://schemas.microsoft.com/office/drawing/2014/main" id="{91C9165B-97DD-4068-B5B7-BC8CFDF88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68 / 108</a:t>
            </a:r>
          </a:p>
        </p:txBody>
      </p:sp>
    </p:spTree>
    <p:extLst>
      <p:ext uri="{BB962C8B-B14F-4D97-AF65-F5344CB8AC3E}">
        <p14:creationId xmlns:p14="http://schemas.microsoft.com/office/powerpoint/2010/main" val="785505612"/>
      </p:ext>
    </p:extLst>
  </p:cSld>
</p:sld>
</file>

<file path=ppt/slides/slide6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544">
            <a:extLst xmlns:a="http://schemas.openxmlformats.org/drawingml/2006/main">
              <a:ext uri="{FF2B5EF4-FFF2-40B4-BE49-F238E27FC236}">
                <a16:creationId xmlns:a16="http://schemas.microsoft.com/office/drawing/2014/main" id="{E08C78D1-26C5-47A5-BF42-F990E4F9C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7d4c9b7f4a324aad"/>
              </a:rPr>
              <a:t>⌂</a:t>
            </a:r>
          </a:p>
        </p:txBody>
      </p:sp>
      <p:sp>
        <p:nvSpPr>
          <p:cNvPr id="2" name="title-545">
            <a:extLst xmlns:a="http://schemas.openxmlformats.org/drawingml/2006/main">
              <a:ext uri="{FF2B5EF4-FFF2-40B4-BE49-F238E27FC236}">
                <a16:creationId xmlns:a16="http://schemas.microsoft.com/office/drawing/2014/main" id="{018B8877-E84B-4389-9DBF-4BDC85D88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פסקת סיום</a:t>
            </a:r>
          </a:p>
        </p:txBody>
      </p:sp>
      <p:sp>
        <p:nvSpPr>
          <p:cNvPr id="3" name="text-546">
            <a:extLst xmlns:a="http://schemas.openxmlformats.org/drawingml/2006/main">
              <a:ext uri="{FF2B5EF4-FFF2-40B4-BE49-F238E27FC236}">
                <a16:creationId xmlns:a16="http://schemas.microsoft.com/office/drawing/2014/main" id="{3024F326-49AF-4834-AE79-CD68EA79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95425"/>
            <a:ext cx="1057275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8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In conclusion</a:t>
            </a:r>
            <a:r>
              <a:rPr sz="28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, participation has significant educational value despite the challenges it creates. Therefore, class games </a:t>
            </a:r>
            <a:r>
              <a:rPr sz="28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should be organized</a:t>
            </a:r>
            <a:r>
              <a:rPr sz="28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fairly to give everyone a meaningful role.</a:t>
            </a:r>
          </a:p>
        </p:txBody>
      </p:sp>
      <p:sp>
        <p:nvSpPr>
          <p:cNvPr id="4" name="text-547">
            <a:extLst xmlns:a="http://schemas.openxmlformats.org/drawingml/2006/main">
              <a:ext uri="{FF2B5EF4-FFF2-40B4-BE49-F238E27FC236}">
                <a16:creationId xmlns:a16="http://schemas.microsoft.com/office/drawing/2014/main" id="{55012149-6D54-4A00-8D48-CA71630B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91025"/>
            <a:ext cx="104394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לסיכום, להשתתפות יש ערך חינוכי משמעותי למרות הקשיים שהיא יוצרת. לכן יש לארגן את משחקי הכיתה בהוגנות, כך שלכל אחד יהיה תפקיד בעל משמעות.</a:t>
            </a:r>
          </a:p>
        </p:txBody>
      </p:sp>
      <p:sp>
        <p:nvSpPr>
          <p:cNvPr id="5" name="text-548">
            <a:extLst xmlns:a="http://schemas.openxmlformats.org/drawingml/2006/main">
              <a:ext uri="{FF2B5EF4-FFF2-40B4-BE49-F238E27FC236}">
                <a16:creationId xmlns:a16="http://schemas.microsoft.com/office/drawing/2014/main" id="{03232BE6-AEFE-4C9D-A808-7353AB41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69 / 108</a:t>
            </a:r>
          </a:p>
        </p:txBody>
      </p:sp>
    </p:spTree>
    <p:extLst>
      <p:ext uri="{BB962C8B-B14F-4D97-AF65-F5344CB8AC3E}">
        <p14:creationId xmlns:p14="http://schemas.microsoft.com/office/powerpoint/2010/main" val="24743267"/>
      </p:ext>
    </p:extLst>
  </p:cSld>
</p:sld>
</file>

<file path=ppt/slides/slide7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549">
            <a:extLst xmlns:a="http://schemas.openxmlformats.org/drawingml/2006/main">
              <a:ext uri="{FF2B5EF4-FFF2-40B4-BE49-F238E27FC236}">
                <a16:creationId xmlns:a16="http://schemas.microsoft.com/office/drawing/2014/main" id="{5E6C4199-0CD4-4D3A-B7C9-52760A03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ea3792b3beb74cf3"/>
              </a:rPr>
              <a:t>⌂</a:t>
            </a:r>
          </a:p>
        </p:txBody>
      </p:sp>
      <p:sp>
        <p:nvSpPr>
          <p:cNvPr id="2" name="title-550">
            <a:extLst xmlns:a="http://schemas.openxmlformats.org/drawingml/2006/main">
              <a:ext uri="{FF2B5EF4-FFF2-40B4-BE49-F238E27FC236}">
                <a16:creationId xmlns:a16="http://schemas.microsoft.com/office/drawing/2014/main" id="{B63486CD-BFD4-4F8C-831A-5EAE3BE2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הפוגה קצרה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d83c623ab845c1"/>
          <a:stretch xmlns:a="http://schemas.openxmlformats.org/drawingml/2006/main"/>
        </p:blipFill>
        <p:spPr>
          <a:xfrm xmlns:a="http://schemas.openxmlformats.org/drawingml/2006/main">
            <a:off x="4286250" y="1304925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4" name="text-551">
            <a:extLst xmlns:a="http://schemas.openxmlformats.org/drawingml/2006/main">
              <a:ext uri="{FF2B5EF4-FFF2-40B4-BE49-F238E27FC236}">
                <a16:creationId xmlns:a16="http://schemas.microsoft.com/office/drawing/2014/main" id="{CA0AD4DD-12C8-4CF9-A54C-8FB48B037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C857"/>
                </a:solidFill>
                <a:latin typeface="Nunito"/>
                <a:ea typeface="Nunito"/>
                <a:cs typeface="Nunito"/>
              </a:defRPr>
            </a:pPr>
            <a:r>
              <a:rPr sz="2700" b="1">
                <a:solidFill>
                  <a:srgbClr val="FFC857"/>
                </a:solidFill>
                <a:latin typeface="Nunito"/>
                <a:ea typeface="Nunito"/>
                <a:cs typeface="Nunito"/>
              </a:rPr>
              <a:t>They have tried three times. Teamwork takes practice.</a:t>
            </a:r>
          </a:p>
        </p:txBody>
      </p:sp>
      <p:sp>
        <p:nvSpPr>
          <p:cNvPr id="5" name="text-552">
            <a:extLst xmlns:a="http://schemas.openxmlformats.org/drawingml/2006/main">
              <a:ext uri="{FF2B5EF4-FFF2-40B4-BE49-F238E27FC236}">
                <a16:creationId xmlns:a16="http://schemas.microsoft.com/office/drawing/2014/main" id="{27D07E95-9ECF-4575-B0C8-44AB1DB4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70 / 108</a:t>
            </a:r>
          </a:p>
        </p:txBody>
      </p:sp>
    </p:spTree>
    <p:extLst>
      <p:ext uri="{BB962C8B-B14F-4D97-AF65-F5344CB8AC3E}">
        <p14:creationId xmlns:p14="http://schemas.microsoft.com/office/powerpoint/2010/main" val="369639283"/>
      </p:ext>
    </p:extLst>
  </p:cSld>
</p:sld>
</file>

<file path=ppt/slides/slide7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553">
            <a:extLst xmlns:a="http://schemas.openxmlformats.org/drawingml/2006/main">
              <a:ext uri="{FF2B5EF4-FFF2-40B4-BE49-F238E27FC236}">
                <a16:creationId xmlns:a16="http://schemas.microsoft.com/office/drawing/2014/main" id="{14259FEB-6D69-4EA7-AF1F-E3254D9A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b324542a520f444e"/>
              </a:rPr>
              <a:t>⌂</a:t>
            </a:r>
          </a:p>
        </p:txBody>
      </p:sp>
      <p:sp>
        <p:nvSpPr>
          <p:cNvPr id="2" name="title-554">
            <a:extLst xmlns:a="http://schemas.openxmlformats.org/drawingml/2006/main">
              <a:ext uri="{FF2B5EF4-FFF2-40B4-BE49-F238E27FC236}">
                <a16:creationId xmlns:a16="http://schemas.microsoft.com/office/drawing/2014/main" id="{7C7B897B-5ABE-4EE2-9D7F-81B300D1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מפת המשפטים: פתיחה וגוף</a:t>
            </a:r>
          </a:p>
        </p:txBody>
      </p:sp>
      <p:sp>
        <p:nvSpPr>
          <p:cNvPr id="3" name="text-555">
            <a:extLst xmlns:a="http://schemas.openxmlformats.org/drawingml/2006/main">
              <a:ext uri="{FF2B5EF4-FFF2-40B4-BE49-F238E27FC236}">
                <a16:creationId xmlns:a16="http://schemas.microsoft.com/office/drawing/2014/main" id="{BEB8CB6C-BF33-41F3-9996-12F8433BE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1 Opening · 2 I claim that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3 Opposing idea · 4 First Conditional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5 Support · 6 Present Perfect</a:t>
            </a:r>
          </a:p>
        </p:txBody>
      </p:sp>
      <p:sp>
        <p:nvSpPr>
          <p:cNvPr id="4" name="text-556">
            <a:extLst xmlns:a="http://schemas.openxmlformats.org/drawingml/2006/main">
              <a:ext uri="{FF2B5EF4-FFF2-40B4-BE49-F238E27FC236}">
                <a16:creationId xmlns:a16="http://schemas.microsoft.com/office/drawing/2014/main" id="{5B05384C-3933-4CB2-954A-EAB8D01D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מספרי המשפטים מציינים את סדר העבודה.</a:t>
            </a:r>
          </a:p>
        </p:txBody>
      </p:sp>
      <p:sp>
        <p:nvSpPr>
          <p:cNvPr id="5" name="text-557">
            <a:extLst xmlns:a="http://schemas.openxmlformats.org/drawingml/2006/main">
              <a:ext uri="{FF2B5EF4-FFF2-40B4-BE49-F238E27FC236}">
                <a16:creationId xmlns:a16="http://schemas.microsoft.com/office/drawing/2014/main" id="{F3CA8A8C-0ECC-4F17-99E0-E7F8275C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71 / 108</a:t>
            </a:r>
          </a:p>
        </p:txBody>
      </p:sp>
    </p:spTree>
    <p:extLst>
      <p:ext uri="{BB962C8B-B14F-4D97-AF65-F5344CB8AC3E}">
        <p14:creationId xmlns:p14="http://schemas.microsoft.com/office/powerpoint/2010/main" val="772986994"/>
      </p:ext>
    </p:extLst>
  </p:cSld>
</p:sld>
</file>

<file path=ppt/slides/slide7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558">
            <a:extLst xmlns:a="http://schemas.openxmlformats.org/drawingml/2006/main">
              <a:ext uri="{FF2B5EF4-FFF2-40B4-BE49-F238E27FC236}">
                <a16:creationId xmlns:a16="http://schemas.microsoft.com/office/drawing/2014/main" id="{6147E008-1DE4-46B6-8BF1-7CD3595B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7b6a126543ce4018"/>
              </a:rPr>
              <a:t>⌂</a:t>
            </a:r>
          </a:p>
        </p:txBody>
      </p:sp>
      <p:sp>
        <p:nvSpPr>
          <p:cNvPr id="2" name="title-559">
            <a:extLst xmlns:a="http://schemas.openxmlformats.org/drawingml/2006/main">
              <a:ext uri="{FF2B5EF4-FFF2-40B4-BE49-F238E27FC236}">
                <a16:creationId xmlns:a16="http://schemas.microsoft.com/office/drawing/2014/main" id="{33572DF7-59CB-47E8-A79F-E7CFAC38D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מפת המשפטים: סיום והרחבה</a:t>
            </a:r>
          </a:p>
        </p:txBody>
      </p:sp>
      <p:sp>
        <p:nvSpPr>
          <p:cNvPr id="3" name="text-560">
            <a:extLst xmlns:a="http://schemas.openxmlformats.org/drawingml/2006/main">
              <a:ext uri="{FF2B5EF4-FFF2-40B4-BE49-F238E27FC236}">
                <a16:creationId xmlns:a16="http://schemas.microsoft.com/office/drawing/2014/main" id="{7B57080B-4938-442B-B886-70A578689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7 Conclusion · 8 Passive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9 Expansion in paragraph 2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10 Expansion in paragraph 3</a:t>
            </a:r>
          </a:p>
        </p:txBody>
      </p:sp>
      <p:sp>
        <p:nvSpPr>
          <p:cNvPr id="4" name="text-561">
            <a:extLst xmlns:a="http://schemas.openxmlformats.org/drawingml/2006/main">
              <a:ext uri="{FF2B5EF4-FFF2-40B4-BE49-F238E27FC236}">
                <a16:creationId xmlns:a16="http://schemas.microsoft.com/office/drawing/2014/main" id="{FCB8C508-EFA8-42C5-888E-2D9E01B6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בסיום עדיין לא מגישים. משלימים את הגוף עד 120–140 מילים.</a:t>
            </a:r>
          </a:p>
        </p:txBody>
      </p:sp>
      <p:sp>
        <p:nvSpPr>
          <p:cNvPr id="5" name="text-562">
            <a:extLst xmlns:a="http://schemas.openxmlformats.org/drawingml/2006/main">
              <a:ext uri="{FF2B5EF4-FFF2-40B4-BE49-F238E27FC236}">
                <a16:creationId xmlns:a16="http://schemas.microsoft.com/office/drawing/2014/main" id="{3D37DD4B-8AF1-4CFD-96D1-C13CB0CB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72 / 108</a:t>
            </a:r>
          </a:p>
        </p:txBody>
      </p:sp>
    </p:spTree>
    <p:extLst>
      <p:ext uri="{BB962C8B-B14F-4D97-AF65-F5344CB8AC3E}">
        <p14:creationId xmlns:p14="http://schemas.microsoft.com/office/powerpoint/2010/main" val="2013747327"/>
      </p:ext>
    </p:extLst>
  </p:cSld>
</p:sld>
</file>

<file path=ppt/slides/slide7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563">
            <a:extLst xmlns:a="http://schemas.openxmlformats.org/drawingml/2006/main">
              <a:ext uri="{FF2B5EF4-FFF2-40B4-BE49-F238E27FC236}">
                <a16:creationId xmlns:a16="http://schemas.microsoft.com/office/drawing/2014/main" id="{D90EC030-8C55-423A-9765-2B539194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ef3e9fe671a14594"/>
              </a:rPr>
              <a:t>⌂</a:t>
            </a:r>
          </a:p>
        </p:txBody>
      </p:sp>
      <p:sp>
        <p:nvSpPr>
          <p:cNvPr id="2" name="title-564">
            <a:extLst xmlns:a="http://schemas.openxmlformats.org/drawingml/2006/main">
              <a:ext uri="{FF2B5EF4-FFF2-40B4-BE49-F238E27FC236}">
                <a16:creationId xmlns:a16="http://schemas.microsoft.com/office/drawing/2014/main" id="{F709A57C-D2B4-4393-8A2F-0519E8622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החיבור עד עכשיו</a:t>
            </a:r>
          </a:p>
        </p:txBody>
      </p:sp>
      <p:sp>
        <p:nvSpPr>
          <p:cNvPr id="3" name="text-565">
            <a:extLst xmlns:a="http://schemas.openxmlformats.org/drawingml/2006/main">
              <a:ext uri="{FF2B5EF4-FFF2-40B4-BE49-F238E27FC236}">
                <a16:creationId xmlns:a16="http://schemas.microsoft.com/office/drawing/2014/main" id="{7D0CC87C-13EC-478D-AACC-B85A002A9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57300"/>
            <a:ext cx="10515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School sports often raise questions about ability and participation in class games.</a:t>
            </a:r>
          </a:p>
        </p:txBody>
      </p:sp>
      <p:sp>
        <p:nvSpPr>
          <p:cNvPr id="4" name="text-566">
            <a:extLst xmlns:a="http://schemas.openxmlformats.org/drawingml/2006/main">
              <a:ext uri="{FF2B5EF4-FFF2-40B4-BE49-F238E27FC236}">
                <a16:creationId xmlns:a16="http://schemas.microsoft.com/office/drawing/2014/main" id="{FAADE693-27EE-4EFC-8EB9-B0B77B017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3407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שלב 1/10 · 12 מילים</a:t>
            </a:r>
          </a:p>
        </p:txBody>
      </p:sp>
      <p:sp>
        <p:nvSpPr>
          <p:cNvPr id="5" name="text-567">
            <a:extLst xmlns:a="http://schemas.openxmlformats.org/drawingml/2006/main">
              <a:ext uri="{FF2B5EF4-FFF2-40B4-BE49-F238E27FC236}">
                <a16:creationId xmlns:a16="http://schemas.microsoft.com/office/drawing/2014/main" id="{94A0A742-9DE8-4D1A-8A36-323886351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73 / 108</a:t>
            </a:r>
          </a:p>
        </p:txBody>
      </p:sp>
    </p:spTree>
    <p:extLst>
      <p:ext uri="{BB962C8B-B14F-4D97-AF65-F5344CB8AC3E}">
        <p14:creationId xmlns:p14="http://schemas.microsoft.com/office/powerpoint/2010/main" val="1145740068"/>
      </p:ext>
    </p:extLst>
  </p:cSld>
</p:sld>
</file>

<file path=ppt/slides/slide7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568">
            <a:extLst xmlns:a="http://schemas.openxmlformats.org/drawingml/2006/main">
              <a:ext uri="{FF2B5EF4-FFF2-40B4-BE49-F238E27FC236}">
                <a16:creationId xmlns:a16="http://schemas.microsoft.com/office/drawing/2014/main" id="{26FFD36B-6C4F-4A71-ABF2-E40F3BCD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d0fcfae4922145d1"/>
              </a:rPr>
              <a:t>⌂</a:t>
            </a:r>
          </a:p>
        </p:txBody>
      </p:sp>
      <p:sp>
        <p:nvSpPr>
          <p:cNvPr id="2" name="title-569">
            <a:extLst xmlns:a="http://schemas.openxmlformats.org/drawingml/2006/main">
              <a:ext uri="{FF2B5EF4-FFF2-40B4-BE49-F238E27FC236}">
                <a16:creationId xmlns:a16="http://schemas.microsoft.com/office/drawing/2014/main" id="{61ED76F1-BEF4-4F90-8379-11C8BBED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החיבור עד עכשיו</a:t>
            </a:r>
          </a:p>
        </p:txBody>
      </p:sp>
      <p:sp>
        <p:nvSpPr>
          <p:cNvPr id="3" name="text-570">
            <a:extLst xmlns:a="http://schemas.openxmlformats.org/drawingml/2006/main">
              <a:ext uri="{FF2B5EF4-FFF2-40B4-BE49-F238E27FC236}">
                <a16:creationId xmlns:a16="http://schemas.microsoft.com/office/drawing/2014/main" id="{5C27255B-4CC8-4763-B45A-0980E2BF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57300"/>
            <a:ext cx="10515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School sports often raise questions about ability and participation in class games. I claim that every student should have a chance to participate, regardless of ability.</a:t>
            </a:r>
          </a:p>
        </p:txBody>
      </p:sp>
      <p:sp>
        <p:nvSpPr>
          <p:cNvPr id="4" name="text-571">
            <a:extLst xmlns:a="http://schemas.openxmlformats.org/drawingml/2006/main">
              <a:ext uri="{FF2B5EF4-FFF2-40B4-BE49-F238E27FC236}">
                <a16:creationId xmlns:a16="http://schemas.microsoft.com/office/drawing/2014/main" id="{FB9DFF94-E344-48A4-8644-5D133F568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3407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שלב 2/10 · 26 מילים</a:t>
            </a:r>
          </a:p>
        </p:txBody>
      </p:sp>
      <p:sp>
        <p:nvSpPr>
          <p:cNvPr id="5" name="text-572">
            <a:extLst xmlns:a="http://schemas.openxmlformats.org/drawingml/2006/main">
              <a:ext uri="{FF2B5EF4-FFF2-40B4-BE49-F238E27FC236}">
                <a16:creationId xmlns:a16="http://schemas.microsoft.com/office/drawing/2014/main" id="{FAB4A4AD-BB33-4BC2-BB1E-A451E8A5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74 / 108</a:t>
            </a:r>
          </a:p>
        </p:txBody>
      </p:sp>
    </p:spTree>
    <p:extLst>
      <p:ext uri="{BB962C8B-B14F-4D97-AF65-F5344CB8AC3E}">
        <p14:creationId xmlns:p14="http://schemas.microsoft.com/office/powerpoint/2010/main" val="175798636"/>
      </p:ext>
    </p:extLst>
  </p:cSld>
</p:sld>
</file>

<file path=ppt/slides/slide7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573">
            <a:extLst xmlns:a="http://schemas.openxmlformats.org/drawingml/2006/main">
              <a:ext uri="{FF2B5EF4-FFF2-40B4-BE49-F238E27FC236}">
                <a16:creationId xmlns:a16="http://schemas.microsoft.com/office/drawing/2014/main" id="{F4A8E270-BCB0-4519-B46A-FAE973CF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287a03db5b034e46"/>
              </a:rPr>
              <a:t>⌂</a:t>
            </a:r>
          </a:p>
        </p:txBody>
      </p:sp>
      <p:sp>
        <p:nvSpPr>
          <p:cNvPr id="2" name="title-574">
            <a:extLst xmlns:a="http://schemas.openxmlformats.org/drawingml/2006/main">
              <a:ext uri="{FF2B5EF4-FFF2-40B4-BE49-F238E27FC236}">
                <a16:creationId xmlns:a16="http://schemas.microsoft.com/office/drawing/2014/main" id="{7DD6A5CB-C284-45DC-8808-87DD6BD0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החיבור עד עכשיו</a:t>
            </a:r>
          </a:p>
        </p:txBody>
      </p:sp>
      <p:sp>
        <p:nvSpPr>
          <p:cNvPr id="3" name="text-575">
            <a:extLst xmlns:a="http://schemas.openxmlformats.org/drawingml/2006/main">
              <a:ext uri="{FF2B5EF4-FFF2-40B4-BE49-F238E27FC236}">
                <a16:creationId xmlns:a16="http://schemas.microsoft.com/office/drawing/2014/main" id="{64B6791E-7B87-4E59-AEF9-44887183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57300"/>
            <a:ext cx="10515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School sports often raise questions about ability and participation in class games. I claim that every student should have a chance to participate, regardless of ability.</a:t>
            </a:r>
          </a:p>
        </p:txBody>
      </p:sp>
      <p:sp>
        <p:nvSpPr>
          <p:cNvPr id="4" name="text-576">
            <a:extLst xmlns:a="http://schemas.openxmlformats.org/drawingml/2006/main">
              <a:ext uri="{FF2B5EF4-FFF2-40B4-BE49-F238E27FC236}">
                <a16:creationId xmlns:a16="http://schemas.microsoft.com/office/drawing/2014/main" id="{0EA7EF6A-3FD6-4FF5-8B72-5E4241609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43125"/>
            <a:ext cx="105156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On the one hand, including beginners may reduce a team’s chances of winning competitive matches.</a:t>
            </a:r>
          </a:p>
        </p:txBody>
      </p:sp>
      <p:sp>
        <p:nvSpPr>
          <p:cNvPr id="5" name="text-577">
            <a:extLst xmlns:a="http://schemas.openxmlformats.org/drawingml/2006/main">
              <a:ext uri="{FF2B5EF4-FFF2-40B4-BE49-F238E27FC236}">
                <a16:creationId xmlns:a16="http://schemas.microsoft.com/office/drawing/2014/main" id="{EAEF0373-0B69-4AB7-B0D4-6284711F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3407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שלב 3/10 · 41 מילים</a:t>
            </a:r>
          </a:p>
        </p:txBody>
      </p:sp>
      <p:sp>
        <p:nvSpPr>
          <p:cNvPr id="6" name="text-578">
            <a:extLst xmlns:a="http://schemas.openxmlformats.org/drawingml/2006/main">
              <a:ext uri="{FF2B5EF4-FFF2-40B4-BE49-F238E27FC236}">
                <a16:creationId xmlns:a16="http://schemas.microsoft.com/office/drawing/2014/main" id="{F177C240-AB1D-4CF6-AE5D-84FB5BA4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75 / 108</a:t>
            </a:r>
          </a:p>
        </p:txBody>
      </p:sp>
    </p:spTree>
    <p:extLst>
      <p:ext uri="{BB962C8B-B14F-4D97-AF65-F5344CB8AC3E}">
        <p14:creationId xmlns:p14="http://schemas.microsoft.com/office/powerpoint/2010/main" val="713272009"/>
      </p:ext>
    </p:extLst>
  </p:cSld>
</p:sld>
</file>

<file path=ppt/slides/slide7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579">
            <a:extLst xmlns:a="http://schemas.openxmlformats.org/drawingml/2006/main">
              <a:ext uri="{FF2B5EF4-FFF2-40B4-BE49-F238E27FC236}">
                <a16:creationId xmlns:a16="http://schemas.microsoft.com/office/drawing/2014/main" id="{FCA786DD-60ED-4386-B3DE-BD6F3EA1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f4e23d619ed841ff"/>
              </a:rPr>
              <a:t>⌂</a:t>
            </a:r>
          </a:p>
        </p:txBody>
      </p:sp>
      <p:sp>
        <p:nvSpPr>
          <p:cNvPr id="2" name="title-580">
            <a:extLst xmlns:a="http://schemas.openxmlformats.org/drawingml/2006/main">
              <a:ext uri="{FF2B5EF4-FFF2-40B4-BE49-F238E27FC236}">
                <a16:creationId xmlns:a16="http://schemas.microsoft.com/office/drawing/2014/main" id="{DC0611D9-FF06-442A-9E1E-AC520388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החיבור עד עכשיו</a:t>
            </a:r>
          </a:p>
        </p:txBody>
      </p:sp>
      <p:sp>
        <p:nvSpPr>
          <p:cNvPr id="3" name="text-581">
            <a:extLst xmlns:a="http://schemas.openxmlformats.org/drawingml/2006/main">
              <a:ext uri="{FF2B5EF4-FFF2-40B4-BE49-F238E27FC236}">
                <a16:creationId xmlns:a16="http://schemas.microsoft.com/office/drawing/2014/main" id="{31FC81A6-721B-4A07-A807-1AB159BAE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57300"/>
            <a:ext cx="10515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School sports often raise questions about ability and participation in class games. I claim that every student should have a chance to participate, regardless of ability.</a:t>
            </a:r>
          </a:p>
        </p:txBody>
      </p:sp>
      <p:sp>
        <p:nvSpPr>
          <p:cNvPr id="4" name="text-582">
            <a:extLst xmlns:a="http://schemas.openxmlformats.org/drawingml/2006/main">
              <a:ext uri="{FF2B5EF4-FFF2-40B4-BE49-F238E27FC236}">
                <a16:creationId xmlns:a16="http://schemas.microsoft.com/office/drawing/2014/main" id="{6C604772-F946-4707-A40C-8F62C7DE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43125"/>
            <a:ext cx="105156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On the one hand, including beginners may reduce a team’s chances of winning competitive matches. If teams include inexperienced players, they will sometimes lose matches because of simple mistakes.</a:t>
            </a:r>
          </a:p>
        </p:txBody>
      </p:sp>
      <p:sp>
        <p:nvSpPr>
          <p:cNvPr id="5" name="text-583">
            <a:extLst xmlns:a="http://schemas.openxmlformats.org/drawingml/2006/main">
              <a:ext uri="{FF2B5EF4-FFF2-40B4-BE49-F238E27FC236}">
                <a16:creationId xmlns:a16="http://schemas.microsoft.com/office/drawing/2014/main" id="{8A202215-4EAE-4163-85ED-B5DFF91F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3407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שלב 4/10 · 55 מילים</a:t>
            </a:r>
          </a:p>
        </p:txBody>
      </p:sp>
      <p:sp>
        <p:nvSpPr>
          <p:cNvPr id="6" name="text-584">
            <a:extLst xmlns:a="http://schemas.openxmlformats.org/drawingml/2006/main">
              <a:ext uri="{FF2B5EF4-FFF2-40B4-BE49-F238E27FC236}">
                <a16:creationId xmlns:a16="http://schemas.microsoft.com/office/drawing/2014/main" id="{D3F0611A-2DB5-4CC8-B687-CBA4C950A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76 / 108</a:t>
            </a:r>
          </a:p>
        </p:txBody>
      </p:sp>
    </p:spTree>
    <p:extLst>
      <p:ext uri="{BB962C8B-B14F-4D97-AF65-F5344CB8AC3E}">
        <p14:creationId xmlns:p14="http://schemas.microsoft.com/office/powerpoint/2010/main" val="1056418107"/>
      </p:ext>
    </p:extLst>
  </p:cSld>
</p:sld>
</file>

<file path=ppt/slides/slide7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585">
            <a:extLst xmlns:a="http://schemas.openxmlformats.org/drawingml/2006/main">
              <a:ext uri="{FF2B5EF4-FFF2-40B4-BE49-F238E27FC236}">
                <a16:creationId xmlns:a16="http://schemas.microsoft.com/office/drawing/2014/main" id="{CF1E2DBC-EC7D-4954-BDDC-E275C6DCC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afc4751eafeb4c71"/>
              </a:rPr>
              <a:t>⌂</a:t>
            </a:r>
          </a:p>
        </p:txBody>
      </p:sp>
      <p:sp>
        <p:nvSpPr>
          <p:cNvPr id="2" name="title-586">
            <a:extLst xmlns:a="http://schemas.openxmlformats.org/drawingml/2006/main">
              <a:ext uri="{FF2B5EF4-FFF2-40B4-BE49-F238E27FC236}">
                <a16:creationId xmlns:a16="http://schemas.microsoft.com/office/drawing/2014/main" id="{75E4487F-3201-43D5-B83A-90F37BECD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החיבור עד עכשיו</a:t>
            </a:r>
          </a:p>
        </p:txBody>
      </p:sp>
      <p:sp>
        <p:nvSpPr>
          <p:cNvPr id="3" name="text-587">
            <a:extLst xmlns:a="http://schemas.openxmlformats.org/drawingml/2006/main">
              <a:ext uri="{FF2B5EF4-FFF2-40B4-BE49-F238E27FC236}">
                <a16:creationId xmlns:a16="http://schemas.microsoft.com/office/drawing/2014/main" id="{B1FDF6F8-B19E-4016-AC30-83EDF549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57300"/>
            <a:ext cx="10515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School sports often raise questions about ability and participation in class games. I claim that every student should have a chance to participate, regardless of ability.</a:t>
            </a:r>
          </a:p>
        </p:txBody>
      </p:sp>
      <p:sp>
        <p:nvSpPr>
          <p:cNvPr id="4" name="text-588">
            <a:extLst xmlns:a="http://schemas.openxmlformats.org/drawingml/2006/main">
              <a:ext uri="{FF2B5EF4-FFF2-40B4-BE49-F238E27FC236}">
                <a16:creationId xmlns:a16="http://schemas.microsoft.com/office/drawing/2014/main" id="{AB3F49F2-8D3F-4446-A0D3-E5CF02DC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43125"/>
            <a:ext cx="105156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On the one hand, including beginners may reduce a team’s chances of winning competitive matches. If teams include inexperienced players, they will sometimes lose matches because of simple mistakes.</a:t>
            </a:r>
          </a:p>
        </p:txBody>
      </p:sp>
      <p:sp>
        <p:nvSpPr>
          <p:cNvPr id="5" name="text-589">
            <a:extLst xmlns:a="http://schemas.openxmlformats.org/drawingml/2006/main">
              <a:ext uri="{FF2B5EF4-FFF2-40B4-BE49-F238E27FC236}">
                <a16:creationId xmlns:a16="http://schemas.microsoft.com/office/drawing/2014/main" id="{2C635499-AD5A-41BD-98BC-8D3E3331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76625"/>
            <a:ext cx="105156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On the other hand, playing together can improve confidence and develop useful social skills.</a:t>
            </a:r>
          </a:p>
        </p:txBody>
      </p:sp>
      <p:sp>
        <p:nvSpPr>
          <p:cNvPr id="6" name="text-590">
            <a:extLst xmlns:a="http://schemas.openxmlformats.org/drawingml/2006/main">
              <a:ext uri="{FF2B5EF4-FFF2-40B4-BE49-F238E27FC236}">
                <a16:creationId xmlns:a16="http://schemas.microsoft.com/office/drawing/2014/main" id="{13CA7D24-47A3-493C-8261-29376A6A6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3407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שלב 5/10 · 69 מילים</a:t>
            </a:r>
          </a:p>
        </p:txBody>
      </p:sp>
      <p:sp>
        <p:nvSpPr>
          <p:cNvPr id="7" name="text-591">
            <a:extLst xmlns:a="http://schemas.openxmlformats.org/drawingml/2006/main">
              <a:ext uri="{FF2B5EF4-FFF2-40B4-BE49-F238E27FC236}">
                <a16:creationId xmlns:a16="http://schemas.microsoft.com/office/drawing/2014/main" id="{94A8B01E-D374-49A8-81D6-D80404BA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77 / 108</a:t>
            </a:r>
          </a:p>
        </p:txBody>
      </p:sp>
    </p:spTree>
    <p:extLst>
      <p:ext uri="{BB962C8B-B14F-4D97-AF65-F5344CB8AC3E}">
        <p14:creationId xmlns:p14="http://schemas.microsoft.com/office/powerpoint/2010/main" val="1169918371"/>
      </p:ext>
    </p:extLst>
  </p:cSld>
</p:sld>
</file>

<file path=ppt/slides/slide7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592">
            <a:extLst xmlns:a="http://schemas.openxmlformats.org/drawingml/2006/main">
              <a:ext uri="{FF2B5EF4-FFF2-40B4-BE49-F238E27FC236}">
                <a16:creationId xmlns:a16="http://schemas.microsoft.com/office/drawing/2014/main" id="{7C1EAB91-4F9F-4358-95B9-98358758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4b3f41b98f134c6a"/>
              </a:rPr>
              <a:t>⌂</a:t>
            </a:r>
          </a:p>
        </p:txBody>
      </p:sp>
      <p:sp>
        <p:nvSpPr>
          <p:cNvPr id="2" name="title-593">
            <a:extLst xmlns:a="http://schemas.openxmlformats.org/drawingml/2006/main">
              <a:ext uri="{FF2B5EF4-FFF2-40B4-BE49-F238E27FC236}">
                <a16:creationId xmlns:a16="http://schemas.microsoft.com/office/drawing/2014/main" id="{4C910E88-9F6C-436D-AB96-57524E25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החיבור עד עכשיו</a:t>
            </a:r>
          </a:p>
        </p:txBody>
      </p:sp>
      <p:sp>
        <p:nvSpPr>
          <p:cNvPr id="3" name="text-594">
            <a:extLst xmlns:a="http://schemas.openxmlformats.org/drawingml/2006/main">
              <a:ext uri="{FF2B5EF4-FFF2-40B4-BE49-F238E27FC236}">
                <a16:creationId xmlns:a16="http://schemas.microsoft.com/office/drawing/2014/main" id="{68EAC277-1ADF-483C-B53A-74814FC6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57300"/>
            <a:ext cx="10515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School sports often raise questions about ability and participation in class games. I claim that every student should have a chance to participate, regardless of ability.</a:t>
            </a:r>
          </a:p>
        </p:txBody>
      </p:sp>
      <p:sp>
        <p:nvSpPr>
          <p:cNvPr id="4" name="text-595">
            <a:extLst xmlns:a="http://schemas.openxmlformats.org/drawingml/2006/main">
              <a:ext uri="{FF2B5EF4-FFF2-40B4-BE49-F238E27FC236}">
                <a16:creationId xmlns:a16="http://schemas.microsoft.com/office/drawing/2014/main" id="{93D9533B-E1FB-4492-8DA9-5ECC7DA0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43125"/>
            <a:ext cx="105156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On the one hand, including beginners may reduce a team’s chances of winning competitive matches. If teams include inexperienced players, they will sometimes lose matches because of simple mistakes.</a:t>
            </a:r>
          </a:p>
        </p:txBody>
      </p:sp>
      <p:sp>
        <p:nvSpPr>
          <p:cNvPr id="5" name="text-596">
            <a:extLst xmlns:a="http://schemas.openxmlformats.org/drawingml/2006/main">
              <a:ext uri="{FF2B5EF4-FFF2-40B4-BE49-F238E27FC236}">
                <a16:creationId xmlns:a16="http://schemas.microsoft.com/office/drawing/2014/main" id="{DC8CAD49-F3C4-43E5-A820-8D56D57B0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76625"/>
            <a:ext cx="105156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On the other hand, playing together can improve confidence and develop useful social skills. Some students have felt excluded, so joining a team can be especially beneficial.</a:t>
            </a:r>
          </a:p>
        </p:txBody>
      </p:sp>
      <p:sp>
        <p:nvSpPr>
          <p:cNvPr id="6" name="text-597">
            <a:extLst xmlns:a="http://schemas.openxmlformats.org/drawingml/2006/main">
              <a:ext uri="{FF2B5EF4-FFF2-40B4-BE49-F238E27FC236}">
                <a16:creationId xmlns:a16="http://schemas.microsoft.com/office/drawing/2014/main" id="{662DA599-193D-474A-B0F3-60615D656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3407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שלב 6/10 · 82 מילים</a:t>
            </a:r>
          </a:p>
        </p:txBody>
      </p:sp>
      <p:sp>
        <p:nvSpPr>
          <p:cNvPr id="7" name="text-598">
            <a:extLst xmlns:a="http://schemas.openxmlformats.org/drawingml/2006/main">
              <a:ext uri="{FF2B5EF4-FFF2-40B4-BE49-F238E27FC236}">
                <a16:creationId xmlns:a16="http://schemas.microsoft.com/office/drawing/2014/main" id="{1742070B-748E-437E-88A8-B4FA5E44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78 / 108</a:t>
            </a:r>
          </a:p>
        </p:txBody>
      </p:sp>
    </p:spTree>
    <p:extLst>
      <p:ext uri="{BB962C8B-B14F-4D97-AF65-F5344CB8AC3E}">
        <p14:creationId xmlns:p14="http://schemas.microsoft.com/office/powerpoint/2010/main" val="796159144"/>
      </p:ext>
    </p:extLst>
  </p:cSld>
</p:sld>
</file>

<file path=ppt/slides/slide7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599">
            <a:extLst xmlns:a="http://schemas.openxmlformats.org/drawingml/2006/main">
              <a:ext uri="{FF2B5EF4-FFF2-40B4-BE49-F238E27FC236}">
                <a16:creationId xmlns:a16="http://schemas.microsoft.com/office/drawing/2014/main" id="{AAFA49CD-0442-429A-9DE6-CD5CD440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ead29986665345eb"/>
              </a:rPr>
              <a:t>⌂</a:t>
            </a:r>
          </a:p>
        </p:txBody>
      </p:sp>
      <p:sp>
        <p:nvSpPr>
          <p:cNvPr id="2" name="title-600">
            <a:extLst xmlns:a="http://schemas.openxmlformats.org/drawingml/2006/main">
              <a:ext uri="{FF2B5EF4-FFF2-40B4-BE49-F238E27FC236}">
                <a16:creationId xmlns:a16="http://schemas.microsoft.com/office/drawing/2014/main" id="{7E509885-5B18-45E5-8700-39B9E9FB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החיבור עד עכשיו</a:t>
            </a:r>
          </a:p>
        </p:txBody>
      </p:sp>
      <p:sp>
        <p:nvSpPr>
          <p:cNvPr id="3" name="text-601">
            <a:extLst xmlns:a="http://schemas.openxmlformats.org/drawingml/2006/main">
              <a:ext uri="{FF2B5EF4-FFF2-40B4-BE49-F238E27FC236}">
                <a16:creationId xmlns:a16="http://schemas.microsoft.com/office/drawing/2014/main" id="{58E59CC1-05FE-41AD-AD49-584231F71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57300"/>
            <a:ext cx="10515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School sports often raise questions about ability and participation in class games. I claim that every student should have a chance to participate, regardless of ability.</a:t>
            </a:r>
          </a:p>
        </p:txBody>
      </p:sp>
      <p:sp>
        <p:nvSpPr>
          <p:cNvPr id="4" name="text-602">
            <a:extLst xmlns:a="http://schemas.openxmlformats.org/drawingml/2006/main">
              <a:ext uri="{FF2B5EF4-FFF2-40B4-BE49-F238E27FC236}">
                <a16:creationId xmlns:a16="http://schemas.microsoft.com/office/drawing/2014/main" id="{D3130E7B-5B7F-411D-AE61-CA565E34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43125"/>
            <a:ext cx="105156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On the one hand, including beginners may reduce a team’s chances of winning competitive matches. If teams include inexperienced players, they will sometimes lose matches because of simple mistakes.</a:t>
            </a:r>
          </a:p>
        </p:txBody>
      </p:sp>
      <p:sp>
        <p:nvSpPr>
          <p:cNvPr id="5" name="text-603">
            <a:extLst xmlns:a="http://schemas.openxmlformats.org/drawingml/2006/main">
              <a:ext uri="{FF2B5EF4-FFF2-40B4-BE49-F238E27FC236}">
                <a16:creationId xmlns:a16="http://schemas.microsoft.com/office/drawing/2014/main" id="{115C8A4D-A88C-453F-9D25-0EEE5A2E7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76625"/>
            <a:ext cx="105156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On the other hand, playing together can improve confidence and develop useful social skills. Some students have felt excluded, so joining a team can be especially beneficial.</a:t>
            </a:r>
          </a:p>
        </p:txBody>
      </p:sp>
      <p:sp>
        <p:nvSpPr>
          <p:cNvPr id="6" name="text-604">
            <a:extLst xmlns:a="http://schemas.openxmlformats.org/drawingml/2006/main">
              <a:ext uri="{FF2B5EF4-FFF2-40B4-BE49-F238E27FC236}">
                <a16:creationId xmlns:a16="http://schemas.microsoft.com/office/drawing/2014/main" id="{38997BA9-CCC5-4EC1-A94E-D30D5EA2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10125"/>
            <a:ext cx="10515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In conclusion, participation has significant educational value despite the challenges it creates.</a:t>
            </a:r>
          </a:p>
        </p:txBody>
      </p:sp>
      <p:sp>
        <p:nvSpPr>
          <p:cNvPr id="7" name="text-605">
            <a:extLst xmlns:a="http://schemas.openxmlformats.org/drawingml/2006/main">
              <a:ext uri="{FF2B5EF4-FFF2-40B4-BE49-F238E27FC236}">
                <a16:creationId xmlns:a16="http://schemas.microsoft.com/office/drawing/2014/main" id="{86039EE1-C0DE-42F4-BABA-B8CA211AB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3407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שלב 7/10 · 94 מילים</a:t>
            </a:r>
          </a:p>
        </p:txBody>
      </p:sp>
      <p:sp>
        <p:nvSpPr>
          <p:cNvPr id="8" name="text-606">
            <a:extLst xmlns:a="http://schemas.openxmlformats.org/drawingml/2006/main">
              <a:ext uri="{FF2B5EF4-FFF2-40B4-BE49-F238E27FC236}">
                <a16:creationId xmlns:a16="http://schemas.microsoft.com/office/drawing/2014/main" id="{3CCBE1B7-31FE-449D-B523-599717F4C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79 / 108</a:t>
            </a:r>
          </a:p>
        </p:txBody>
      </p:sp>
    </p:spTree>
    <p:extLst>
      <p:ext uri="{BB962C8B-B14F-4D97-AF65-F5344CB8AC3E}">
        <p14:creationId xmlns:p14="http://schemas.microsoft.com/office/powerpoint/2010/main" val="421230055"/>
      </p:ext>
    </p:extLst>
  </p:cSld>
</p:sld>
</file>

<file path=ppt/slides/slide8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607">
            <a:extLst xmlns:a="http://schemas.openxmlformats.org/drawingml/2006/main">
              <a:ext uri="{FF2B5EF4-FFF2-40B4-BE49-F238E27FC236}">
                <a16:creationId xmlns:a16="http://schemas.microsoft.com/office/drawing/2014/main" id="{CF6BD167-8236-4C75-BE1B-43968E85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f18a0bf622de4961"/>
              </a:rPr>
              <a:t>⌂</a:t>
            </a:r>
          </a:p>
        </p:txBody>
      </p:sp>
      <p:sp>
        <p:nvSpPr>
          <p:cNvPr id="2" name="title-608">
            <a:extLst xmlns:a="http://schemas.openxmlformats.org/drawingml/2006/main">
              <a:ext uri="{FF2B5EF4-FFF2-40B4-BE49-F238E27FC236}">
                <a16:creationId xmlns:a16="http://schemas.microsoft.com/office/drawing/2014/main" id="{E4F928C6-60CD-41AF-A6DF-8B6B5D88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החיבור עד עכשיו</a:t>
            </a:r>
          </a:p>
        </p:txBody>
      </p:sp>
      <p:sp>
        <p:nvSpPr>
          <p:cNvPr id="3" name="text-609">
            <a:extLst xmlns:a="http://schemas.openxmlformats.org/drawingml/2006/main">
              <a:ext uri="{FF2B5EF4-FFF2-40B4-BE49-F238E27FC236}">
                <a16:creationId xmlns:a16="http://schemas.microsoft.com/office/drawing/2014/main" id="{189CE62F-6467-41BE-85F5-33D75E2D2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57300"/>
            <a:ext cx="10515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School sports often raise questions about ability and participation in class games. I claim that every student should have a chance to participate, regardless of ability.</a:t>
            </a:r>
          </a:p>
        </p:txBody>
      </p:sp>
      <p:sp>
        <p:nvSpPr>
          <p:cNvPr id="4" name="text-610">
            <a:extLst xmlns:a="http://schemas.openxmlformats.org/drawingml/2006/main">
              <a:ext uri="{FF2B5EF4-FFF2-40B4-BE49-F238E27FC236}">
                <a16:creationId xmlns:a16="http://schemas.microsoft.com/office/drawing/2014/main" id="{E027007D-4F62-409C-8A00-0BA4BD520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43125"/>
            <a:ext cx="105156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On the one hand, including beginners may reduce a team’s chances of winning competitive matches. If teams include inexperienced players, they will sometimes lose matches because of simple mistakes.</a:t>
            </a:r>
          </a:p>
        </p:txBody>
      </p:sp>
      <p:sp>
        <p:nvSpPr>
          <p:cNvPr id="5" name="text-611">
            <a:extLst xmlns:a="http://schemas.openxmlformats.org/drawingml/2006/main">
              <a:ext uri="{FF2B5EF4-FFF2-40B4-BE49-F238E27FC236}">
                <a16:creationId xmlns:a16="http://schemas.microsoft.com/office/drawing/2014/main" id="{7CB06F5C-F02E-4E04-9816-CA76C44D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76625"/>
            <a:ext cx="105156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On the other hand, playing together can improve confidence and develop useful social skills. Some students have felt excluded, so joining a team can be especially beneficial.</a:t>
            </a:r>
          </a:p>
        </p:txBody>
      </p:sp>
      <p:sp>
        <p:nvSpPr>
          <p:cNvPr id="6" name="text-612">
            <a:extLst xmlns:a="http://schemas.openxmlformats.org/drawingml/2006/main">
              <a:ext uri="{FF2B5EF4-FFF2-40B4-BE49-F238E27FC236}">
                <a16:creationId xmlns:a16="http://schemas.microsoft.com/office/drawing/2014/main" id="{76E4CD1C-2DE6-4D98-8358-33413B47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10125"/>
            <a:ext cx="10515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In conclusion, participation has significant educational value despite the challenges it creates. Therefore, class games should be organized fairly to give everyone a meaningful role.</a:t>
            </a:r>
          </a:p>
        </p:txBody>
      </p:sp>
      <p:sp>
        <p:nvSpPr>
          <p:cNvPr id="7" name="text-613">
            <a:extLst xmlns:a="http://schemas.openxmlformats.org/drawingml/2006/main">
              <a:ext uri="{FF2B5EF4-FFF2-40B4-BE49-F238E27FC236}">
                <a16:creationId xmlns:a16="http://schemas.microsoft.com/office/drawing/2014/main" id="{FD04EB6F-4E41-48F3-AEBD-AA26E4F49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3407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שלב 8/10 · 107 מילים · דרושה הרחבה</a:t>
            </a:r>
          </a:p>
        </p:txBody>
      </p:sp>
      <p:sp>
        <p:nvSpPr>
          <p:cNvPr id="8" name="text-614">
            <a:extLst xmlns:a="http://schemas.openxmlformats.org/drawingml/2006/main">
              <a:ext uri="{FF2B5EF4-FFF2-40B4-BE49-F238E27FC236}">
                <a16:creationId xmlns:a16="http://schemas.microsoft.com/office/drawing/2014/main" id="{B5B10CCD-B29F-4507-8942-AF278E20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80 / 108</a:t>
            </a:r>
          </a:p>
        </p:txBody>
      </p:sp>
    </p:spTree>
    <p:extLst>
      <p:ext uri="{BB962C8B-B14F-4D97-AF65-F5344CB8AC3E}">
        <p14:creationId xmlns:p14="http://schemas.microsoft.com/office/powerpoint/2010/main" val="1477987951"/>
      </p:ext>
    </p:extLst>
  </p:cSld>
</p:sld>
</file>

<file path=ppt/slides/slide8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615">
            <a:extLst xmlns:a="http://schemas.openxmlformats.org/drawingml/2006/main">
              <a:ext uri="{FF2B5EF4-FFF2-40B4-BE49-F238E27FC236}">
                <a16:creationId xmlns:a16="http://schemas.microsoft.com/office/drawing/2014/main" id="{D8F182DB-BF45-4F0E-8DBC-B871EE93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bf238a52ed244312"/>
              </a:rPr>
              <a:t>⌂</a:t>
            </a:r>
          </a:p>
        </p:txBody>
      </p:sp>
      <p:sp>
        <p:nvSpPr>
          <p:cNvPr id="2" name="title-616">
            <a:extLst xmlns:a="http://schemas.openxmlformats.org/drawingml/2006/main">
              <a:ext uri="{FF2B5EF4-FFF2-40B4-BE49-F238E27FC236}">
                <a16:creationId xmlns:a16="http://schemas.microsoft.com/office/drawing/2014/main" id="{95A3D8E5-F141-4535-A32A-3FC97B86A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החיבור עד עכשיו</a:t>
            </a:r>
          </a:p>
        </p:txBody>
      </p:sp>
      <p:sp>
        <p:nvSpPr>
          <p:cNvPr id="3" name="text-617">
            <a:extLst xmlns:a="http://schemas.openxmlformats.org/drawingml/2006/main">
              <a:ext uri="{FF2B5EF4-FFF2-40B4-BE49-F238E27FC236}">
                <a16:creationId xmlns:a16="http://schemas.microsoft.com/office/drawing/2014/main" id="{1471386A-6BF2-42B5-A2B3-C5C878A7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57300"/>
            <a:ext cx="10515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School sports often raise questions about ability and participation in class games. I claim that every student should have a chance to participate, regardless of ability.</a:t>
            </a:r>
          </a:p>
        </p:txBody>
      </p:sp>
      <p:sp>
        <p:nvSpPr>
          <p:cNvPr id="4" name="text-618">
            <a:extLst xmlns:a="http://schemas.openxmlformats.org/drawingml/2006/main">
              <a:ext uri="{FF2B5EF4-FFF2-40B4-BE49-F238E27FC236}">
                <a16:creationId xmlns:a16="http://schemas.microsoft.com/office/drawing/2014/main" id="{C75C83DC-A321-4147-9184-D92D2AD43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43125"/>
            <a:ext cx="105156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On the one hand, including beginners may reduce a team’s chances of winning competitive matches. If teams include inexperienced players, they will sometimes lose matches because of simple mistakes. For example, repeated mistakes can frustrate teammates who hope to win.</a:t>
            </a:r>
          </a:p>
        </p:txBody>
      </p:sp>
      <p:sp>
        <p:nvSpPr>
          <p:cNvPr id="5" name="text-619">
            <a:extLst xmlns:a="http://schemas.openxmlformats.org/drawingml/2006/main">
              <a:ext uri="{FF2B5EF4-FFF2-40B4-BE49-F238E27FC236}">
                <a16:creationId xmlns:a16="http://schemas.microsoft.com/office/drawing/2014/main" id="{6598073A-8050-4A4F-A732-B600D7C6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76625"/>
            <a:ext cx="105156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On the other hand, playing together can improve confidence and develop useful social skills. Some students have felt excluded, so joining a team can be especially beneficial.</a:t>
            </a:r>
          </a:p>
        </p:txBody>
      </p:sp>
      <p:sp>
        <p:nvSpPr>
          <p:cNvPr id="6" name="text-620">
            <a:extLst xmlns:a="http://schemas.openxmlformats.org/drawingml/2006/main">
              <a:ext uri="{FF2B5EF4-FFF2-40B4-BE49-F238E27FC236}">
                <a16:creationId xmlns:a16="http://schemas.microsoft.com/office/drawing/2014/main" id="{F9BD0093-DA1C-41E4-9685-23651A05D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10125"/>
            <a:ext cx="10515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In conclusion, participation has significant educational value despite the challenges it creates. Therefore, class games should be organized fairly to give everyone a meaningful role.</a:t>
            </a:r>
          </a:p>
        </p:txBody>
      </p:sp>
      <p:sp>
        <p:nvSpPr>
          <p:cNvPr id="7" name="text-621">
            <a:extLst xmlns:a="http://schemas.openxmlformats.org/drawingml/2006/main">
              <a:ext uri="{FF2B5EF4-FFF2-40B4-BE49-F238E27FC236}">
                <a16:creationId xmlns:a16="http://schemas.microsoft.com/office/drawing/2014/main" id="{DF12BE17-CABC-489B-BA4F-6FB34B59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3407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שלב 9/10 · 118 מילים · דרושה הרחבה</a:t>
            </a:r>
          </a:p>
        </p:txBody>
      </p:sp>
      <p:sp>
        <p:nvSpPr>
          <p:cNvPr id="8" name="text-622">
            <a:extLst xmlns:a="http://schemas.openxmlformats.org/drawingml/2006/main">
              <a:ext uri="{FF2B5EF4-FFF2-40B4-BE49-F238E27FC236}">
                <a16:creationId xmlns:a16="http://schemas.microsoft.com/office/drawing/2014/main" id="{EC932419-FB28-4BAE-AF4B-AACED178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81 / 108</a:t>
            </a:r>
          </a:p>
        </p:txBody>
      </p:sp>
    </p:spTree>
    <p:extLst>
      <p:ext uri="{BB962C8B-B14F-4D97-AF65-F5344CB8AC3E}">
        <p14:creationId xmlns:p14="http://schemas.microsoft.com/office/powerpoint/2010/main" val="463939913"/>
      </p:ext>
    </p:extLst>
  </p:cSld>
</p:sld>
</file>

<file path=ppt/slides/slide8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623">
            <a:extLst xmlns:a="http://schemas.openxmlformats.org/drawingml/2006/main">
              <a:ext uri="{FF2B5EF4-FFF2-40B4-BE49-F238E27FC236}">
                <a16:creationId xmlns:a16="http://schemas.microsoft.com/office/drawing/2014/main" id="{3F0E195C-6FFB-4D7E-8F53-7873AC30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95a42f486ef94235"/>
              </a:rPr>
              <a:t>⌂</a:t>
            </a:r>
          </a:p>
        </p:txBody>
      </p:sp>
      <p:sp>
        <p:nvSpPr>
          <p:cNvPr id="2" name="title-624">
            <a:extLst xmlns:a="http://schemas.openxmlformats.org/drawingml/2006/main">
              <a:ext uri="{FF2B5EF4-FFF2-40B4-BE49-F238E27FC236}">
                <a16:creationId xmlns:a16="http://schemas.microsoft.com/office/drawing/2014/main" id="{12D562A9-B7AC-42D9-9069-489522EBC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החיבור עד עכשיו</a:t>
            </a:r>
          </a:p>
        </p:txBody>
      </p:sp>
      <p:sp>
        <p:nvSpPr>
          <p:cNvPr id="3" name="text-625">
            <a:extLst xmlns:a="http://schemas.openxmlformats.org/drawingml/2006/main">
              <a:ext uri="{FF2B5EF4-FFF2-40B4-BE49-F238E27FC236}">
                <a16:creationId xmlns:a16="http://schemas.microsoft.com/office/drawing/2014/main" id="{76F3F425-7754-4AF2-80B6-447E1663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57300"/>
            <a:ext cx="10515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School sports often raise questions about ability and participation in class games. I claim that every student should have a chance to participate, regardless of ability.</a:t>
            </a:r>
          </a:p>
        </p:txBody>
      </p:sp>
      <p:sp>
        <p:nvSpPr>
          <p:cNvPr id="4" name="text-626">
            <a:extLst xmlns:a="http://schemas.openxmlformats.org/drawingml/2006/main">
              <a:ext uri="{FF2B5EF4-FFF2-40B4-BE49-F238E27FC236}">
                <a16:creationId xmlns:a16="http://schemas.microsoft.com/office/drawing/2014/main" id="{E2F7B541-B6A0-473E-9CD1-350BF146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43125"/>
            <a:ext cx="105156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On the one hand, including beginners may reduce a team’s chances of winning competitive matches. If teams include inexperienced players, they will sometimes lose matches because of simple mistakes. For example, repeated mistakes can frustrate teammates who hope to win.</a:t>
            </a:r>
          </a:p>
        </p:txBody>
      </p:sp>
      <p:sp>
        <p:nvSpPr>
          <p:cNvPr id="5" name="text-627">
            <a:extLst xmlns:a="http://schemas.openxmlformats.org/drawingml/2006/main">
              <a:ext uri="{FF2B5EF4-FFF2-40B4-BE49-F238E27FC236}">
                <a16:creationId xmlns:a16="http://schemas.microsoft.com/office/drawing/2014/main" id="{EB9D1FD9-1B6A-4A0E-AF59-C3DB88DBA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76625"/>
            <a:ext cx="105156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On the other hand, playing together can improve confidence and develop useful social skills. Some students have felt excluded, so joining a team can be especially beneficial. Moreover, sharing responsibility can assist quieter classmates and build friendships.</a:t>
            </a:r>
          </a:p>
        </p:txBody>
      </p:sp>
      <p:sp>
        <p:nvSpPr>
          <p:cNvPr id="6" name="text-628">
            <a:extLst xmlns:a="http://schemas.openxmlformats.org/drawingml/2006/main">
              <a:ext uri="{FF2B5EF4-FFF2-40B4-BE49-F238E27FC236}">
                <a16:creationId xmlns:a16="http://schemas.microsoft.com/office/drawing/2014/main" id="{037B21DC-C452-4439-8B6A-7B690AF7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10125"/>
            <a:ext cx="10515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In conclusion, participation has significant educational value despite the challenges it creates. Therefore, class games should be organized fairly to give everyone a meaningful role.</a:t>
            </a:r>
          </a:p>
        </p:txBody>
      </p:sp>
      <p:sp>
        <p:nvSpPr>
          <p:cNvPr id="7" name="text-629">
            <a:extLst xmlns:a="http://schemas.openxmlformats.org/drawingml/2006/main">
              <a:ext uri="{FF2B5EF4-FFF2-40B4-BE49-F238E27FC236}">
                <a16:creationId xmlns:a16="http://schemas.microsoft.com/office/drawing/2014/main" id="{7BC9C56A-9D61-4BA5-81BB-C2ECF861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3407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שלב 10/10 · 128 מילים</a:t>
            </a:r>
          </a:p>
        </p:txBody>
      </p:sp>
      <p:sp>
        <p:nvSpPr>
          <p:cNvPr id="8" name="text-630">
            <a:extLst xmlns:a="http://schemas.openxmlformats.org/drawingml/2006/main">
              <a:ext uri="{FF2B5EF4-FFF2-40B4-BE49-F238E27FC236}">
                <a16:creationId xmlns:a16="http://schemas.microsoft.com/office/drawing/2014/main" id="{22E622BE-E1BA-475F-9282-0FFE7719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82 / 108</a:t>
            </a:r>
          </a:p>
        </p:txBody>
      </p:sp>
    </p:spTree>
    <p:extLst>
      <p:ext uri="{BB962C8B-B14F-4D97-AF65-F5344CB8AC3E}">
        <p14:creationId xmlns:p14="http://schemas.microsoft.com/office/powerpoint/2010/main" val="1897418596"/>
      </p:ext>
    </p:extLst>
  </p:cSld>
</p:sld>
</file>

<file path=ppt/slides/slide8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631">
            <a:extLst xmlns:a="http://schemas.openxmlformats.org/drawingml/2006/main">
              <a:ext uri="{FF2B5EF4-FFF2-40B4-BE49-F238E27FC236}">
                <a16:creationId xmlns:a16="http://schemas.microsoft.com/office/drawing/2014/main" id="{D27EB57B-05F7-43F3-B1B9-1770F6F3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4982175128eb449d"/>
              </a:rPr>
              <a:t>⌂</a:t>
            </a:r>
          </a:p>
        </p:txBody>
      </p:sp>
      <p:sp>
        <p:nvSpPr>
          <p:cNvPr id="2" name="title-632">
            <a:extLst xmlns:a="http://schemas.openxmlformats.org/drawingml/2006/main">
              <a:ext uri="{FF2B5EF4-FFF2-40B4-BE49-F238E27FC236}">
                <a16:creationId xmlns:a16="http://schemas.microsoft.com/office/drawing/2014/main" id="{114A111C-9F77-4E6A-B3A1-F3D8585B5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החיבור השלם: בעד ונגד</a:t>
            </a:r>
          </a:p>
        </p:txBody>
      </p:sp>
      <p:sp>
        <p:nvSpPr>
          <p:cNvPr id="3" name="text-633">
            <a:extLst xmlns:a="http://schemas.openxmlformats.org/drawingml/2006/main">
              <a:ext uri="{FF2B5EF4-FFF2-40B4-BE49-F238E27FC236}">
                <a16:creationId xmlns:a16="http://schemas.microsoft.com/office/drawing/2014/main" id="{0AD6835B-356A-4FC4-9D7E-B4BD6227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57300"/>
            <a:ext cx="10515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School sports often raise questions about ability and participation in class games. I claim that every student should have a chance to participate, regardless of ability.</a:t>
            </a:r>
          </a:p>
        </p:txBody>
      </p:sp>
      <p:sp>
        <p:nvSpPr>
          <p:cNvPr id="4" name="text-634">
            <a:extLst xmlns:a="http://schemas.openxmlformats.org/drawingml/2006/main">
              <a:ext uri="{FF2B5EF4-FFF2-40B4-BE49-F238E27FC236}">
                <a16:creationId xmlns:a16="http://schemas.microsoft.com/office/drawing/2014/main" id="{65EC3B4E-5CB9-44BC-A7ED-47DF7891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43125"/>
            <a:ext cx="105156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On the one hand, including beginners may reduce a team’s chances of winning competitive matches. If teams include inexperienced players, they will sometimes lose matches because of simple mistakes. For example, repeated mistakes can frustrate teammates who hope to win.</a:t>
            </a:r>
          </a:p>
        </p:txBody>
      </p:sp>
      <p:sp>
        <p:nvSpPr>
          <p:cNvPr id="5" name="text-635">
            <a:extLst xmlns:a="http://schemas.openxmlformats.org/drawingml/2006/main">
              <a:ext uri="{FF2B5EF4-FFF2-40B4-BE49-F238E27FC236}">
                <a16:creationId xmlns:a16="http://schemas.microsoft.com/office/drawing/2014/main" id="{5792D5E0-58F8-4BCD-BCA2-C5BC5A8FA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76625"/>
            <a:ext cx="105156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On the other hand, playing together can improve confidence and develop useful social skills. Some students have felt excluded, so joining a team can be especially beneficial. Moreover, sharing responsibility can assist quieter classmates and build friendships.</a:t>
            </a:r>
          </a:p>
        </p:txBody>
      </p:sp>
      <p:sp>
        <p:nvSpPr>
          <p:cNvPr id="6" name="text-636">
            <a:extLst xmlns:a="http://schemas.openxmlformats.org/drawingml/2006/main">
              <a:ext uri="{FF2B5EF4-FFF2-40B4-BE49-F238E27FC236}">
                <a16:creationId xmlns:a16="http://schemas.microsoft.com/office/drawing/2014/main" id="{D49CFCE7-096D-4B84-86C3-6F68E1A44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10125"/>
            <a:ext cx="10515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025" b="0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In conclusion, participation has significant educational value despite the challenges it creates. Therefore, class games should be organized fairly to give everyone a meaningful role.</a:t>
            </a:r>
          </a:p>
        </p:txBody>
      </p:sp>
      <p:sp>
        <p:nvSpPr>
          <p:cNvPr id="7" name="text-637">
            <a:extLst xmlns:a="http://schemas.openxmlformats.org/drawingml/2006/main">
              <a:ext uri="{FF2B5EF4-FFF2-40B4-BE49-F238E27FC236}">
                <a16:creationId xmlns:a16="http://schemas.microsoft.com/office/drawing/2014/main" id="{A9622F4D-6705-40A1-AFC7-8A5B32F7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3407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165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128 מילים · ארבע פסקאות</a:t>
            </a:r>
          </a:p>
        </p:txBody>
      </p:sp>
      <p:sp>
        <p:nvSpPr>
          <p:cNvPr id="8" name="text-638">
            <a:extLst xmlns:a="http://schemas.openxmlformats.org/drawingml/2006/main">
              <a:ext uri="{FF2B5EF4-FFF2-40B4-BE49-F238E27FC236}">
                <a16:creationId xmlns:a16="http://schemas.microsoft.com/office/drawing/2014/main" id="{BCB4AA27-5C11-4D45-97A9-F9F78E92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83 / 108</a:t>
            </a:r>
          </a:p>
        </p:txBody>
      </p:sp>
    </p:spTree>
    <p:extLst>
      <p:ext uri="{BB962C8B-B14F-4D97-AF65-F5344CB8AC3E}">
        <p14:creationId xmlns:p14="http://schemas.microsoft.com/office/powerpoint/2010/main" val="1151379547"/>
      </p:ext>
    </p:extLst>
  </p:cSld>
</p:sld>
</file>

<file path=ppt/slides/slide8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639">
            <a:extLst xmlns:a="http://schemas.openxmlformats.org/drawingml/2006/main">
              <a:ext uri="{FF2B5EF4-FFF2-40B4-BE49-F238E27FC236}">
                <a16:creationId xmlns:a16="http://schemas.microsoft.com/office/drawing/2014/main" id="{24C7D19C-A385-4B1B-80D6-97D399FEA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444ebdfcf21247f7"/>
              </a:rPr>
              <a:t>⌂</a:t>
            </a:r>
          </a:p>
        </p:txBody>
      </p:sp>
      <p:sp>
        <p:nvSpPr>
          <p:cNvPr id="2" name="title-640">
            <a:extLst xmlns:a="http://schemas.openxmlformats.org/drawingml/2006/main">
              <a:ext uri="{FF2B5EF4-FFF2-40B4-BE49-F238E27FC236}">
                <a16:creationId xmlns:a16="http://schemas.microsoft.com/office/drawing/2014/main" id="{A1E98946-46AC-42F2-8BC2-40541FC49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הפתיחה מחזיקה את העמדה</a:t>
            </a:r>
          </a:p>
        </p:txBody>
      </p:sp>
      <p:sp>
        <p:nvSpPr>
          <p:cNvPr id="3" name="text-641">
            <a:extLst xmlns:a="http://schemas.openxmlformats.org/drawingml/2006/main">
              <a:ext uri="{FF2B5EF4-FFF2-40B4-BE49-F238E27FC236}">
                <a16:creationId xmlns:a16="http://schemas.microsoft.com/office/drawing/2014/main" id="{EF32B85F-849E-4462-92F9-762F0319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0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School sports often raise questions about ability and participation in class games. </a:t>
            </a:r>
            <a:r>
              <a:rPr sz="30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I claim that</a:t>
            </a:r>
            <a:r>
              <a:rPr sz="30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every student should have a chance to participate, regardless of ability.</a:t>
            </a:r>
          </a:p>
        </p:txBody>
      </p:sp>
      <p:sp>
        <p:nvSpPr>
          <p:cNvPr id="4" name="text-642">
            <a:extLst xmlns:a="http://schemas.openxmlformats.org/drawingml/2006/main">
              <a:ext uri="{FF2B5EF4-FFF2-40B4-BE49-F238E27FC236}">
                <a16:creationId xmlns:a16="http://schemas.microsoft.com/office/drawing/2014/main" id="{4D4D3164-AB8F-46A2-B008-8FC5F403F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משפט 1 מציג נושא בלי דעה. משפט 2 מביע עמדה באמצעות I claim that.</a:t>
            </a:r>
          </a:p>
        </p:txBody>
      </p:sp>
      <p:sp>
        <p:nvSpPr>
          <p:cNvPr id="5" name="text-643">
            <a:extLst xmlns:a="http://schemas.openxmlformats.org/drawingml/2006/main">
              <a:ext uri="{FF2B5EF4-FFF2-40B4-BE49-F238E27FC236}">
                <a16:creationId xmlns:a16="http://schemas.microsoft.com/office/drawing/2014/main" id="{FD303B4A-D153-40BF-9D50-F031184E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84 / 108</a:t>
            </a:r>
          </a:p>
        </p:txBody>
      </p:sp>
    </p:spTree>
    <p:extLst>
      <p:ext uri="{BB962C8B-B14F-4D97-AF65-F5344CB8AC3E}">
        <p14:creationId xmlns:p14="http://schemas.microsoft.com/office/powerpoint/2010/main" val="362063680"/>
      </p:ext>
    </p:extLst>
  </p:cSld>
</p:sld>
</file>

<file path=ppt/slides/slide8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644">
            <a:extLst xmlns:a="http://schemas.openxmlformats.org/drawingml/2006/main">
              <a:ext uri="{FF2B5EF4-FFF2-40B4-BE49-F238E27FC236}">
                <a16:creationId xmlns:a16="http://schemas.microsoft.com/office/drawing/2014/main" id="{6163D3BD-F749-4733-945D-0241F936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889a249caeaf47e1"/>
              </a:rPr>
              <a:t>⌂</a:t>
            </a:r>
          </a:p>
        </p:txBody>
      </p:sp>
      <p:sp>
        <p:nvSpPr>
          <p:cNvPr id="2" name="title-645">
            <a:extLst xmlns:a="http://schemas.openxmlformats.org/drawingml/2006/main">
              <a:ext uri="{FF2B5EF4-FFF2-40B4-BE49-F238E27FC236}">
                <a16:creationId xmlns:a16="http://schemas.microsoft.com/office/drawing/2014/main" id="{61BD26FF-5921-4A5F-9686-B8350B00C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הטענה הנגדית מתפתחת</a:t>
            </a:r>
          </a:p>
        </p:txBody>
      </p:sp>
      <p:sp>
        <p:nvSpPr>
          <p:cNvPr id="3" name="text-646">
            <a:extLst xmlns:a="http://schemas.openxmlformats.org/drawingml/2006/main">
              <a:ext uri="{FF2B5EF4-FFF2-40B4-BE49-F238E27FC236}">
                <a16:creationId xmlns:a16="http://schemas.microsoft.com/office/drawing/2014/main" id="{D299B629-74E9-4C1D-8F8B-06A95CDF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7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On the one hand</a:t>
            </a:r>
            <a:r>
              <a:rPr sz="27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, including beginners may reduce a team’s chances of winning competitive matches. </a:t>
            </a:r>
            <a:r>
              <a:rPr sz="27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If</a:t>
            </a:r>
            <a:r>
              <a:rPr sz="27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teams include inexperienced players, they </a:t>
            </a:r>
            <a:r>
              <a:rPr sz="27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will</a:t>
            </a:r>
            <a:r>
              <a:rPr sz="27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sometimes lose matches because of simple mistakes. </a:t>
            </a:r>
            <a:r>
              <a:rPr sz="27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For example</a:t>
            </a:r>
            <a:r>
              <a:rPr sz="27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, repeated mistakes can frustrate teammates who hope to win.</a:t>
            </a:r>
          </a:p>
        </p:txBody>
      </p:sp>
      <p:sp>
        <p:nvSpPr>
          <p:cNvPr id="4" name="text-647">
            <a:extLst xmlns:a="http://schemas.openxmlformats.org/drawingml/2006/main">
              <a:ext uri="{FF2B5EF4-FFF2-40B4-BE49-F238E27FC236}">
                <a16:creationId xmlns:a16="http://schemas.microsoft.com/office/drawing/2014/main" id="{69601678-2DFC-479B-8DE7-3FCF8D6CB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פסקה 2: טענה נגדית, תנאי ראשון ודוגמה. כל המשפטים מפתחים את אותו חשש.</a:t>
            </a:r>
          </a:p>
        </p:txBody>
      </p:sp>
      <p:sp>
        <p:nvSpPr>
          <p:cNvPr id="5" name="text-648">
            <a:extLst xmlns:a="http://schemas.openxmlformats.org/drawingml/2006/main">
              <a:ext uri="{FF2B5EF4-FFF2-40B4-BE49-F238E27FC236}">
                <a16:creationId xmlns:a16="http://schemas.microsoft.com/office/drawing/2014/main" id="{FED004FC-F67A-4741-8F1D-BF7D47C2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85 / 108</a:t>
            </a:r>
          </a:p>
        </p:txBody>
      </p:sp>
    </p:spTree>
    <p:extLst>
      <p:ext uri="{BB962C8B-B14F-4D97-AF65-F5344CB8AC3E}">
        <p14:creationId xmlns:p14="http://schemas.microsoft.com/office/powerpoint/2010/main" val="1155936811"/>
      </p:ext>
    </p:extLst>
  </p:cSld>
</p:sld>
</file>

<file path=ppt/slides/slide8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649">
            <a:extLst xmlns:a="http://schemas.openxmlformats.org/drawingml/2006/main">
              <a:ext uri="{FF2B5EF4-FFF2-40B4-BE49-F238E27FC236}">
                <a16:creationId xmlns:a16="http://schemas.microsoft.com/office/drawing/2014/main" id="{3A88D731-3A4F-47FB-8BE9-6E4D133D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dcf1dbf9e8bd476b"/>
              </a:rPr>
              <a:t>⌂</a:t>
            </a:r>
          </a:p>
        </p:txBody>
      </p:sp>
      <p:sp>
        <p:nvSpPr>
          <p:cNvPr id="2" name="title-650">
            <a:extLst xmlns:a="http://schemas.openxmlformats.org/drawingml/2006/main">
              <a:ext uri="{FF2B5EF4-FFF2-40B4-BE49-F238E27FC236}">
                <a16:creationId xmlns:a16="http://schemas.microsoft.com/office/drawing/2014/main" id="{BB990D32-F8C3-494A-A600-DDFE3A57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התמיכה בעמדה מתפתחת</a:t>
            </a:r>
          </a:p>
        </p:txBody>
      </p:sp>
      <p:sp>
        <p:nvSpPr>
          <p:cNvPr id="3" name="text-651">
            <a:extLst xmlns:a="http://schemas.openxmlformats.org/drawingml/2006/main">
              <a:ext uri="{FF2B5EF4-FFF2-40B4-BE49-F238E27FC236}">
                <a16:creationId xmlns:a16="http://schemas.microsoft.com/office/drawing/2014/main" id="{FDE73A9D-CA38-4F06-9426-B051E4500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7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On the other hand</a:t>
            </a:r>
            <a:r>
              <a:rPr sz="27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, playing together can improve confidence and develop useful social skills. Some students </a:t>
            </a:r>
            <a:r>
              <a:rPr sz="27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have felt</a:t>
            </a:r>
            <a:r>
              <a:rPr sz="27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excluded, so joining a team can be especially beneficial. </a:t>
            </a:r>
            <a:r>
              <a:rPr sz="27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Moreover</a:t>
            </a:r>
            <a:r>
              <a:rPr sz="27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, sharing responsibility can assist quieter classmates and build friendships.</a:t>
            </a:r>
          </a:p>
        </p:txBody>
      </p:sp>
      <p:sp>
        <p:nvSpPr>
          <p:cNvPr id="4" name="text-652">
            <a:extLst xmlns:a="http://schemas.openxmlformats.org/drawingml/2006/main">
              <a:ext uri="{FF2B5EF4-FFF2-40B4-BE49-F238E27FC236}">
                <a16:creationId xmlns:a16="http://schemas.microsoft.com/office/drawing/2014/main" id="{D8FB81BD-82BC-4BAA-B69E-87D9225EB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פסקה 3: חזרה לעמדה, ניסיון קודם והרחבה. כאן מופיע Present Perfect.</a:t>
            </a:r>
          </a:p>
        </p:txBody>
      </p:sp>
      <p:sp>
        <p:nvSpPr>
          <p:cNvPr id="5" name="text-653">
            <a:extLst xmlns:a="http://schemas.openxmlformats.org/drawingml/2006/main">
              <a:ext uri="{FF2B5EF4-FFF2-40B4-BE49-F238E27FC236}">
                <a16:creationId xmlns:a16="http://schemas.microsoft.com/office/drawing/2014/main" id="{18CDF39D-C533-4783-A667-2DB634E0C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86 / 108</a:t>
            </a:r>
          </a:p>
        </p:txBody>
      </p:sp>
    </p:spTree>
    <p:extLst>
      <p:ext uri="{BB962C8B-B14F-4D97-AF65-F5344CB8AC3E}">
        <p14:creationId xmlns:p14="http://schemas.microsoft.com/office/powerpoint/2010/main" val="1864262779"/>
      </p:ext>
    </p:extLst>
  </p:cSld>
</p:sld>
</file>

<file path=ppt/slides/slide8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654">
            <a:extLst xmlns:a="http://schemas.openxmlformats.org/drawingml/2006/main">
              <a:ext uri="{FF2B5EF4-FFF2-40B4-BE49-F238E27FC236}">
                <a16:creationId xmlns:a16="http://schemas.microsoft.com/office/drawing/2014/main" id="{7FD076D1-0804-4F22-98E6-0727C91CE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a3375b50db8c477b"/>
              </a:rPr>
              <a:t>⌂</a:t>
            </a:r>
          </a:p>
        </p:txBody>
      </p:sp>
      <p:sp>
        <p:nvSpPr>
          <p:cNvPr id="2" name="title-655">
            <a:extLst xmlns:a="http://schemas.openxmlformats.org/drawingml/2006/main">
              <a:ext uri="{FF2B5EF4-FFF2-40B4-BE49-F238E27FC236}">
                <a16:creationId xmlns:a16="http://schemas.microsoft.com/office/drawing/2014/main" id="{08C24878-4BB1-4D75-951A-04ED2B02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הסיום סוגר את הטיעון</a:t>
            </a:r>
          </a:p>
        </p:txBody>
      </p:sp>
      <p:sp>
        <p:nvSpPr>
          <p:cNvPr id="3" name="text-656">
            <a:extLst xmlns:a="http://schemas.openxmlformats.org/drawingml/2006/main">
              <a:ext uri="{FF2B5EF4-FFF2-40B4-BE49-F238E27FC236}">
                <a16:creationId xmlns:a16="http://schemas.microsoft.com/office/drawing/2014/main" id="{B11B57E8-E4F3-45AC-AF18-DDBD20D0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0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In conclusion</a:t>
            </a:r>
            <a:r>
              <a:rPr sz="30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, participation has significant educational value despite the challenges it creates. Therefore, class games </a:t>
            </a:r>
            <a:r>
              <a:rPr sz="300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should be organized</a:t>
            </a:r>
            <a:r>
              <a:rPr sz="30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fairly to give everyone a meaningful role.</a:t>
            </a:r>
          </a:p>
        </p:txBody>
      </p:sp>
      <p:sp>
        <p:nvSpPr>
          <p:cNvPr id="4" name="text-657">
            <a:extLst xmlns:a="http://schemas.openxmlformats.org/drawingml/2006/main">
              <a:ext uri="{FF2B5EF4-FFF2-40B4-BE49-F238E27FC236}">
                <a16:creationId xmlns:a16="http://schemas.microsoft.com/office/drawing/2014/main" id="{EBCC6D07-C40B-437A-A197-B71BAA5B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פסקה 4: מסקנה והמלצה בסביל, בלי נימוק חדש.</a:t>
            </a:r>
          </a:p>
        </p:txBody>
      </p:sp>
      <p:sp>
        <p:nvSpPr>
          <p:cNvPr id="5" name="text-658">
            <a:extLst xmlns:a="http://schemas.openxmlformats.org/drawingml/2006/main">
              <a:ext uri="{FF2B5EF4-FFF2-40B4-BE49-F238E27FC236}">
                <a16:creationId xmlns:a16="http://schemas.microsoft.com/office/drawing/2014/main" id="{7F1CC83B-457A-401D-9CCC-92593BAD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87 / 108</a:t>
            </a:r>
          </a:p>
        </p:txBody>
      </p:sp>
    </p:spTree>
    <p:extLst>
      <p:ext uri="{BB962C8B-B14F-4D97-AF65-F5344CB8AC3E}">
        <p14:creationId xmlns:p14="http://schemas.microsoft.com/office/powerpoint/2010/main" val="754511629"/>
      </p:ext>
    </p:extLst>
  </p:cSld>
</p:sld>
</file>

<file path=ppt/slides/slide8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659">
            <a:extLst xmlns:a="http://schemas.openxmlformats.org/drawingml/2006/main">
              <a:ext uri="{FF2B5EF4-FFF2-40B4-BE49-F238E27FC236}">
                <a16:creationId xmlns:a16="http://schemas.microsoft.com/office/drawing/2014/main" id="{18209B32-927F-4396-A861-2447E030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167eea425ced4a15"/>
              </a:rPr>
              <a:t>⌂</a:t>
            </a:r>
          </a:p>
        </p:txBody>
      </p:sp>
      <p:sp>
        <p:nvSpPr>
          <p:cNvPr id="2" name="title-660">
            <a:extLst xmlns:a="http://schemas.openxmlformats.org/drawingml/2006/main">
              <a:ext uri="{FF2B5EF4-FFF2-40B4-BE49-F238E27FC236}">
                <a16:creationId xmlns:a16="http://schemas.microsoft.com/office/drawing/2014/main" id="{8A4D93D0-1596-4791-80AA-115177345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הפוגה קצרה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ccca46fd23435f"/>
          <a:stretch xmlns:a="http://schemas.openxmlformats.org/drawingml/2006/main"/>
        </p:blipFill>
        <p:spPr>
          <a:xfrm xmlns:a="http://schemas.openxmlformats.org/drawingml/2006/main">
            <a:off x="4286250" y="1304925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4" name="text-661">
            <a:extLst xmlns:a="http://schemas.openxmlformats.org/drawingml/2006/main">
              <a:ext uri="{FF2B5EF4-FFF2-40B4-BE49-F238E27FC236}">
                <a16:creationId xmlns:a16="http://schemas.microsoft.com/office/drawing/2014/main" id="{C3492BBF-936E-47EF-82B2-340D9A0B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C857"/>
                </a:solidFill>
                <a:latin typeface="Nunito"/>
                <a:ea typeface="Nunito"/>
                <a:cs typeface="Nunito"/>
              </a:defRPr>
            </a:pPr>
            <a:r>
              <a:rPr sz="2700" b="1">
                <a:solidFill>
                  <a:srgbClr val="FFC857"/>
                </a:solidFill>
                <a:latin typeface="Nunito"/>
                <a:ea typeface="Nunito"/>
                <a:cs typeface="Nunito"/>
              </a:rPr>
              <a:t>The mystery has been solved. It was his tail.</a:t>
            </a:r>
          </a:p>
        </p:txBody>
      </p:sp>
      <p:sp>
        <p:nvSpPr>
          <p:cNvPr id="5" name="text-662">
            <a:extLst xmlns:a="http://schemas.openxmlformats.org/drawingml/2006/main">
              <a:ext uri="{FF2B5EF4-FFF2-40B4-BE49-F238E27FC236}">
                <a16:creationId xmlns:a16="http://schemas.microsoft.com/office/drawing/2014/main" id="{CCB2933D-F18A-4840-AC12-79DA1E3D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88 / 108</a:t>
            </a:r>
          </a:p>
        </p:txBody>
      </p:sp>
    </p:spTree>
    <p:extLst>
      <p:ext uri="{BB962C8B-B14F-4D97-AF65-F5344CB8AC3E}">
        <p14:creationId xmlns:p14="http://schemas.microsoft.com/office/powerpoint/2010/main" val="549552326"/>
      </p:ext>
    </p:extLst>
  </p:cSld>
</p:sld>
</file>

<file path=ppt/slides/slide8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663">
            <a:extLst xmlns:a="http://schemas.openxmlformats.org/drawingml/2006/main">
              <a:ext uri="{FF2B5EF4-FFF2-40B4-BE49-F238E27FC236}">
                <a16:creationId xmlns:a16="http://schemas.microsoft.com/office/drawing/2014/main" id="{9DEE007D-7944-49D0-99DC-D92A356C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7ec54731ba2244c4"/>
              </a:rPr>
              <a:t>⌂</a:t>
            </a:r>
          </a:p>
        </p:txBody>
      </p:sp>
      <p:sp>
        <p:nvSpPr>
          <p:cNvPr id="2" name="title-664">
            <a:extLst xmlns:a="http://schemas.openxmlformats.org/drawingml/2006/main">
              <a:ext uri="{FF2B5EF4-FFF2-40B4-BE49-F238E27FC236}">
                <a16:creationId xmlns:a16="http://schemas.microsoft.com/office/drawing/2014/main" id="{C384B88B-ED54-4845-840F-BD3D62FB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העברה לנושא חדש</a:t>
            </a:r>
          </a:p>
        </p:txBody>
      </p:sp>
      <p:sp>
        <p:nvSpPr>
          <p:cNvPr id="3" name="text-665">
            <a:extLst xmlns:a="http://schemas.openxmlformats.org/drawingml/2006/main">
              <a:ext uri="{FF2B5EF4-FFF2-40B4-BE49-F238E27FC236}">
                <a16:creationId xmlns:a16="http://schemas.microsoft.com/office/drawing/2014/main" id="{FDC44A3A-513E-48AE-B7C5-B9E5FF52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62100"/>
            <a:ext cx="10477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3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Should teenagers have an after-school job?</a:t>
            </a:r>
          </a:p>
        </p:txBody>
      </p:sp>
      <p:sp>
        <p:nvSpPr>
          <p:cNvPr id="4" name="text-666">
            <a:extLst xmlns:a="http://schemas.openxmlformats.org/drawingml/2006/main">
              <a:ext uri="{FF2B5EF4-FFF2-40B4-BE49-F238E27FC236}">
                <a16:creationId xmlns:a16="http://schemas.microsoft.com/office/drawing/2014/main" id="{3C308F03-175F-4820-8B80-88779BE6A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10287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32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32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תכננו עמדה, טענה נגדית ותמיכה בעמדתכם. נשתמש באותו מבנה של ארבע פסקאות.</a:t>
            </a:r>
          </a:p>
        </p:txBody>
      </p:sp>
      <p:sp>
        <p:nvSpPr>
          <p:cNvPr id="5" name="text-667">
            <a:extLst xmlns:a="http://schemas.openxmlformats.org/drawingml/2006/main">
              <a:ext uri="{FF2B5EF4-FFF2-40B4-BE49-F238E27FC236}">
                <a16:creationId xmlns:a16="http://schemas.microsoft.com/office/drawing/2014/main" id="{736A8C5C-EA2E-4D52-B12A-3040F501A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43400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375" b="1">
                <a:solidFill>
                  <a:srgbClr val="FFC857"/>
                </a:solidFill>
                <a:latin typeface="Nunito"/>
                <a:ea typeface="Nunito"/>
                <a:cs typeface="Nunito"/>
              </a:defRPr>
            </a:pPr>
            <a:r>
              <a:rPr sz="6375" b="1">
                <a:solidFill>
                  <a:srgbClr val="FFC857"/>
                </a:solidFill>
                <a:latin typeface="Nunito"/>
                <a:ea typeface="Nunito"/>
                <a:cs typeface="Nunito"/>
              </a:rPr>
              <a:t>02:00</a:t>
            </a:r>
          </a:p>
        </p:txBody>
      </p:sp>
      <p:sp>
        <p:nvSpPr>
          <p:cNvPr id="6" name="text-668">
            <a:extLst xmlns:a="http://schemas.openxmlformats.org/drawingml/2006/main">
              <a:ext uri="{FF2B5EF4-FFF2-40B4-BE49-F238E27FC236}">
                <a16:creationId xmlns:a16="http://schemas.microsoft.com/office/drawing/2014/main" id="{F395FA63-3426-4604-AEAC-2A21F059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53075"/>
            <a:ext cx="1028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8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1800" b="1" lang="he-IL">
                <a:solidFill>
                  <a:srgbClr val="4EE5FF"/>
                </a:solidFill>
                <a:latin typeface="Heebo"/>
                <a:ea typeface="Heebo"/>
                <a:cs typeface="Heebo"/>
                <a:hlinkClick xmlns:r="http://schemas.openxmlformats.org/officeDocument/2006/relationships" r:id="Rf8d67ea5eed14f6a"/>
              </a:rPr>
              <a:t>שעון פעיל במצגת באתר</a:t>
            </a:r>
          </a:p>
        </p:txBody>
      </p:sp>
      <p:sp>
        <p:nvSpPr>
          <p:cNvPr id="7" name="text-669">
            <a:extLst xmlns:a="http://schemas.openxmlformats.org/drawingml/2006/main">
              <a:ext uri="{FF2B5EF4-FFF2-40B4-BE49-F238E27FC236}">
                <a16:creationId xmlns:a16="http://schemas.microsoft.com/office/drawing/2014/main" id="{677E66A8-6A17-4F0D-A0F5-E793DDB6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89 / 108</a:t>
            </a:r>
          </a:p>
        </p:txBody>
      </p:sp>
    </p:spTree>
    <p:extLst>
      <p:ext uri="{BB962C8B-B14F-4D97-AF65-F5344CB8AC3E}">
        <p14:creationId xmlns:p14="http://schemas.microsoft.com/office/powerpoint/2010/main" val="242976772"/>
      </p:ext>
    </p:extLst>
  </p:cSld>
</p:sld>
</file>

<file path=ppt/slides/slide9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670">
            <a:extLst xmlns:a="http://schemas.openxmlformats.org/drawingml/2006/main">
              <a:ext uri="{FF2B5EF4-FFF2-40B4-BE49-F238E27FC236}">
                <a16:creationId xmlns:a16="http://schemas.microsoft.com/office/drawing/2014/main" id="{5E3077BF-8536-4A28-A72C-465D47F9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3ec2d00711e342a7"/>
              </a:rPr>
              <a:t>⌂</a:t>
            </a:r>
          </a:p>
        </p:txBody>
      </p:sp>
      <p:sp>
        <p:nvSpPr>
          <p:cNvPr id="2" name="title-671">
            <a:extLst xmlns:a="http://schemas.openxmlformats.org/drawingml/2006/main">
              <a:ext uri="{FF2B5EF4-FFF2-40B4-BE49-F238E27FC236}">
                <a16:creationId xmlns:a16="http://schemas.microsoft.com/office/drawing/2014/main" id="{4155F142-8177-4A9C-AFF6-B2071963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תכנון לפני כתיבה</a:t>
            </a:r>
          </a:p>
        </p:txBody>
      </p:sp>
      <p:sp>
        <p:nvSpPr>
          <p:cNvPr id="3" name="text-672">
            <a:extLst xmlns:a="http://schemas.openxmlformats.org/drawingml/2006/main">
              <a:ext uri="{FF2B5EF4-FFF2-40B4-BE49-F238E27FC236}">
                <a16:creationId xmlns:a16="http://schemas.microsoft.com/office/drawing/2014/main" id="{7CA33152-B4C8-4410-820E-29DAE7EB4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 claim that ...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On the one hand, ...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On the other hand, ...</a:t>
            </a:r>
          </a:p>
        </p:txBody>
      </p:sp>
      <p:sp>
        <p:nvSpPr>
          <p:cNvPr id="4" name="text-673">
            <a:extLst xmlns:a="http://schemas.openxmlformats.org/drawingml/2006/main">
              <a:ext uri="{FF2B5EF4-FFF2-40B4-BE49-F238E27FC236}">
                <a16:creationId xmlns:a16="http://schemas.microsoft.com/office/drawing/2014/main" id="{9A26A48F-92B8-483B-8249-E2927DC0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חומר למחשבה: זמן ללימודים, הכנסה וניסיון. בחרו עמדה משלכם.</a:t>
            </a:r>
          </a:p>
        </p:txBody>
      </p:sp>
      <p:sp>
        <p:nvSpPr>
          <p:cNvPr id="5" name="text-674">
            <a:extLst xmlns:a="http://schemas.openxmlformats.org/drawingml/2006/main">
              <a:ext uri="{FF2B5EF4-FFF2-40B4-BE49-F238E27FC236}">
                <a16:creationId xmlns:a16="http://schemas.microsoft.com/office/drawing/2014/main" id="{966D0E66-4F12-4ED9-9429-22E88C3FE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90 / 108</a:t>
            </a:r>
          </a:p>
        </p:txBody>
      </p:sp>
    </p:spTree>
    <p:extLst>
      <p:ext uri="{BB962C8B-B14F-4D97-AF65-F5344CB8AC3E}">
        <p14:creationId xmlns:p14="http://schemas.microsoft.com/office/powerpoint/2010/main" val="567386654"/>
      </p:ext>
    </p:extLst>
  </p:cSld>
</p:sld>
</file>

<file path=ppt/slides/slide9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675">
            <a:extLst xmlns:a="http://schemas.openxmlformats.org/drawingml/2006/main">
              <a:ext uri="{FF2B5EF4-FFF2-40B4-BE49-F238E27FC236}">
                <a16:creationId xmlns:a16="http://schemas.microsoft.com/office/drawing/2014/main" id="{3D8057F5-288A-458E-93AB-AB0EE31B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4d7152ca197044e1"/>
              </a:rPr>
              <a:t>⌂</a:t>
            </a:r>
          </a:p>
        </p:txBody>
      </p:sp>
      <p:sp>
        <p:nvSpPr>
          <p:cNvPr id="2" name="title-676">
            <a:extLst xmlns:a="http://schemas.openxmlformats.org/drawingml/2006/main">
              <a:ext uri="{FF2B5EF4-FFF2-40B4-BE49-F238E27FC236}">
                <a16:creationId xmlns:a16="http://schemas.microsoft.com/office/drawing/2014/main" id="{59221BED-843C-4E6B-B640-0A071DD1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משפט אחד משודרג</a:t>
            </a:r>
          </a:p>
        </p:txBody>
      </p:sp>
      <p:sp>
        <p:nvSpPr>
          <p:cNvPr id="3" name="text-677">
            <a:extLst xmlns:a="http://schemas.openxmlformats.org/drawingml/2006/main">
              <a:ext uri="{FF2B5EF4-FFF2-40B4-BE49-F238E27FC236}">
                <a16:creationId xmlns:a16="http://schemas.microsoft.com/office/drawing/2014/main" id="{5A7EEF25-FFB0-4775-9C56-C0FE0387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62100"/>
            <a:ext cx="10477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3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Write one sentence using a structure that supports your reason.</a:t>
            </a:r>
          </a:p>
        </p:txBody>
      </p:sp>
      <p:sp>
        <p:nvSpPr>
          <p:cNvPr id="4" name="text-678">
            <a:extLst xmlns:a="http://schemas.openxmlformats.org/drawingml/2006/main">
              <a:ext uri="{FF2B5EF4-FFF2-40B4-BE49-F238E27FC236}">
                <a16:creationId xmlns:a16="http://schemas.microsoft.com/office/drawing/2014/main" id="{BEFED054-DB7A-4B8D-B32A-AB4AE6C06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10287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32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32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בחרו gerund, passive, perfect או conditional.</a:t>
            </a:r>
          </a:p>
        </p:txBody>
      </p:sp>
      <p:sp>
        <p:nvSpPr>
          <p:cNvPr id="5" name="text-679">
            <a:extLst xmlns:a="http://schemas.openxmlformats.org/drawingml/2006/main">
              <a:ext uri="{FF2B5EF4-FFF2-40B4-BE49-F238E27FC236}">
                <a16:creationId xmlns:a16="http://schemas.microsoft.com/office/drawing/2014/main" id="{B5F3516B-A0B6-4E8F-8750-E43A383B9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43400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375" b="1">
                <a:solidFill>
                  <a:srgbClr val="FFC857"/>
                </a:solidFill>
                <a:latin typeface="Nunito"/>
                <a:ea typeface="Nunito"/>
                <a:cs typeface="Nunito"/>
              </a:defRPr>
            </a:pPr>
            <a:r>
              <a:rPr sz="6375" b="1">
                <a:solidFill>
                  <a:srgbClr val="FFC857"/>
                </a:solidFill>
                <a:latin typeface="Nunito"/>
                <a:ea typeface="Nunito"/>
                <a:cs typeface="Nunito"/>
              </a:rPr>
              <a:t>01:30</a:t>
            </a:r>
          </a:p>
        </p:txBody>
      </p:sp>
      <p:sp>
        <p:nvSpPr>
          <p:cNvPr id="6" name="text-680">
            <a:extLst xmlns:a="http://schemas.openxmlformats.org/drawingml/2006/main">
              <a:ext uri="{FF2B5EF4-FFF2-40B4-BE49-F238E27FC236}">
                <a16:creationId xmlns:a16="http://schemas.microsoft.com/office/drawing/2014/main" id="{F65CD1D5-D341-4227-BB7D-DAC4ECBBA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53075"/>
            <a:ext cx="1028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8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1800" b="1" lang="he-IL">
                <a:solidFill>
                  <a:srgbClr val="4EE5FF"/>
                </a:solidFill>
                <a:latin typeface="Heebo"/>
                <a:ea typeface="Heebo"/>
                <a:cs typeface="Heebo"/>
                <a:hlinkClick xmlns:r="http://schemas.openxmlformats.org/officeDocument/2006/relationships" r:id="Red88d0e5bc594720"/>
              </a:rPr>
              <a:t>שעון פעיל במצגת באתר</a:t>
            </a:r>
          </a:p>
        </p:txBody>
      </p:sp>
      <p:sp>
        <p:nvSpPr>
          <p:cNvPr id="7" name="text-681">
            <a:extLst xmlns:a="http://schemas.openxmlformats.org/drawingml/2006/main">
              <a:ext uri="{FF2B5EF4-FFF2-40B4-BE49-F238E27FC236}">
                <a16:creationId xmlns:a16="http://schemas.microsoft.com/office/drawing/2014/main" id="{7CB773B2-87D7-47D1-8A8D-A63082B0B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91 / 108</a:t>
            </a:r>
          </a:p>
        </p:txBody>
      </p:sp>
    </p:spTree>
    <p:extLst>
      <p:ext uri="{BB962C8B-B14F-4D97-AF65-F5344CB8AC3E}">
        <p14:creationId xmlns:p14="http://schemas.microsoft.com/office/powerpoint/2010/main" val="666690575"/>
      </p:ext>
    </p:extLst>
  </p:cSld>
</p:sld>
</file>

<file path=ppt/slides/slide9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682">
            <a:extLst xmlns:a="http://schemas.openxmlformats.org/drawingml/2006/main">
              <a:ext uri="{FF2B5EF4-FFF2-40B4-BE49-F238E27FC236}">
                <a16:creationId xmlns:a16="http://schemas.microsoft.com/office/drawing/2014/main" id="{C2AB91CC-CFD7-4963-9031-CE310BBA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33df6b0ee41044d2"/>
              </a:rPr>
              <a:t>⌂</a:t>
            </a:r>
          </a:p>
        </p:txBody>
      </p:sp>
      <p:sp>
        <p:nvSpPr>
          <p:cNvPr id="2" name="title-683">
            <a:extLst xmlns:a="http://schemas.openxmlformats.org/drawingml/2006/main">
              <a:ext uri="{FF2B5EF4-FFF2-40B4-BE49-F238E27FC236}">
                <a16:creationId xmlns:a16="http://schemas.microsoft.com/office/drawing/2014/main" id="{AE8A8D93-3D10-410C-97B0-E20F4199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משפט לדוגמה ללמוד ממנו את התבנית</a:t>
            </a:r>
          </a:p>
        </p:txBody>
      </p:sp>
      <p:sp>
        <p:nvSpPr>
          <p:cNvPr id="3" name="text-684">
            <a:extLst xmlns:a="http://schemas.openxmlformats.org/drawingml/2006/main">
              <a:ext uri="{FF2B5EF4-FFF2-40B4-BE49-F238E27FC236}">
                <a16:creationId xmlns:a16="http://schemas.microsoft.com/office/drawing/2014/main" id="{A1C715C9-5859-4B5C-9A87-CC543DA8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95425"/>
            <a:ext cx="1057275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Using a cellphone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responsibly can assist children in becoming more independent.</a:t>
            </a:r>
          </a:p>
        </p:txBody>
      </p:sp>
      <p:sp>
        <p:nvSpPr>
          <p:cNvPr id="4" name="text-685">
            <a:extLst xmlns:a="http://schemas.openxmlformats.org/drawingml/2006/main">
              <a:ext uri="{FF2B5EF4-FFF2-40B4-BE49-F238E27FC236}">
                <a16:creationId xmlns:a16="http://schemas.microsoft.com/office/drawing/2014/main" id="{3100337F-E716-4EA1-A8E3-E167A365D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92 / 108</a:t>
            </a:r>
          </a:p>
        </p:txBody>
      </p:sp>
    </p:spTree>
    <p:extLst>
      <p:ext uri="{BB962C8B-B14F-4D97-AF65-F5344CB8AC3E}">
        <p14:creationId xmlns:p14="http://schemas.microsoft.com/office/powerpoint/2010/main" val="1133851019"/>
      </p:ext>
    </p:extLst>
  </p:cSld>
</p:sld>
</file>

<file path=ppt/slides/slide9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686">
            <a:extLst xmlns:a="http://schemas.openxmlformats.org/drawingml/2006/main">
              <a:ext uri="{FF2B5EF4-FFF2-40B4-BE49-F238E27FC236}">
                <a16:creationId xmlns:a16="http://schemas.microsoft.com/office/drawing/2014/main" id="{A754DA3B-FBF1-42A4-B5CD-C46847B8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7fe057bc7c344969"/>
              </a:rPr>
              <a:t>⌂</a:t>
            </a:r>
          </a:p>
        </p:txBody>
      </p:sp>
      <p:sp>
        <p:nvSpPr>
          <p:cNvPr id="2" name="title-687">
            <a:extLst xmlns:a="http://schemas.openxmlformats.org/drawingml/2006/main">
              <a:ext uri="{FF2B5EF4-FFF2-40B4-BE49-F238E27FC236}">
                <a16:creationId xmlns:a16="http://schemas.microsoft.com/office/drawing/2014/main" id="{5CCB998F-40C5-4169-B92C-654C7E18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משפט לדוגמה ללמוד ממנו את התבנית</a:t>
            </a:r>
          </a:p>
        </p:txBody>
      </p:sp>
      <p:sp>
        <p:nvSpPr>
          <p:cNvPr id="3" name="text-688">
            <a:extLst xmlns:a="http://schemas.openxmlformats.org/drawingml/2006/main">
              <a:ext uri="{FF2B5EF4-FFF2-40B4-BE49-F238E27FC236}">
                <a16:creationId xmlns:a16="http://schemas.microsoft.com/office/drawing/2014/main" id="{9361234F-74BE-44B7-ACEB-B9FD8E6E7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95425"/>
            <a:ext cx="1057275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4EE5FF"/>
                </a:solidFill>
                <a:latin typeface="Nunito"/>
                <a:ea typeface="Nunito"/>
                <a:cs typeface="Nunito"/>
              </a:rPr>
              <a:t>Using a cellphone</a:t>
            </a: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 responsibly can assist children in becoming more independent.</a:t>
            </a:r>
          </a:p>
        </p:txBody>
      </p:sp>
      <p:sp>
        <p:nvSpPr>
          <p:cNvPr id="4" name="text-689">
            <a:extLst xmlns:a="http://schemas.openxmlformats.org/drawingml/2006/main">
              <a:ext uri="{FF2B5EF4-FFF2-40B4-BE49-F238E27FC236}">
                <a16:creationId xmlns:a16="http://schemas.microsoft.com/office/drawing/2014/main" id="{EE3B9BC1-6DD4-4C71-A62D-82A1013F7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91025"/>
            <a:ext cx="104394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שימוש אחראי בטלפון יכול לסייע לילדים להיות עצמאיים יותר. אני מזכיר לך: הנושא שלך הוא עבודה אחרי הלימודים.</a:t>
            </a:r>
          </a:p>
        </p:txBody>
      </p:sp>
      <p:sp>
        <p:nvSpPr>
          <p:cNvPr id="5" name="text-690">
            <a:extLst xmlns:a="http://schemas.openxmlformats.org/drawingml/2006/main">
              <a:ext uri="{FF2B5EF4-FFF2-40B4-BE49-F238E27FC236}">
                <a16:creationId xmlns:a16="http://schemas.microsoft.com/office/drawing/2014/main" id="{4C09F911-822B-47F2-AE0D-6BEE29E8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93 / 108</a:t>
            </a:r>
          </a:p>
        </p:txBody>
      </p:sp>
    </p:spTree>
    <p:extLst>
      <p:ext uri="{BB962C8B-B14F-4D97-AF65-F5344CB8AC3E}">
        <p14:creationId xmlns:p14="http://schemas.microsoft.com/office/powerpoint/2010/main" val="2090937136"/>
      </p:ext>
    </p:extLst>
  </p:cSld>
</p:sld>
</file>

<file path=ppt/slides/slide9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691">
            <a:extLst xmlns:a="http://schemas.openxmlformats.org/drawingml/2006/main">
              <a:ext uri="{FF2B5EF4-FFF2-40B4-BE49-F238E27FC236}">
                <a16:creationId xmlns:a16="http://schemas.microsoft.com/office/drawing/2014/main" id="{16DFAD1E-FEEE-407F-9A90-E9EE2E7FF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2334e302f01c46b3"/>
              </a:rPr>
              <a:t>⌂</a:t>
            </a:r>
          </a:p>
        </p:txBody>
      </p:sp>
      <p:sp>
        <p:nvSpPr>
          <p:cNvPr id="2" name="title-692">
            <a:extLst xmlns:a="http://schemas.openxmlformats.org/drawingml/2006/main">
              <a:ext uri="{FF2B5EF4-FFF2-40B4-BE49-F238E27FC236}">
                <a16:creationId xmlns:a16="http://schemas.microsoft.com/office/drawing/2014/main" id="{33F1D5A1-6A33-4BAF-B754-E6EE9BB4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הפוגה קצרה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954393e0fc4005"/>
          <a:stretch xmlns:a="http://schemas.openxmlformats.org/drawingml/2006/main"/>
        </p:blipFill>
        <p:spPr>
          <a:xfrm xmlns:a="http://schemas.openxmlformats.org/drawingml/2006/main">
            <a:off x="4286250" y="1304925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4" name="text-693">
            <a:extLst xmlns:a="http://schemas.openxmlformats.org/drawingml/2006/main">
              <a:ext uri="{FF2B5EF4-FFF2-40B4-BE49-F238E27FC236}">
                <a16:creationId xmlns:a16="http://schemas.microsoft.com/office/drawing/2014/main" id="{BA72AEFA-8853-43B8-BEFC-34F54A4F4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C857"/>
                </a:solidFill>
                <a:latin typeface="Nunito"/>
                <a:ea typeface="Nunito"/>
                <a:cs typeface="Nunito"/>
              </a:defRPr>
            </a:pPr>
            <a:r>
              <a:rPr sz="2700" b="1">
                <a:solidFill>
                  <a:srgbClr val="FFC857"/>
                </a:solidFill>
                <a:latin typeface="Nunito"/>
                <a:ea typeface="Nunito"/>
                <a:cs typeface="Nunito"/>
              </a:rPr>
              <a:t>He has found the missing piece. Behind his ear.</a:t>
            </a:r>
          </a:p>
        </p:txBody>
      </p:sp>
      <p:sp>
        <p:nvSpPr>
          <p:cNvPr id="5" name="text-694">
            <a:extLst xmlns:a="http://schemas.openxmlformats.org/drawingml/2006/main">
              <a:ext uri="{FF2B5EF4-FFF2-40B4-BE49-F238E27FC236}">
                <a16:creationId xmlns:a16="http://schemas.microsoft.com/office/drawing/2014/main" id="{DADB88B0-FC3E-4B0B-8AA2-9BCF45289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94 / 108</a:t>
            </a:r>
          </a:p>
        </p:txBody>
      </p:sp>
    </p:spTree>
    <p:extLst>
      <p:ext uri="{BB962C8B-B14F-4D97-AF65-F5344CB8AC3E}">
        <p14:creationId xmlns:p14="http://schemas.microsoft.com/office/powerpoint/2010/main" val="1627035582"/>
      </p:ext>
    </p:extLst>
  </p:cSld>
</p:sld>
</file>

<file path=ppt/slides/slide9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695">
            <a:extLst xmlns:a="http://schemas.openxmlformats.org/drawingml/2006/main">
              <a:ext uri="{FF2B5EF4-FFF2-40B4-BE49-F238E27FC236}">
                <a16:creationId xmlns:a16="http://schemas.microsoft.com/office/drawing/2014/main" id="{3468C2F5-1893-4EC8-B74B-46CB71C3D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2e965dc2798248e3"/>
              </a:rPr>
              <a:t>⌂</a:t>
            </a:r>
          </a:p>
        </p:txBody>
      </p:sp>
      <p:sp>
        <p:nvSpPr>
          <p:cNvPr id="2" name="title-696">
            <a:extLst xmlns:a="http://schemas.openxmlformats.org/drawingml/2006/main">
              <a:ext uri="{FF2B5EF4-FFF2-40B4-BE49-F238E27FC236}">
                <a16:creationId xmlns:a16="http://schemas.microsoft.com/office/drawing/2014/main" id="{CB299255-BA2F-4103-8F82-BC95BF54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עריכה: נושא ופועל</a:t>
            </a:r>
          </a:p>
        </p:txBody>
      </p:sp>
      <p:sp>
        <p:nvSpPr>
          <p:cNvPr id="3" name="text-697">
            <a:extLst xmlns:a="http://schemas.openxmlformats.org/drawingml/2006/main">
              <a:ext uri="{FF2B5EF4-FFF2-40B4-BE49-F238E27FC236}">
                <a16:creationId xmlns:a16="http://schemas.microsoft.com/office/drawing/2014/main" id="{E5781992-CEB6-400A-98D0-14D8BCD77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04925"/>
            <a:ext cx="1047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0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Which sentence is correct?</a:t>
            </a:r>
          </a:p>
        </p:txBody>
      </p:sp>
      <p:sp>
        <p:nvSpPr>
          <p:cNvPr id="4" name="text-698">
            <a:extLst xmlns:a="http://schemas.openxmlformats.org/drawingml/2006/main">
              <a:ext uri="{FF2B5EF4-FFF2-40B4-BE49-F238E27FC236}">
                <a16:creationId xmlns:a16="http://schemas.microsoft.com/office/drawing/2014/main" id="{9FD59E17-880A-4E40-864F-43E2DDFE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193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Playing together help students.</a:t>
            </a:r>
          </a:p>
        </p:txBody>
      </p:sp>
      <p:sp>
        <p:nvSpPr>
          <p:cNvPr id="5" name="text-699">
            <a:extLst xmlns:a="http://schemas.openxmlformats.org/drawingml/2006/main">
              <a:ext uri="{FF2B5EF4-FFF2-40B4-BE49-F238E27FC236}">
                <a16:creationId xmlns:a16="http://schemas.microsoft.com/office/drawing/2014/main" id="{DB1A3787-3D49-40E1-B98A-087417AD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575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Playing together helps students.</a:t>
            </a:r>
          </a:p>
        </p:txBody>
      </p:sp>
      <p:sp>
        <p:nvSpPr>
          <p:cNvPr id="6" name="text-700">
            <a:extLst xmlns:a="http://schemas.openxmlformats.org/drawingml/2006/main">
              <a:ext uri="{FF2B5EF4-FFF2-40B4-BE49-F238E27FC236}">
                <a16:creationId xmlns:a16="http://schemas.microsoft.com/office/drawing/2014/main" id="{E984F505-8C30-45AB-84DE-EBDD4370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57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Playing together helping students.</a:t>
            </a:r>
          </a:p>
        </p:txBody>
      </p:sp>
      <p:sp>
        <p:nvSpPr>
          <p:cNvPr id="7" name="text-701">
            <a:extLst xmlns:a="http://schemas.openxmlformats.org/drawingml/2006/main">
              <a:ext uri="{FF2B5EF4-FFF2-40B4-BE49-F238E27FC236}">
                <a16:creationId xmlns:a16="http://schemas.microsoft.com/office/drawing/2014/main" id="{7FFDB02B-0CD9-4B9C-A916-7CFBEC936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95 / 108</a:t>
            </a:r>
          </a:p>
        </p:txBody>
      </p:sp>
    </p:spTree>
    <p:extLst>
      <p:ext uri="{BB962C8B-B14F-4D97-AF65-F5344CB8AC3E}">
        <p14:creationId xmlns:p14="http://schemas.microsoft.com/office/powerpoint/2010/main" val="1077489848"/>
      </p:ext>
    </p:extLst>
  </p:cSld>
</p:sld>
</file>

<file path=ppt/slides/slide9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702">
            <a:extLst xmlns:a="http://schemas.openxmlformats.org/drawingml/2006/main">
              <a:ext uri="{FF2B5EF4-FFF2-40B4-BE49-F238E27FC236}">
                <a16:creationId xmlns:a16="http://schemas.microsoft.com/office/drawing/2014/main" id="{9EE0A7EF-6487-4A70-9200-DB9E0D5C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c697e4fb82f64a5c"/>
              </a:rPr>
              <a:t>⌂</a:t>
            </a:r>
          </a:p>
        </p:txBody>
      </p:sp>
      <p:sp>
        <p:nvSpPr>
          <p:cNvPr id="2" name="title-703">
            <a:extLst xmlns:a="http://schemas.openxmlformats.org/drawingml/2006/main">
              <a:ext uri="{FF2B5EF4-FFF2-40B4-BE49-F238E27FC236}">
                <a16:creationId xmlns:a16="http://schemas.microsoft.com/office/drawing/2014/main" id="{47304C30-D487-42F0-A46D-4223BF585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עריכה: נושא ופועל</a:t>
            </a:r>
          </a:p>
        </p:txBody>
      </p:sp>
      <p:sp>
        <p:nvSpPr>
          <p:cNvPr id="3" name="text-704">
            <a:extLst xmlns:a="http://schemas.openxmlformats.org/drawingml/2006/main">
              <a:ext uri="{FF2B5EF4-FFF2-40B4-BE49-F238E27FC236}">
                <a16:creationId xmlns:a16="http://schemas.microsoft.com/office/drawing/2014/main" id="{02E4DEFE-5ECC-4E10-B082-7E699413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04925"/>
            <a:ext cx="1047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0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Which sentence is correct?</a:t>
            </a:r>
          </a:p>
        </p:txBody>
      </p:sp>
      <p:sp>
        <p:nvSpPr>
          <p:cNvPr id="4" name="text-705">
            <a:extLst xmlns:a="http://schemas.openxmlformats.org/drawingml/2006/main">
              <a:ext uri="{FF2B5EF4-FFF2-40B4-BE49-F238E27FC236}">
                <a16:creationId xmlns:a16="http://schemas.microsoft.com/office/drawing/2014/main" id="{5C0D3629-11F2-4DFC-B739-02AA907AA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193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Playing together help students.</a:t>
            </a:r>
          </a:p>
        </p:txBody>
      </p:sp>
      <p:sp>
        <p:nvSpPr>
          <p:cNvPr id="5" name="text-706">
            <a:extLst xmlns:a="http://schemas.openxmlformats.org/drawingml/2006/main">
              <a:ext uri="{FF2B5EF4-FFF2-40B4-BE49-F238E27FC236}">
                <a16:creationId xmlns:a16="http://schemas.microsoft.com/office/drawing/2014/main" id="{778662BD-A692-474F-9704-5AC91FF4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575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B   Playing together helps students.</a:t>
            </a:r>
          </a:p>
        </p:txBody>
      </p:sp>
      <p:sp>
        <p:nvSpPr>
          <p:cNvPr id="6" name="text-707">
            <a:extLst xmlns:a="http://schemas.openxmlformats.org/drawingml/2006/main">
              <a:ext uri="{FF2B5EF4-FFF2-40B4-BE49-F238E27FC236}">
                <a16:creationId xmlns:a16="http://schemas.microsoft.com/office/drawing/2014/main" id="{734BD0DF-1EA2-458E-B95E-9D86D15C4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57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Playing together helping students.</a:t>
            </a:r>
          </a:p>
        </p:txBody>
      </p:sp>
      <p:sp>
        <p:nvSpPr>
          <p:cNvPr id="7" name="text-708">
            <a:extLst xmlns:a="http://schemas.openxmlformats.org/drawingml/2006/main">
              <a:ext uri="{FF2B5EF4-FFF2-40B4-BE49-F238E27FC236}">
                <a16:creationId xmlns:a16="http://schemas.microsoft.com/office/drawing/2014/main" id="{38EC02CA-03B0-4D5D-9790-9C4FBB43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143500"/>
            <a:ext cx="1038225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הצירוף Playing together הוא נושא יחיד; הפועל הוא helps.</a:t>
            </a:r>
          </a:p>
        </p:txBody>
      </p:sp>
      <p:sp>
        <p:nvSpPr>
          <p:cNvPr id="8" name="text-709">
            <a:extLst xmlns:a="http://schemas.openxmlformats.org/drawingml/2006/main">
              <a:ext uri="{FF2B5EF4-FFF2-40B4-BE49-F238E27FC236}">
                <a16:creationId xmlns:a16="http://schemas.microsoft.com/office/drawing/2014/main" id="{ABF1BF3A-D3D9-4D5E-AC65-2317939E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96 / 108</a:t>
            </a:r>
          </a:p>
        </p:txBody>
      </p:sp>
    </p:spTree>
    <p:extLst>
      <p:ext uri="{BB962C8B-B14F-4D97-AF65-F5344CB8AC3E}">
        <p14:creationId xmlns:p14="http://schemas.microsoft.com/office/powerpoint/2010/main" val="5225537"/>
      </p:ext>
    </p:extLst>
  </p:cSld>
</p:sld>
</file>

<file path=ppt/slides/slide9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710">
            <a:extLst xmlns:a="http://schemas.openxmlformats.org/drawingml/2006/main">
              <a:ext uri="{FF2B5EF4-FFF2-40B4-BE49-F238E27FC236}">
                <a16:creationId xmlns:a16="http://schemas.microsoft.com/office/drawing/2014/main" id="{F0BA7A04-3959-47C1-B18E-351DCE3B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09955af01ef14332"/>
              </a:rPr>
              <a:t>⌂</a:t>
            </a:r>
          </a:p>
        </p:txBody>
      </p:sp>
      <p:sp>
        <p:nvSpPr>
          <p:cNvPr id="2" name="title-711">
            <a:extLst xmlns:a="http://schemas.openxmlformats.org/drawingml/2006/main">
              <a:ext uri="{FF2B5EF4-FFF2-40B4-BE49-F238E27FC236}">
                <a16:creationId xmlns:a16="http://schemas.microsoft.com/office/drawing/2014/main" id="{1680CE81-2049-4488-82DA-10019070C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עריכה: משפט תנאי</a:t>
            </a:r>
          </a:p>
        </p:txBody>
      </p:sp>
      <p:sp>
        <p:nvSpPr>
          <p:cNvPr id="3" name="text-712">
            <a:extLst xmlns:a="http://schemas.openxmlformats.org/drawingml/2006/main">
              <a:ext uri="{FF2B5EF4-FFF2-40B4-BE49-F238E27FC236}">
                <a16:creationId xmlns:a16="http://schemas.microsoft.com/office/drawing/2014/main" id="{43147A05-3743-4A57-92F9-D31F6002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04925"/>
            <a:ext cx="1047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0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Which sentence uses the first conditional correctly?</a:t>
            </a:r>
          </a:p>
        </p:txBody>
      </p:sp>
      <p:sp>
        <p:nvSpPr>
          <p:cNvPr id="4" name="text-713">
            <a:extLst xmlns:a="http://schemas.openxmlformats.org/drawingml/2006/main">
              <a:ext uri="{FF2B5EF4-FFF2-40B4-BE49-F238E27FC236}">
                <a16:creationId xmlns:a16="http://schemas.microsoft.com/office/drawing/2014/main" id="{D2F555F4-9194-4C3B-8502-0B365695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193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If students receive support, they will try again.</a:t>
            </a:r>
          </a:p>
        </p:txBody>
      </p:sp>
      <p:sp>
        <p:nvSpPr>
          <p:cNvPr id="5" name="text-714">
            <a:extLst xmlns:a="http://schemas.openxmlformats.org/drawingml/2006/main">
              <a:ext uri="{FF2B5EF4-FFF2-40B4-BE49-F238E27FC236}">
                <a16:creationId xmlns:a16="http://schemas.microsoft.com/office/drawing/2014/main" id="{B1CA7935-F485-4279-9BD4-A111C725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575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If students will receive support, they try again.</a:t>
            </a:r>
          </a:p>
        </p:txBody>
      </p:sp>
      <p:sp>
        <p:nvSpPr>
          <p:cNvPr id="6" name="text-715">
            <a:extLst xmlns:a="http://schemas.openxmlformats.org/drawingml/2006/main">
              <a:ext uri="{FF2B5EF4-FFF2-40B4-BE49-F238E27FC236}">
                <a16:creationId xmlns:a16="http://schemas.microsoft.com/office/drawing/2014/main" id="{CF1FC5B5-559A-47C7-B271-6D9A5F4D5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57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If students receive support, they will tried again.</a:t>
            </a:r>
          </a:p>
        </p:txBody>
      </p:sp>
      <p:sp>
        <p:nvSpPr>
          <p:cNvPr id="7" name="text-716">
            <a:extLst xmlns:a="http://schemas.openxmlformats.org/drawingml/2006/main">
              <a:ext uri="{FF2B5EF4-FFF2-40B4-BE49-F238E27FC236}">
                <a16:creationId xmlns:a16="http://schemas.microsoft.com/office/drawing/2014/main" id="{36FF30DD-7B8C-4B8C-8424-DABA3984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97 / 108</a:t>
            </a:r>
          </a:p>
        </p:txBody>
      </p:sp>
    </p:spTree>
    <p:extLst>
      <p:ext uri="{BB962C8B-B14F-4D97-AF65-F5344CB8AC3E}">
        <p14:creationId xmlns:p14="http://schemas.microsoft.com/office/powerpoint/2010/main" val="740631256"/>
      </p:ext>
    </p:extLst>
  </p:cSld>
</p:sld>
</file>

<file path=ppt/slides/slide9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717">
            <a:extLst xmlns:a="http://schemas.openxmlformats.org/drawingml/2006/main">
              <a:ext uri="{FF2B5EF4-FFF2-40B4-BE49-F238E27FC236}">
                <a16:creationId xmlns:a16="http://schemas.microsoft.com/office/drawing/2014/main" id="{7AE1463B-89FD-465D-92B6-0CEE088CB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9354074ac76a43d5"/>
              </a:rPr>
              <a:t>⌂</a:t>
            </a:r>
          </a:p>
        </p:txBody>
      </p:sp>
      <p:sp>
        <p:nvSpPr>
          <p:cNvPr id="2" name="title-718">
            <a:extLst xmlns:a="http://schemas.openxmlformats.org/drawingml/2006/main">
              <a:ext uri="{FF2B5EF4-FFF2-40B4-BE49-F238E27FC236}">
                <a16:creationId xmlns:a16="http://schemas.microsoft.com/office/drawing/2014/main" id="{0B27BE6F-6AE4-4D33-8576-FA38FF2D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עריכה: משפט תנאי</a:t>
            </a:r>
          </a:p>
        </p:txBody>
      </p:sp>
      <p:sp>
        <p:nvSpPr>
          <p:cNvPr id="3" name="text-719">
            <a:extLst xmlns:a="http://schemas.openxmlformats.org/drawingml/2006/main">
              <a:ext uri="{FF2B5EF4-FFF2-40B4-BE49-F238E27FC236}">
                <a16:creationId xmlns:a16="http://schemas.microsoft.com/office/drawing/2014/main" id="{B2825BB3-0C81-47A5-B188-560F4AE5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04925"/>
            <a:ext cx="1047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0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Which sentence uses the first conditional correctly?</a:t>
            </a:r>
          </a:p>
        </p:txBody>
      </p:sp>
      <p:sp>
        <p:nvSpPr>
          <p:cNvPr id="4" name="text-720">
            <a:extLst xmlns:a="http://schemas.openxmlformats.org/drawingml/2006/main">
              <a:ext uri="{FF2B5EF4-FFF2-40B4-BE49-F238E27FC236}">
                <a16:creationId xmlns:a16="http://schemas.microsoft.com/office/drawing/2014/main" id="{CD1A4549-6682-4E27-BF4A-B8A808A4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193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A   If students receive support, they will try again.</a:t>
            </a:r>
          </a:p>
        </p:txBody>
      </p:sp>
      <p:sp>
        <p:nvSpPr>
          <p:cNvPr id="5" name="text-721">
            <a:extLst xmlns:a="http://schemas.openxmlformats.org/drawingml/2006/main">
              <a:ext uri="{FF2B5EF4-FFF2-40B4-BE49-F238E27FC236}">
                <a16:creationId xmlns:a16="http://schemas.microsoft.com/office/drawing/2014/main" id="{FB83AA34-C756-4441-BD2C-8FC3DD65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575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If students will receive support, they try again.</a:t>
            </a:r>
          </a:p>
        </p:txBody>
      </p:sp>
      <p:sp>
        <p:nvSpPr>
          <p:cNvPr id="6" name="text-722">
            <a:extLst xmlns:a="http://schemas.openxmlformats.org/drawingml/2006/main">
              <a:ext uri="{FF2B5EF4-FFF2-40B4-BE49-F238E27FC236}">
                <a16:creationId xmlns:a16="http://schemas.microsoft.com/office/drawing/2014/main" id="{878D4549-2A14-453E-96CD-E51CDC159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57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If students receive support, they will tried again.</a:t>
            </a:r>
          </a:p>
        </p:txBody>
      </p:sp>
      <p:sp>
        <p:nvSpPr>
          <p:cNvPr id="7" name="text-723">
            <a:extLst xmlns:a="http://schemas.openxmlformats.org/drawingml/2006/main">
              <a:ext uri="{FF2B5EF4-FFF2-40B4-BE49-F238E27FC236}">
                <a16:creationId xmlns:a16="http://schemas.microsoft.com/office/drawing/2014/main" id="{E9425BA9-AA49-4E9C-8D68-04E4B613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143500"/>
            <a:ext cx="1038225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If + Present Simple, will + base verb. משפט 4 בחיבור מתאר תנאי אפשרי ותוצאה צפויה.</a:t>
            </a:r>
          </a:p>
        </p:txBody>
      </p:sp>
      <p:sp>
        <p:nvSpPr>
          <p:cNvPr id="8" name="text-724">
            <a:extLst xmlns:a="http://schemas.openxmlformats.org/drawingml/2006/main">
              <a:ext uri="{FF2B5EF4-FFF2-40B4-BE49-F238E27FC236}">
                <a16:creationId xmlns:a16="http://schemas.microsoft.com/office/drawing/2014/main" id="{4905E52D-CA2B-4188-AD24-C02A0FFDA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98 / 108</a:t>
            </a:r>
          </a:p>
        </p:txBody>
      </p:sp>
    </p:spTree>
    <p:extLst>
      <p:ext uri="{BB962C8B-B14F-4D97-AF65-F5344CB8AC3E}">
        <p14:creationId xmlns:p14="http://schemas.microsoft.com/office/powerpoint/2010/main" val="982442029"/>
      </p:ext>
    </p:extLst>
  </p:cSld>
</p:sld>
</file>

<file path=ppt/slides/slide9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725">
            <a:extLst xmlns:a="http://schemas.openxmlformats.org/drawingml/2006/main">
              <a:ext uri="{FF2B5EF4-FFF2-40B4-BE49-F238E27FC236}">
                <a16:creationId xmlns:a16="http://schemas.microsoft.com/office/drawing/2014/main" id="{327D9C88-F6A9-4F33-9725-A4B6D3F3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71b137d2fd734a98"/>
              </a:rPr>
              <a:t>⌂</a:t>
            </a:r>
          </a:p>
        </p:txBody>
      </p:sp>
      <p:sp>
        <p:nvSpPr>
          <p:cNvPr id="2" name="title-726">
            <a:extLst xmlns:a="http://schemas.openxmlformats.org/drawingml/2006/main">
              <a:ext uri="{FF2B5EF4-FFF2-40B4-BE49-F238E27FC236}">
                <a16:creationId xmlns:a16="http://schemas.microsoft.com/office/drawing/2014/main" id="{1B809F70-5568-453B-9546-A56E28D5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בדיקת חיבור</a:t>
            </a:r>
          </a:p>
        </p:txBody>
      </p:sp>
      <p:sp>
        <p:nvSpPr>
          <p:cNvPr id="3" name="text-727">
            <a:extLst xmlns:a="http://schemas.openxmlformats.org/drawingml/2006/main">
              <a:ext uri="{FF2B5EF4-FFF2-40B4-BE49-F238E27FC236}">
                <a16:creationId xmlns:a16="http://schemas.microsoft.com/office/drawing/2014/main" id="{5CDDC88C-8A8B-45A3-85BC-5205BA8D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Four paragraphs. An opposing idea. A supported opinion.</a:t>
            </a:r>
          </a:p>
        </p:txBody>
      </p:sp>
      <p:sp>
        <p:nvSpPr>
          <p:cNvPr id="4" name="text-728">
            <a:extLst xmlns:a="http://schemas.openxmlformats.org/drawingml/2006/main">
              <a:ext uri="{FF2B5EF4-FFF2-40B4-BE49-F238E27FC236}">
                <a16:creationId xmlns:a16="http://schemas.microsoft.com/office/drawing/2014/main" id="{96E0572E-3FF3-4A40-8225-F1EC5B53C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האם פסקה 2 מתחילה ב־On the one hand ופסקה 3 ב־On the other hand? האם חזרתי לעמדה שלי?</a:t>
            </a:r>
          </a:p>
        </p:txBody>
      </p:sp>
      <p:sp>
        <p:nvSpPr>
          <p:cNvPr id="5" name="text-729">
            <a:extLst xmlns:a="http://schemas.openxmlformats.org/drawingml/2006/main">
              <a:ext uri="{FF2B5EF4-FFF2-40B4-BE49-F238E27FC236}">
                <a16:creationId xmlns:a16="http://schemas.microsoft.com/office/drawing/2014/main" id="{6C9B1BF6-ACE6-4A3C-94A8-4C03BB38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99 / 108</a:t>
            </a:r>
          </a:p>
        </p:txBody>
      </p:sp>
    </p:spTree>
    <p:extLst>
      <p:ext uri="{BB962C8B-B14F-4D97-AF65-F5344CB8AC3E}">
        <p14:creationId xmlns:p14="http://schemas.microsoft.com/office/powerpoint/2010/main" val="1316354225"/>
      </p:ext>
    </p:extLst>
  </p:cSld>
</p:sld>
</file>

<file path=ppt/slides/slide10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730">
            <a:extLst xmlns:a="http://schemas.openxmlformats.org/drawingml/2006/main">
              <a:ext uri="{FF2B5EF4-FFF2-40B4-BE49-F238E27FC236}">
                <a16:creationId xmlns:a16="http://schemas.microsoft.com/office/drawing/2014/main" id="{77F3AA17-783F-41B7-A943-E29F6E1A8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0e25168cb36c4e8e"/>
              </a:rPr>
              <a:t>⌂</a:t>
            </a:r>
          </a:p>
        </p:txBody>
      </p:sp>
      <p:sp>
        <p:nvSpPr>
          <p:cNvPr id="2" name="title-731">
            <a:extLst xmlns:a="http://schemas.openxmlformats.org/drawingml/2006/main">
              <a:ext uri="{FF2B5EF4-FFF2-40B4-BE49-F238E27FC236}">
                <a16:creationId xmlns:a16="http://schemas.microsoft.com/office/drawing/2014/main" id="{D3619E90-F5A3-4E79-93EC-707A427E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בדיקת שפה</a:t>
            </a:r>
          </a:p>
        </p:txBody>
      </p:sp>
      <p:sp>
        <p:nvSpPr>
          <p:cNvPr id="3" name="text-732">
            <a:extLst xmlns:a="http://schemas.openxmlformats.org/drawingml/2006/main">
              <a:ext uri="{FF2B5EF4-FFF2-40B4-BE49-F238E27FC236}">
                <a16:creationId xmlns:a16="http://schemas.microsoft.com/office/drawing/2014/main" id="{F94FF56D-5503-4202-B541-290EBA77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meaningful / significant / central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beneficial / useful / practical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assist / improve</a:t>
            </a:r>
          </a:p>
        </p:txBody>
      </p:sp>
      <p:sp>
        <p:nvSpPr>
          <p:cNvPr id="4" name="text-733">
            <a:extLst xmlns:a="http://schemas.openxmlformats.org/drawingml/2006/main">
              <a:ext uri="{FF2B5EF4-FFF2-40B4-BE49-F238E27FC236}">
                <a16:creationId xmlns:a16="http://schemas.microsoft.com/office/drawing/2014/main" id="{0C49D5B1-5B0C-4FEA-97EF-7340AF44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בחרו מילה שמתאימה למשמעות. הימנעו מחזרה על אותה מילה ובדקו את הדקדוק.</a:t>
            </a:r>
          </a:p>
        </p:txBody>
      </p:sp>
      <p:sp>
        <p:nvSpPr>
          <p:cNvPr id="5" name="text-734">
            <a:extLst xmlns:a="http://schemas.openxmlformats.org/drawingml/2006/main">
              <a:ext uri="{FF2B5EF4-FFF2-40B4-BE49-F238E27FC236}">
                <a16:creationId xmlns:a16="http://schemas.microsoft.com/office/drawing/2014/main" id="{0BCBBE74-F934-4E3C-B5E6-DBDD644B3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100 / 108</a:t>
            </a:r>
          </a:p>
        </p:txBody>
      </p:sp>
    </p:spTree>
    <p:extLst>
      <p:ext uri="{BB962C8B-B14F-4D97-AF65-F5344CB8AC3E}">
        <p14:creationId xmlns:p14="http://schemas.microsoft.com/office/powerpoint/2010/main" val="52246767"/>
      </p:ext>
    </p:extLst>
  </p:cSld>
</p:sld>
</file>

<file path=ppt/slides/slide10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735">
            <a:extLst xmlns:a="http://schemas.openxmlformats.org/drawingml/2006/main">
              <a:ext uri="{FF2B5EF4-FFF2-40B4-BE49-F238E27FC236}">
                <a16:creationId xmlns:a16="http://schemas.microsoft.com/office/drawing/2014/main" id="{F0A08749-8C12-4D39-8432-0494BD57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8d399d4ad18e48f8"/>
              </a:rPr>
              <a:t>⌂</a:t>
            </a:r>
          </a:p>
        </p:txBody>
      </p:sp>
      <p:sp>
        <p:nvSpPr>
          <p:cNvPr id="2" name="title-736">
            <a:extLst xmlns:a="http://schemas.openxmlformats.org/drawingml/2006/main">
              <a:ext uri="{FF2B5EF4-FFF2-40B4-BE49-F238E27FC236}">
                <a16:creationId xmlns:a16="http://schemas.microsoft.com/office/drawing/2014/main" id="{603FFC8B-EB11-4895-AEAD-ADA0DCE8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הפוגה קצרה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9444e37ab845dd"/>
          <a:stretch xmlns:a="http://schemas.openxmlformats.org/drawingml/2006/main"/>
        </p:blipFill>
        <p:spPr>
          <a:xfrm xmlns:a="http://schemas.openxmlformats.org/drawingml/2006/main">
            <a:off x="4286250" y="1304925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4" name="text-737">
            <a:extLst xmlns:a="http://schemas.openxmlformats.org/drawingml/2006/main">
              <a:ext uri="{FF2B5EF4-FFF2-40B4-BE49-F238E27FC236}">
                <a16:creationId xmlns:a16="http://schemas.microsoft.com/office/drawing/2014/main" id="{FBBDEAEC-96A9-490D-8EA9-BAD921105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C857"/>
                </a:solidFill>
                <a:latin typeface="Nunito"/>
                <a:ea typeface="Nunito"/>
                <a:cs typeface="Nunito"/>
              </a:defRPr>
            </a:pPr>
            <a:r>
              <a:rPr sz="2700" b="1">
                <a:solidFill>
                  <a:srgbClr val="FFC857"/>
                </a:solidFill>
                <a:latin typeface="Nunito"/>
                <a:ea typeface="Nunito"/>
                <a:cs typeface="Nunito"/>
              </a:rPr>
              <a:t>A small idea. An unnecessarily large bag.</a:t>
            </a:r>
          </a:p>
        </p:txBody>
      </p:sp>
      <p:sp>
        <p:nvSpPr>
          <p:cNvPr id="5" name="text-738">
            <a:extLst xmlns:a="http://schemas.openxmlformats.org/drawingml/2006/main">
              <a:ext uri="{FF2B5EF4-FFF2-40B4-BE49-F238E27FC236}">
                <a16:creationId xmlns:a16="http://schemas.microsoft.com/office/drawing/2014/main" id="{9BD9276B-B32C-445C-862A-F2DC0B88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101 / 108</a:t>
            </a:r>
          </a:p>
        </p:txBody>
      </p:sp>
    </p:spTree>
    <p:extLst>
      <p:ext uri="{BB962C8B-B14F-4D97-AF65-F5344CB8AC3E}">
        <p14:creationId xmlns:p14="http://schemas.microsoft.com/office/powerpoint/2010/main" val="1869320259"/>
      </p:ext>
    </p:extLst>
  </p:cSld>
</p:sld>
</file>

<file path=ppt/slides/slide10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739">
            <a:extLst xmlns:a="http://schemas.openxmlformats.org/drawingml/2006/main">
              <a:ext uri="{FF2B5EF4-FFF2-40B4-BE49-F238E27FC236}">
                <a16:creationId xmlns:a16="http://schemas.microsoft.com/office/drawing/2014/main" id="{536C4CF0-1ABA-492B-88C4-1C7A545F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92cb8ab9a5094961"/>
              </a:rPr>
              <a:t>⌂</a:t>
            </a:r>
          </a:p>
        </p:txBody>
      </p:sp>
      <p:sp>
        <p:nvSpPr>
          <p:cNvPr id="2" name="title-740">
            <a:extLst xmlns:a="http://schemas.openxmlformats.org/drawingml/2006/main">
              <a:ext uri="{FF2B5EF4-FFF2-40B4-BE49-F238E27FC236}">
                <a16:creationId xmlns:a16="http://schemas.microsoft.com/office/drawing/2014/main" id="{B5AD6604-11BD-4F20-BBEB-528DAB6C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כתיבה עצמאית</a:t>
            </a:r>
          </a:p>
        </p:txBody>
      </p:sp>
      <p:sp>
        <p:nvSpPr>
          <p:cNvPr id="3" name="text-741">
            <a:extLst xmlns:a="http://schemas.openxmlformats.org/drawingml/2006/main">
              <a:ext uri="{FF2B5EF4-FFF2-40B4-BE49-F238E27FC236}">
                <a16:creationId xmlns:a16="http://schemas.microsoft.com/office/drawing/2014/main" id="{EB6459E8-E0C6-4DEC-B7B0-34B2D02E4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62100"/>
            <a:ext cx="10477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3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Should teenagers have an after-school job?</a:t>
            </a:r>
          </a:p>
          <a:p xmlns:a="http://schemas.openxmlformats.org/drawingml/2006/main">
            <a:pPr algn="ctr">
              <a:defRPr sz="33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3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Write 120–140 words.</a:t>
            </a:r>
          </a:p>
        </p:txBody>
      </p:sp>
      <p:sp>
        <p:nvSpPr>
          <p:cNvPr id="4" name="text-742">
            <a:extLst xmlns:a="http://schemas.openxmlformats.org/drawingml/2006/main">
              <a:ext uri="{FF2B5EF4-FFF2-40B4-BE49-F238E27FC236}">
                <a16:creationId xmlns:a16="http://schemas.microsoft.com/office/drawing/2014/main" id="{5E884D26-3D80-4484-8793-1EC540C52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10287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32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32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ארבע פסקאות. כתבו משפט אחד בכל פעם: פתיחה, עמדה, נגד, בעד וסיכום.</a:t>
            </a:r>
          </a:p>
        </p:txBody>
      </p:sp>
      <p:sp>
        <p:nvSpPr>
          <p:cNvPr id="5" name="text-743">
            <a:extLst xmlns:a="http://schemas.openxmlformats.org/drawingml/2006/main">
              <a:ext uri="{FF2B5EF4-FFF2-40B4-BE49-F238E27FC236}">
                <a16:creationId xmlns:a16="http://schemas.microsoft.com/office/drawing/2014/main" id="{FCE57D07-E6ED-4F27-8015-382804ACC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43400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375" b="1">
                <a:solidFill>
                  <a:srgbClr val="FFC857"/>
                </a:solidFill>
                <a:latin typeface="Nunito"/>
                <a:ea typeface="Nunito"/>
                <a:cs typeface="Nunito"/>
              </a:defRPr>
            </a:pPr>
            <a:r>
              <a:rPr sz="6375" b="1">
                <a:solidFill>
                  <a:srgbClr val="FFC857"/>
                </a:solidFill>
                <a:latin typeface="Nunito"/>
                <a:ea typeface="Nunito"/>
                <a:cs typeface="Nunito"/>
              </a:rPr>
              <a:t>12:00</a:t>
            </a:r>
          </a:p>
        </p:txBody>
      </p:sp>
      <p:sp>
        <p:nvSpPr>
          <p:cNvPr id="6" name="text-744">
            <a:extLst xmlns:a="http://schemas.openxmlformats.org/drawingml/2006/main">
              <a:ext uri="{FF2B5EF4-FFF2-40B4-BE49-F238E27FC236}">
                <a16:creationId xmlns:a16="http://schemas.microsoft.com/office/drawing/2014/main" id="{F19575BF-B6D2-43DC-B7FD-091F10D0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53075"/>
            <a:ext cx="1028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8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1800" b="1" lang="he-IL">
                <a:solidFill>
                  <a:srgbClr val="4EE5FF"/>
                </a:solidFill>
                <a:latin typeface="Heebo"/>
                <a:ea typeface="Heebo"/>
                <a:cs typeface="Heebo"/>
                <a:hlinkClick xmlns:r="http://schemas.openxmlformats.org/officeDocument/2006/relationships" r:id="Rdc09b20b388340a7"/>
              </a:rPr>
              <a:t>שעון פעיל במצגת באתר</a:t>
            </a:r>
          </a:p>
        </p:txBody>
      </p:sp>
      <p:sp>
        <p:nvSpPr>
          <p:cNvPr id="7" name="text-745">
            <a:extLst xmlns:a="http://schemas.openxmlformats.org/drawingml/2006/main">
              <a:ext uri="{FF2B5EF4-FFF2-40B4-BE49-F238E27FC236}">
                <a16:creationId xmlns:a16="http://schemas.microsoft.com/office/drawing/2014/main" id="{1C88CA30-D3FC-4F23-BBC8-684DF90E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102 / 108</a:t>
            </a:r>
          </a:p>
        </p:txBody>
      </p:sp>
    </p:spTree>
    <p:extLst>
      <p:ext uri="{BB962C8B-B14F-4D97-AF65-F5344CB8AC3E}">
        <p14:creationId xmlns:p14="http://schemas.microsoft.com/office/powerpoint/2010/main" val="533545703"/>
      </p:ext>
    </p:extLst>
  </p:cSld>
</p:sld>
</file>

<file path=ppt/slides/slide10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746">
            <a:extLst xmlns:a="http://schemas.openxmlformats.org/drawingml/2006/main">
              <a:ext uri="{FF2B5EF4-FFF2-40B4-BE49-F238E27FC236}">
                <a16:creationId xmlns:a16="http://schemas.microsoft.com/office/drawing/2014/main" id="{02024628-5628-436C-B883-879AB5FA3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50e1113ab4094e82"/>
              </a:rPr>
              <a:t>⌂</a:t>
            </a:r>
          </a:p>
        </p:txBody>
      </p:sp>
      <p:sp>
        <p:nvSpPr>
          <p:cNvPr id="2" name="title-747">
            <a:extLst xmlns:a="http://schemas.openxmlformats.org/drawingml/2006/main">
              <a:ext uri="{FF2B5EF4-FFF2-40B4-BE49-F238E27FC236}">
                <a16:creationId xmlns:a16="http://schemas.microsoft.com/office/drawing/2014/main" id="{1F1EBB50-4FDB-4B81-91CF-C083CD399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בדיקה עצמית</a:t>
            </a:r>
          </a:p>
        </p:txBody>
      </p:sp>
      <p:sp>
        <p:nvSpPr>
          <p:cNvPr id="3" name="text-748">
            <a:extLst xmlns:a="http://schemas.openxmlformats.org/drawingml/2006/main">
              <a:ext uri="{FF2B5EF4-FFF2-40B4-BE49-F238E27FC236}">
                <a16:creationId xmlns:a16="http://schemas.microsoft.com/office/drawing/2014/main" id="{812BAA55-2F05-4F97-9C34-5927F1BED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62100"/>
            <a:ext cx="10477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7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37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Read your essay and improve two things.</a:t>
            </a:r>
          </a:p>
        </p:txBody>
      </p:sp>
      <p:sp>
        <p:nvSpPr>
          <p:cNvPr id="4" name="text-749">
            <a:extLst xmlns:a="http://schemas.openxmlformats.org/drawingml/2006/main">
              <a:ext uri="{FF2B5EF4-FFF2-40B4-BE49-F238E27FC236}">
                <a16:creationId xmlns:a16="http://schemas.microsoft.com/office/drawing/2014/main" id="{EE16DEEB-0EE0-4221-950C-C5B0DFA76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10287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32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32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ספרו מילים. אם חסרות מילים, הוסיפו הסבר או דוגמה בתוך פסקאות הגוף.</a:t>
            </a:r>
          </a:p>
        </p:txBody>
      </p:sp>
      <p:sp>
        <p:nvSpPr>
          <p:cNvPr id="5" name="text-750">
            <a:extLst xmlns:a="http://schemas.openxmlformats.org/drawingml/2006/main">
              <a:ext uri="{FF2B5EF4-FFF2-40B4-BE49-F238E27FC236}">
                <a16:creationId xmlns:a16="http://schemas.microsoft.com/office/drawing/2014/main" id="{4289F88C-AA38-4BBA-AA22-28F77543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43400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375" b="1">
                <a:solidFill>
                  <a:srgbClr val="FFC857"/>
                </a:solidFill>
                <a:latin typeface="Nunito"/>
                <a:ea typeface="Nunito"/>
                <a:cs typeface="Nunito"/>
              </a:defRPr>
            </a:pPr>
            <a:r>
              <a:rPr sz="6375" b="1">
                <a:solidFill>
                  <a:srgbClr val="FFC857"/>
                </a:solidFill>
                <a:latin typeface="Nunito"/>
                <a:ea typeface="Nunito"/>
                <a:cs typeface="Nunito"/>
              </a:rPr>
              <a:t>02:00</a:t>
            </a:r>
          </a:p>
        </p:txBody>
      </p:sp>
      <p:sp>
        <p:nvSpPr>
          <p:cNvPr id="6" name="text-751">
            <a:extLst xmlns:a="http://schemas.openxmlformats.org/drawingml/2006/main">
              <a:ext uri="{FF2B5EF4-FFF2-40B4-BE49-F238E27FC236}">
                <a16:creationId xmlns:a16="http://schemas.microsoft.com/office/drawing/2014/main" id="{AF0C360D-4BED-4A8D-A6C8-0C3C4F12A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53075"/>
            <a:ext cx="1028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18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1800" b="1" lang="he-IL">
                <a:solidFill>
                  <a:srgbClr val="4EE5FF"/>
                </a:solidFill>
                <a:latin typeface="Heebo"/>
                <a:ea typeface="Heebo"/>
                <a:cs typeface="Heebo"/>
                <a:hlinkClick xmlns:r="http://schemas.openxmlformats.org/officeDocument/2006/relationships" r:id="R7e562165f7e84413"/>
              </a:rPr>
              <a:t>שעון פעיל במצגת באתר</a:t>
            </a:r>
          </a:p>
        </p:txBody>
      </p:sp>
      <p:sp>
        <p:nvSpPr>
          <p:cNvPr id="7" name="text-752">
            <a:extLst xmlns:a="http://schemas.openxmlformats.org/drawingml/2006/main">
              <a:ext uri="{FF2B5EF4-FFF2-40B4-BE49-F238E27FC236}">
                <a16:creationId xmlns:a16="http://schemas.microsoft.com/office/drawing/2014/main" id="{200166BD-4FDA-4E59-9038-E545516C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103 / 108</a:t>
            </a:r>
          </a:p>
        </p:txBody>
      </p:sp>
    </p:spTree>
    <p:extLst>
      <p:ext uri="{BB962C8B-B14F-4D97-AF65-F5344CB8AC3E}">
        <p14:creationId xmlns:p14="http://schemas.microsoft.com/office/powerpoint/2010/main" val="984667539"/>
      </p:ext>
    </p:extLst>
  </p:cSld>
</p:sld>
</file>

<file path=ppt/slides/slide10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753">
            <a:extLst xmlns:a="http://schemas.openxmlformats.org/drawingml/2006/main">
              <a:ext uri="{FF2B5EF4-FFF2-40B4-BE49-F238E27FC236}">
                <a16:creationId xmlns:a16="http://schemas.microsoft.com/office/drawing/2014/main" id="{89C1C36A-4C0E-4E91-8885-5EC02C4F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b32f2d91da044d40"/>
              </a:rPr>
              <a:t>⌂</a:t>
            </a:r>
          </a:p>
        </p:txBody>
      </p:sp>
      <p:sp>
        <p:nvSpPr>
          <p:cNvPr id="2" name="title-754">
            <a:extLst xmlns:a="http://schemas.openxmlformats.org/drawingml/2006/main">
              <a:ext uri="{FF2B5EF4-FFF2-40B4-BE49-F238E27FC236}">
                <a16:creationId xmlns:a16="http://schemas.microsoft.com/office/drawing/2014/main" id="{CF32D56A-32FA-4DBA-99A8-56B965024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סימון לצורך משוב</a:t>
            </a:r>
          </a:p>
        </p:txBody>
      </p:sp>
      <p:sp>
        <p:nvSpPr>
          <p:cNvPr id="3" name="text-755">
            <a:extLst xmlns:a="http://schemas.openxmlformats.org/drawingml/2006/main">
              <a:ext uri="{FF2B5EF4-FFF2-40B4-BE49-F238E27FC236}">
                <a16:creationId xmlns:a16="http://schemas.microsoft.com/office/drawing/2014/main" id="{CAE24E7D-9C93-41A6-89FB-B7ECEA8B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I claim that</a:t>
            </a:r>
          </a:p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First Conditional / Present Perfect / Passive</a:t>
            </a:r>
          </a:p>
        </p:txBody>
      </p:sp>
      <p:sp>
        <p:nvSpPr>
          <p:cNvPr id="4" name="text-756">
            <a:extLst xmlns:a="http://schemas.openxmlformats.org/drawingml/2006/main">
              <a:ext uri="{FF2B5EF4-FFF2-40B4-BE49-F238E27FC236}">
                <a16:creationId xmlns:a16="http://schemas.microsoft.com/office/drawing/2014/main" id="{F9A71163-D669-4A6A-824C-DFC5C9E7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בדקו גם Gerund ומילות קישור. המבנים צריכים לשרת את הטיעון.</a:t>
            </a:r>
          </a:p>
        </p:txBody>
      </p:sp>
      <p:sp>
        <p:nvSpPr>
          <p:cNvPr id="5" name="text-757">
            <a:extLst xmlns:a="http://schemas.openxmlformats.org/drawingml/2006/main">
              <a:ext uri="{FF2B5EF4-FFF2-40B4-BE49-F238E27FC236}">
                <a16:creationId xmlns:a16="http://schemas.microsoft.com/office/drawing/2014/main" id="{76561778-4F1C-4FA6-A24B-48D7998B2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104 / 108</a:t>
            </a:r>
          </a:p>
        </p:txBody>
      </p:sp>
    </p:spTree>
    <p:extLst>
      <p:ext uri="{BB962C8B-B14F-4D97-AF65-F5344CB8AC3E}">
        <p14:creationId xmlns:p14="http://schemas.microsoft.com/office/powerpoint/2010/main" val="2097048754"/>
      </p:ext>
    </p:extLst>
  </p:cSld>
</p:sld>
</file>

<file path=ppt/slides/slide10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758">
            <a:extLst xmlns:a="http://schemas.openxmlformats.org/drawingml/2006/main">
              <a:ext uri="{FF2B5EF4-FFF2-40B4-BE49-F238E27FC236}">
                <a16:creationId xmlns:a16="http://schemas.microsoft.com/office/drawing/2014/main" id="{BF54682D-3C05-4B22-BA91-5C37EC92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03b9c65ef4974056"/>
              </a:rPr>
              <a:t>⌂</a:t>
            </a:r>
          </a:p>
        </p:txBody>
      </p:sp>
      <p:sp>
        <p:nvSpPr>
          <p:cNvPr id="2" name="title-759">
            <a:extLst xmlns:a="http://schemas.openxmlformats.org/drawingml/2006/main">
              <a:ext uri="{FF2B5EF4-FFF2-40B4-BE49-F238E27FC236}">
                <a16:creationId xmlns:a16="http://schemas.microsoft.com/office/drawing/2014/main" id="{A4C0297C-EDD0-40CF-8AF6-20982F82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הפוגה קצרה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b1029230c4c94"/>
          <a:stretch xmlns:a="http://schemas.openxmlformats.org/drawingml/2006/main"/>
        </p:blipFill>
        <p:spPr>
          <a:xfrm xmlns:a="http://schemas.openxmlformats.org/drawingml/2006/main">
            <a:off x="4286250" y="1304925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4" name="text-760">
            <a:extLst xmlns:a="http://schemas.openxmlformats.org/drawingml/2006/main">
              <a:ext uri="{FF2B5EF4-FFF2-40B4-BE49-F238E27FC236}">
                <a16:creationId xmlns:a16="http://schemas.microsoft.com/office/drawing/2014/main" id="{88C2258D-4161-47FF-A9FD-17490230F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C857"/>
                </a:solidFill>
                <a:latin typeface="Nunito"/>
                <a:ea typeface="Nunito"/>
                <a:cs typeface="Nunito"/>
              </a:defRPr>
            </a:pPr>
            <a:r>
              <a:rPr sz="2700" b="1">
                <a:solidFill>
                  <a:srgbClr val="FFC857"/>
                </a:solidFill>
                <a:latin typeface="Nunito"/>
                <a:ea typeface="Nunito"/>
                <a:cs typeface="Nunito"/>
              </a:rPr>
              <a:t>Everyone should be included. Even the chair needs practice.</a:t>
            </a:r>
          </a:p>
        </p:txBody>
      </p:sp>
      <p:sp>
        <p:nvSpPr>
          <p:cNvPr id="5" name="text-761">
            <a:extLst xmlns:a="http://schemas.openxmlformats.org/drawingml/2006/main">
              <a:ext uri="{FF2B5EF4-FFF2-40B4-BE49-F238E27FC236}">
                <a16:creationId xmlns:a16="http://schemas.microsoft.com/office/drawing/2014/main" id="{568C3F5D-F56A-44FB-AF8A-7ED6D022D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105 / 108</a:t>
            </a:r>
          </a:p>
        </p:txBody>
      </p:sp>
    </p:spTree>
    <p:extLst>
      <p:ext uri="{BB962C8B-B14F-4D97-AF65-F5344CB8AC3E}">
        <p14:creationId xmlns:p14="http://schemas.microsoft.com/office/powerpoint/2010/main" val="1610712651"/>
      </p:ext>
    </p:extLst>
  </p:cSld>
</p:sld>
</file>

<file path=ppt/slides/slide10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762">
            <a:extLst xmlns:a="http://schemas.openxmlformats.org/drawingml/2006/main">
              <a:ext uri="{FF2B5EF4-FFF2-40B4-BE49-F238E27FC236}">
                <a16:creationId xmlns:a16="http://schemas.microsoft.com/office/drawing/2014/main" id="{BF1931AD-C835-4FD0-B98D-B43B269DC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21be063f867a4e2c"/>
              </a:rPr>
              <a:t>⌂</a:t>
            </a:r>
          </a:p>
        </p:txBody>
      </p:sp>
      <p:sp>
        <p:nvSpPr>
          <p:cNvPr id="2" name="title-763">
            <a:extLst xmlns:a="http://schemas.openxmlformats.org/drawingml/2006/main">
              <a:ext uri="{FF2B5EF4-FFF2-40B4-BE49-F238E27FC236}">
                <a16:creationId xmlns:a16="http://schemas.microsoft.com/office/drawing/2014/main" id="{4B30D833-4714-4745-AE74-5563F33A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כרטיס יציאה</a:t>
            </a:r>
          </a:p>
        </p:txBody>
      </p:sp>
      <p:sp>
        <p:nvSpPr>
          <p:cNvPr id="3" name="text-764">
            <a:extLst xmlns:a="http://schemas.openxmlformats.org/drawingml/2006/main">
              <a:ext uri="{FF2B5EF4-FFF2-40B4-BE49-F238E27FC236}">
                <a16:creationId xmlns:a16="http://schemas.microsoft.com/office/drawing/2014/main" id="{C640F24A-FF1E-4C84-9BA2-6BD8C85A7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04925"/>
            <a:ext cx="1047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0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Which improvement makes the essay stronger?</a:t>
            </a:r>
          </a:p>
        </p:txBody>
      </p:sp>
      <p:sp>
        <p:nvSpPr>
          <p:cNvPr id="4" name="text-765">
            <a:extLst xmlns:a="http://schemas.openxmlformats.org/drawingml/2006/main">
              <a:ext uri="{FF2B5EF4-FFF2-40B4-BE49-F238E27FC236}">
                <a16:creationId xmlns:a16="http://schemas.microsoft.com/office/drawing/2014/main" id="{A39B7253-8D50-4A0F-890C-4CC9CF53D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193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Adding a difficult structure to every sentence.</a:t>
            </a:r>
          </a:p>
        </p:txBody>
      </p:sp>
      <p:sp>
        <p:nvSpPr>
          <p:cNvPr id="5" name="text-766">
            <a:extLst xmlns:a="http://schemas.openxmlformats.org/drawingml/2006/main">
              <a:ext uri="{FF2B5EF4-FFF2-40B4-BE49-F238E27FC236}">
                <a16:creationId xmlns:a16="http://schemas.microsoft.com/office/drawing/2014/main" id="{AEE03A82-67AC-47A6-9897-4F33EDC2D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575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B   Using clear reasons and grammar that fits the meaning.</a:t>
            </a:r>
          </a:p>
        </p:txBody>
      </p:sp>
      <p:sp>
        <p:nvSpPr>
          <p:cNvPr id="6" name="text-767">
            <a:extLst xmlns:a="http://schemas.openxmlformats.org/drawingml/2006/main">
              <a:ext uri="{FF2B5EF4-FFF2-40B4-BE49-F238E27FC236}">
                <a16:creationId xmlns:a16="http://schemas.microsoft.com/office/drawing/2014/main" id="{CF34F591-1E3C-465E-838F-AAD9CA6F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57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Writing as many connectors as possible.</a:t>
            </a:r>
          </a:p>
        </p:txBody>
      </p:sp>
      <p:sp>
        <p:nvSpPr>
          <p:cNvPr id="7" name="text-768">
            <a:extLst xmlns:a="http://schemas.openxmlformats.org/drawingml/2006/main">
              <a:ext uri="{FF2B5EF4-FFF2-40B4-BE49-F238E27FC236}">
                <a16:creationId xmlns:a16="http://schemas.microsoft.com/office/drawing/2014/main" id="{ADC5AB2A-45AB-4690-8244-B0DE7F8E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106 / 108</a:t>
            </a:r>
          </a:p>
        </p:txBody>
      </p:sp>
    </p:spTree>
    <p:extLst>
      <p:ext uri="{BB962C8B-B14F-4D97-AF65-F5344CB8AC3E}">
        <p14:creationId xmlns:p14="http://schemas.microsoft.com/office/powerpoint/2010/main" val="679602024"/>
      </p:ext>
    </p:extLst>
  </p:cSld>
</p:sld>
</file>

<file path=ppt/slides/slide10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769">
            <a:extLst xmlns:a="http://schemas.openxmlformats.org/drawingml/2006/main">
              <a:ext uri="{FF2B5EF4-FFF2-40B4-BE49-F238E27FC236}">
                <a16:creationId xmlns:a16="http://schemas.microsoft.com/office/drawing/2014/main" id="{30A3279F-40ED-4D71-899F-1D35B6823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68e0e46a30054104"/>
              </a:rPr>
              <a:t>⌂</a:t>
            </a:r>
          </a:p>
        </p:txBody>
      </p:sp>
      <p:sp>
        <p:nvSpPr>
          <p:cNvPr id="2" name="title-770">
            <a:extLst xmlns:a="http://schemas.openxmlformats.org/drawingml/2006/main">
              <a:ext uri="{FF2B5EF4-FFF2-40B4-BE49-F238E27FC236}">
                <a16:creationId xmlns:a16="http://schemas.microsoft.com/office/drawing/2014/main" id="{B49A73FB-556C-43DA-A53D-3F791E4E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כרטיס יציאה</a:t>
            </a:r>
          </a:p>
        </p:txBody>
      </p:sp>
      <p:sp>
        <p:nvSpPr>
          <p:cNvPr id="3" name="text-771">
            <a:extLst xmlns:a="http://schemas.openxmlformats.org/drawingml/2006/main">
              <a:ext uri="{FF2B5EF4-FFF2-40B4-BE49-F238E27FC236}">
                <a16:creationId xmlns:a16="http://schemas.microsoft.com/office/drawing/2014/main" id="{23F0927D-FAEF-4A72-8F65-60FB744C4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04925"/>
            <a:ext cx="1047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00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Which improvement makes the essay stronger?</a:t>
            </a:r>
          </a:p>
        </p:txBody>
      </p:sp>
      <p:sp>
        <p:nvSpPr>
          <p:cNvPr id="4" name="text-772">
            <a:extLst xmlns:a="http://schemas.openxmlformats.org/drawingml/2006/main">
              <a:ext uri="{FF2B5EF4-FFF2-40B4-BE49-F238E27FC236}">
                <a16:creationId xmlns:a16="http://schemas.microsoft.com/office/drawing/2014/main" id="{AD9AE946-76C1-4D43-BDA2-95702256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193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   Adding a difficult structure to every sentence.</a:t>
            </a:r>
          </a:p>
        </p:txBody>
      </p:sp>
      <p:sp>
        <p:nvSpPr>
          <p:cNvPr id="5" name="text-773">
            <a:extLst xmlns:a="http://schemas.openxmlformats.org/drawingml/2006/main">
              <a:ext uri="{FF2B5EF4-FFF2-40B4-BE49-F238E27FC236}">
                <a16:creationId xmlns:a16="http://schemas.microsoft.com/office/drawing/2014/main" id="{6386985E-EEF3-4C4C-9483-5FD74A19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575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DFFF5B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DFFF5B"/>
                </a:solidFill>
                <a:latin typeface="Nunito"/>
                <a:ea typeface="Nunito"/>
                <a:cs typeface="Nunito"/>
              </a:rPr>
              <a:t>B   Using clear reasons and grammar that fits the meaning.</a:t>
            </a:r>
          </a:p>
        </p:txBody>
      </p:sp>
      <p:sp>
        <p:nvSpPr>
          <p:cNvPr id="6" name="text-774">
            <a:extLst xmlns:a="http://schemas.openxmlformats.org/drawingml/2006/main">
              <a:ext uri="{FF2B5EF4-FFF2-40B4-BE49-F238E27FC236}">
                <a16:creationId xmlns:a16="http://schemas.microsoft.com/office/drawing/2014/main" id="{D5C352D1-F2FB-42F2-B03A-1AB04CC18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57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325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C   Writing as many connectors as possible.</a:t>
            </a:r>
          </a:p>
        </p:txBody>
      </p:sp>
      <p:sp>
        <p:nvSpPr>
          <p:cNvPr id="7" name="text-775">
            <a:extLst xmlns:a="http://schemas.openxmlformats.org/drawingml/2006/main">
              <a:ext uri="{FF2B5EF4-FFF2-40B4-BE49-F238E27FC236}">
                <a16:creationId xmlns:a16="http://schemas.microsoft.com/office/drawing/2014/main" id="{1E090A48-8FBC-4DD1-902E-6D0C3EE0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143500"/>
            <a:ext cx="1038225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DFFF5B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DFFF5B"/>
                </a:solidFill>
                <a:latin typeface="Heebo"/>
                <a:ea typeface="Heebo"/>
                <a:cs typeface="Heebo"/>
              </a:rPr>
              <a:t>החיבור מתחזק כשהטיעון ברור והשפה מדויקת ומתאימה למשמעות.</a:t>
            </a:r>
          </a:p>
        </p:txBody>
      </p:sp>
      <p:sp>
        <p:nvSpPr>
          <p:cNvPr id="8" name="text-776">
            <a:extLst xmlns:a="http://schemas.openxmlformats.org/drawingml/2006/main">
              <a:ext uri="{FF2B5EF4-FFF2-40B4-BE49-F238E27FC236}">
                <a16:creationId xmlns:a16="http://schemas.microsoft.com/office/drawing/2014/main" id="{5CFEE534-8C2F-4F21-B3A1-C06E52F1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107 / 108</a:t>
            </a:r>
          </a:p>
        </p:txBody>
      </p:sp>
    </p:spTree>
    <p:extLst>
      <p:ext uri="{BB962C8B-B14F-4D97-AF65-F5344CB8AC3E}">
        <p14:creationId xmlns:p14="http://schemas.microsoft.com/office/powerpoint/2010/main" val="344571319"/>
      </p:ext>
    </p:extLst>
  </p:cSld>
</p:sld>
</file>

<file path=ppt/slides/slide10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42"/>
            </a:gs>
            <a:gs pos="65000">
              <a:srgbClr val="07111F"/>
            </a:gs>
            <a:gs pos="100000">
              <a:srgbClr val="161B35"/>
            </a:gs>
          </a:gsLst>
          <a:lin ang="144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777">
            <a:extLst xmlns:a="http://schemas.openxmlformats.org/drawingml/2006/main">
              <a:ext uri="{FF2B5EF4-FFF2-40B4-BE49-F238E27FC236}">
                <a16:creationId xmlns:a16="http://schemas.microsoft.com/office/drawing/2014/main" id="{C6E221E1-0353-4393-889A-0A735BBB4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41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2250" b="0">
                <a:solidFill>
                  <a:srgbClr val="F7F7F2"/>
                </a:solidFill>
                <a:latin typeface="Nunito"/>
                <a:ea typeface="Nunito"/>
                <a:cs typeface="Nunito"/>
                <a:hlinkClick xmlns:r="http://schemas.openxmlformats.org/officeDocument/2006/relationships" r:id="Ref147296652b433e"/>
              </a:rPr>
              <a:t>⌂</a:t>
            </a:r>
          </a:p>
        </p:txBody>
      </p:sp>
      <p:sp>
        <p:nvSpPr>
          <p:cNvPr id="2" name="title-778">
            <a:extLst xmlns:a="http://schemas.openxmlformats.org/drawingml/2006/main">
              <a:ext uri="{FF2B5EF4-FFF2-40B4-BE49-F238E27FC236}">
                <a16:creationId xmlns:a16="http://schemas.microsoft.com/office/drawing/2014/main" id="{15754D47-336D-4C72-AA7D-8A91E0519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48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defRPr>
            </a:pPr>
            <a:r>
              <a:rPr sz="2100" b="1" lang="he-IL">
                <a:solidFill>
                  <a:srgbClr val="4EE5FF"/>
                </a:solidFill>
                <a:latin typeface="Heebo"/>
                <a:ea typeface="Heebo"/>
                <a:cs typeface="Heebo"/>
              </a:rPr>
              <a:t>להמשך התרגול</a:t>
            </a:r>
          </a:p>
        </p:txBody>
      </p:sp>
      <p:sp>
        <p:nvSpPr>
          <p:cNvPr id="3" name="text-779">
            <a:extLst xmlns:a="http://schemas.openxmlformats.org/drawingml/2006/main">
              <a:ext uri="{FF2B5EF4-FFF2-40B4-BE49-F238E27FC236}">
                <a16:creationId xmlns:a16="http://schemas.microsoft.com/office/drawing/2014/main" id="{D476CD6F-4C95-43BD-A6EF-D2037182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38275"/>
            <a:ext cx="10572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7F7F2"/>
                </a:solidFill>
                <a:latin typeface="Nunito"/>
                <a:ea typeface="Nunito"/>
                <a:cs typeface="Nunito"/>
              </a:defRPr>
            </a:pPr>
            <a:r>
              <a:rPr sz="3450" b="1">
                <a:solidFill>
                  <a:srgbClr val="F7F7F2"/>
                </a:solidFill>
                <a:latin typeface="Nunito"/>
                <a:ea typeface="Nunito"/>
                <a:cs typeface="Nunito"/>
              </a:rPr>
              <a:t>An opinion. An opposing view. A return to your opinion.</a:t>
            </a:r>
          </a:p>
        </p:txBody>
      </p:sp>
      <p:sp>
        <p:nvSpPr>
          <p:cNvPr id="4" name="text-780">
            <a:extLst xmlns:a="http://schemas.openxmlformats.org/drawingml/2006/main">
              <a:ext uri="{FF2B5EF4-FFF2-40B4-BE49-F238E27FC236}">
                <a16:creationId xmlns:a16="http://schemas.microsoft.com/office/drawing/2014/main" id="{DB3561C2-2B33-4D2F-95CC-75CF58CB2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04394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rtl="1">
              <a:def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defRPr>
            </a:pPr>
            <a:r>
              <a:rPr sz="2475" b="1" lang="he-IL">
                <a:solidFill>
                  <a:srgbClr val="A9BDD2"/>
                </a:solidFill>
                <a:latin typeface="Heebo"/>
                <a:ea typeface="Heebo"/>
                <a:cs typeface="Heebo"/>
              </a:rPr>
              <a:t>ארבע פסקאות, 120–140 מילים. ההרחבות נשארות בתוך פסקאות הגוף.</a:t>
            </a:r>
          </a:p>
        </p:txBody>
      </p:sp>
      <p:sp>
        <p:nvSpPr>
          <p:cNvPr id="5" name="text-781">
            <a:extLst xmlns:a="http://schemas.openxmlformats.org/drawingml/2006/main">
              <a:ext uri="{FF2B5EF4-FFF2-40B4-BE49-F238E27FC236}">
                <a16:creationId xmlns:a16="http://schemas.microsoft.com/office/drawing/2014/main" id="{4B403E84-B017-4DA9-89E7-EB396955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DD2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A9BDD2"/>
                </a:solidFill>
                <a:latin typeface="Nunito"/>
                <a:ea typeface="Nunito"/>
                <a:cs typeface="Nunito"/>
              </a:rPr>
              <a:t>108 / 108</a:t>
            </a:r>
          </a:p>
        </p:txBody>
      </p:sp>
    </p:spTree>
    <p:extLst>
      <p:ext uri="{BB962C8B-B14F-4D97-AF65-F5344CB8AC3E}">
        <p14:creationId xmlns:p14="http://schemas.microsoft.com/office/powerpoint/2010/main" val="5695642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EE5FF"/>
      </a:hlink>
      <a:folHlink>
        <a:srgbClr val="4EE5F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2026-09-19T17:33:58.3630000Z</dcterms:created>
  <dcterms:modified xsi:type="dcterms:W3CDTF">2026-09-19T17:33:58.3630000Z</dcterms:modified>
</coreProperties>
</file>