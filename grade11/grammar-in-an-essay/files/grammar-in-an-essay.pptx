
<file path=[Content_Types].xml><?xml version="1.0" encoding="utf-8"?>
<Types xmlns="http://schemas.openxmlformats.org/package/2006/content-types">
  <Default Extension="xml" ContentType="application/vnd.openxmlformats-package.core-properties+xml"/>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860cd20543496e" /><Relationship Type="http://schemas.openxmlformats.org/officeDocument/2006/relationships/extended-properties" Target="/docProps/app.xml" Id="R9832b7b8c3884c91" /><Relationship Type="http://schemas.openxmlformats.org/officeDocument/2006/relationships/officeDocument" Target="/ppt/presentation.xml" Id="R1066cd0732ef444c" /></Relationships>
</file>

<file path=ppt/presentation.xml><?xml version="1.0" encoding="utf-8"?>
<p:presentation xmlns:p="http://schemas.openxmlformats.org/presentationml/2006/main">
  <p:sldMasterIdLst>
    <p:sldMasterId xmlns:r="http://schemas.openxmlformats.org/officeDocument/2006/relationships" id="2147483648" r:id="R2a5644ea5fbb4df5"/>
  </p:sldMasterIdLst>
  <p:notesMasterIdLst>
    <p:notesMasterId xmlns:r="http://schemas.openxmlformats.org/officeDocument/2006/relationships" r:id="R502ae7e4e35b4f9b"/>
  </p:notesMasterIdLst>
  <p:sldIdLst>
    <p:sldId xmlns:r="http://schemas.openxmlformats.org/officeDocument/2006/relationships" id="256" r:id="R74423c73ee1e4358"/>
    <p:sldId xmlns:r="http://schemas.openxmlformats.org/officeDocument/2006/relationships" id="257" r:id="Rbd044156034c4256"/>
    <p:sldId xmlns:r="http://schemas.openxmlformats.org/officeDocument/2006/relationships" id="258" r:id="R8b204e9e165e4f6e"/>
    <p:sldId xmlns:r="http://schemas.openxmlformats.org/officeDocument/2006/relationships" id="259" r:id="R088899cec19a43ff"/>
    <p:sldId xmlns:r="http://schemas.openxmlformats.org/officeDocument/2006/relationships" id="260" r:id="R09eedbd78a3043fd"/>
    <p:sldId xmlns:r="http://schemas.openxmlformats.org/officeDocument/2006/relationships" id="261" r:id="R50768afcdabb4e18"/>
    <p:sldId xmlns:r="http://schemas.openxmlformats.org/officeDocument/2006/relationships" id="262" r:id="R5e988ea2d7b14db3"/>
    <p:sldId xmlns:r="http://schemas.openxmlformats.org/officeDocument/2006/relationships" id="263" r:id="R9ebaac3b996444bd"/>
    <p:sldId xmlns:r="http://schemas.openxmlformats.org/officeDocument/2006/relationships" id="264" r:id="R18bdc6e12eb0431f"/>
    <p:sldId xmlns:r="http://schemas.openxmlformats.org/officeDocument/2006/relationships" id="265" r:id="R4c49add9b1ea4798"/>
    <p:sldId xmlns:r="http://schemas.openxmlformats.org/officeDocument/2006/relationships" id="266" r:id="R06db689a3757447d"/>
    <p:sldId xmlns:r="http://schemas.openxmlformats.org/officeDocument/2006/relationships" id="267" r:id="Rbc04cbd51d6f4a9f"/>
    <p:sldId xmlns:r="http://schemas.openxmlformats.org/officeDocument/2006/relationships" id="268" r:id="Rf6b17052883e498c"/>
    <p:sldId xmlns:r="http://schemas.openxmlformats.org/officeDocument/2006/relationships" id="269" r:id="Re7a0216e881747c9"/>
    <p:sldId xmlns:r="http://schemas.openxmlformats.org/officeDocument/2006/relationships" id="270" r:id="R89ab9f780d2f4b29"/>
    <p:sldId xmlns:r="http://schemas.openxmlformats.org/officeDocument/2006/relationships" id="271" r:id="R113e499cb41e4001"/>
    <p:sldId xmlns:r="http://schemas.openxmlformats.org/officeDocument/2006/relationships" id="272" r:id="R5f046dd3557341b0"/>
    <p:sldId xmlns:r="http://schemas.openxmlformats.org/officeDocument/2006/relationships" id="273" r:id="R02c1540cc9f74225"/>
    <p:sldId xmlns:r="http://schemas.openxmlformats.org/officeDocument/2006/relationships" id="274" r:id="Re59dd5f1a07b4f7f"/>
    <p:sldId xmlns:r="http://schemas.openxmlformats.org/officeDocument/2006/relationships" id="275" r:id="Ra748e38e6775454b"/>
    <p:sldId xmlns:r="http://schemas.openxmlformats.org/officeDocument/2006/relationships" id="276" r:id="R6d22aa0dbc874252"/>
    <p:sldId xmlns:r="http://schemas.openxmlformats.org/officeDocument/2006/relationships" id="277" r:id="R6fff5942ae184268"/>
    <p:sldId xmlns:r="http://schemas.openxmlformats.org/officeDocument/2006/relationships" id="278" r:id="R3ab862469d444b55"/>
    <p:sldId xmlns:r="http://schemas.openxmlformats.org/officeDocument/2006/relationships" id="279" r:id="Re359c2fc21cd44f9"/>
    <p:sldId xmlns:r="http://schemas.openxmlformats.org/officeDocument/2006/relationships" id="280" r:id="R1ef64b513f6444df"/>
    <p:sldId xmlns:r="http://schemas.openxmlformats.org/officeDocument/2006/relationships" id="281" r:id="Rd77965841fef48eb"/>
    <p:sldId xmlns:r="http://schemas.openxmlformats.org/officeDocument/2006/relationships" id="282" r:id="R0b9a32498f084701"/>
    <p:sldId xmlns:r="http://schemas.openxmlformats.org/officeDocument/2006/relationships" id="283" r:id="R4ce7e96ab2b24723"/>
    <p:sldId xmlns:r="http://schemas.openxmlformats.org/officeDocument/2006/relationships" id="284" r:id="Rba523f74f0254d31"/>
    <p:sldId xmlns:r="http://schemas.openxmlformats.org/officeDocument/2006/relationships" id="285" r:id="Re167defbf1fe42ea"/>
    <p:sldId xmlns:r="http://schemas.openxmlformats.org/officeDocument/2006/relationships" id="286" r:id="R385f75ec7c03413b"/>
    <p:sldId xmlns:r="http://schemas.openxmlformats.org/officeDocument/2006/relationships" id="287" r:id="Re527dcd2334a4172"/>
    <p:sldId xmlns:r="http://schemas.openxmlformats.org/officeDocument/2006/relationships" id="288" r:id="R173cf8a61f9a49b1"/>
    <p:sldId xmlns:r="http://schemas.openxmlformats.org/officeDocument/2006/relationships" id="289" r:id="R9764639f6f654138"/>
    <p:sldId xmlns:r="http://schemas.openxmlformats.org/officeDocument/2006/relationships" id="290" r:id="R1171ad2fdc24482b"/>
    <p:sldId xmlns:r="http://schemas.openxmlformats.org/officeDocument/2006/relationships" id="291" r:id="R2ba9f015056c4f5d"/>
    <p:sldId xmlns:r="http://schemas.openxmlformats.org/officeDocument/2006/relationships" id="292" r:id="Rb10ba08d49c84ce8"/>
    <p:sldId xmlns:r="http://schemas.openxmlformats.org/officeDocument/2006/relationships" id="293" r:id="Rdbea6178585f42f8"/>
    <p:sldId xmlns:r="http://schemas.openxmlformats.org/officeDocument/2006/relationships" id="294" r:id="R2eeec73f11f54191"/>
    <p:sldId xmlns:r="http://schemas.openxmlformats.org/officeDocument/2006/relationships" id="295" r:id="Re23b8f60de4a4244"/>
    <p:sldId xmlns:r="http://schemas.openxmlformats.org/officeDocument/2006/relationships" id="296" r:id="Red887b83b21949e0"/>
    <p:sldId xmlns:r="http://schemas.openxmlformats.org/officeDocument/2006/relationships" id="297" r:id="Ra6c366c5671c43f4"/>
    <p:sldId xmlns:r="http://schemas.openxmlformats.org/officeDocument/2006/relationships" id="298" r:id="R46580ba5524e46f9"/>
    <p:sldId xmlns:r="http://schemas.openxmlformats.org/officeDocument/2006/relationships" id="299" r:id="Rf3151f6c8d804ea5"/>
    <p:sldId xmlns:r="http://schemas.openxmlformats.org/officeDocument/2006/relationships" id="300" r:id="R862ef68f421f47a0"/>
    <p:sldId xmlns:r="http://schemas.openxmlformats.org/officeDocument/2006/relationships" id="301" r:id="R64769f1eea814cf8"/>
    <p:sldId xmlns:r="http://schemas.openxmlformats.org/officeDocument/2006/relationships" id="302" r:id="Ra9f6a4cf843e4003"/>
    <p:sldId xmlns:r="http://schemas.openxmlformats.org/officeDocument/2006/relationships" id="303" r:id="Rea31e398504343e8"/>
    <p:sldId xmlns:r="http://schemas.openxmlformats.org/officeDocument/2006/relationships" id="304" r:id="R10d328ba08be44e0"/>
    <p:sldId xmlns:r="http://schemas.openxmlformats.org/officeDocument/2006/relationships" id="305" r:id="R3e262033c5db40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c2dab6c04946b0" /><Relationship Type="http://schemas.openxmlformats.org/officeDocument/2006/relationships/slideMaster" Target="/ppt/slideMasters/slideMaster1.xml" Id="R2a5644ea5fbb4df5" /><Relationship Type="http://schemas.openxmlformats.org/officeDocument/2006/relationships/notesMaster" Target="/ppt/notesMasters/notesMaster1.xml" Id="R502ae7e4e35b4f9b" /><Relationship Type="http://schemas.openxmlformats.org/officeDocument/2006/relationships/presProps" Target="/ppt/presProps.xml" Id="Rbf60af2d13714280" /><Relationship Type="http://schemas.openxmlformats.org/officeDocument/2006/relationships/tableStyles" Target="/ppt/tableStyles.xml" Id="R1561737f4b21465c" /><Relationship Type="http://schemas.openxmlformats.org/officeDocument/2006/relationships/slide" Target="/ppt/slides/slide1.xml" Id="R74423c73ee1e4358" /><Relationship Type="http://schemas.openxmlformats.org/officeDocument/2006/relationships/slide" Target="/ppt/slides/slide2.xml" Id="Rbd044156034c4256" /><Relationship Type="http://schemas.openxmlformats.org/officeDocument/2006/relationships/slide" Target="/ppt/slides/slide3.xml" Id="R8b204e9e165e4f6e" /><Relationship Type="http://schemas.openxmlformats.org/officeDocument/2006/relationships/slide" Target="/ppt/slides/slide4.xml" Id="R088899cec19a43ff" /><Relationship Type="http://schemas.openxmlformats.org/officeDocument/2006/relationships/slide" Target="/ppt/slides/slide5.xml" Id="R09eedbd78a3043fd" /><Relationship Type="http://schemas.openxmlformats.org/officeDocument/2006/relationships/slide" Target="/ppt/slides/slide6.xml" Id="R50768afcdabb4e18" /><Relationship Type="http://schemas.openxmlformats.org/officeDocument/2006/relationships/slide" Target="/ppt/slides/slide7.xml" Id="R5e988ea2d7b14db3" /><Relationship Type="http://schemas.openxmlformats.org/officeDocument/2006/relationships/slide" Target="/ppt/slides/slide8.xml" Id="R9ebaac3b996444bd" /><Relationship Type="http://schemas.openxmlformats.org/officeDocument/2006/relationships/slide" Target="/ppt/slides/slide9.xml" Id="R18bdc6e12eb0431f" /><Relationship Type="http://schemas.openxmlformats.org/officeDocument/2006/relationships/slide" Target="/ppt/slides/slide10.xml" Id="R4c49add9b1ea4798" /><Relationship Type="http://schemas.openxmlformats.org/officeDocument/2006/relationships/slide" Target="/ppt/slides/slide11.xml" Id="R06db689a3757447d" /><Relationship Type="http://schemas.openxmlformats.org/officeDocument/2006/relationships/slide" Target="/ppt/slides/slide12.xml" Id="Rbc04cbd51d6f4a9f" /><Relationship Type="http://schemas.openxmlformats.org/officeDocument/2006/relationships/slide" Target="/ppt/slides/slide13.xml" Id="Rf6b17052883e498c" /><Relationship Type="http://schemas.openxmlformats.org/officeDocument/2006/relationships/slide" Target="/ppt/slides/slide14.xml" Id="Re7a0216e881747c9" /><Relationship Type="http://schemas.openxmlformats.org/officeDocument/2006/relationships/slide" Target="/ppt/slides/slide15.xml" Id="R89ab9f780d2f4b29" /><Relationship Type="http://schemas.openxmlformats.org/officeDocument/2006/relationships/slide" Target="/ppt/slides/slide16.xml" Id="R113e499cb41e4001" /><Relationship Type="http://schemas.openxmlformats.org/officeDocument/2006/relationships/slide" Target="/ppt/slides/slide17.xml" Id="R5f046dd3557341b0" /><Relationship Type="http://schemas.openxmlformats.org/officeDocument/2006/relationships/slide" Target="/ppt/slides/slide18.xml" Id="R02c1540cc9f74225" /><Relationship Type="http://schemas.openxmlformats.org/officeDocument/2006/relationships/slide" Target="/ppt/slides/slide19.xml" Id="Re59dd5f1a07b4f7f" /><Relationship Type="http://schemas.openxmlformats.org/officeDocument/2006/relationships/slide" Target="/ppt/slides/slide20.xml" Id="Ra748e38e6775454b" /><Relationship Type="http://schemas.openxmlformats.org/officeDocument/2006/relationships/slide" Target="/ppt/slides/slide21.xml" Id="R6d22aa0dbc874252" /><Relationship Type="http://schemas.openxmlformats.org/officeDocument/2006/relationships/slide" Target="/ppt/slides/slide22.xml" Id="R6fff5942ae184268" /><Relationship Type="http://schemas.openxmlformats.org/officeDocument/2006/relationships/slide" Target="/ppt/slides/slide23.xml" Id="R3ab862469d444b55" /><Relationship Type="http://schemas.openxmlformats.org/officeDocument/2006/relationships/slide" Target="/ppt/slides/slide24.xml" Id="Re359c2fc21cd44f9" /><Relationship Type="http://schemas.openxmlformats.org/officeDocument/2006/relationships/slide" Target="/ppt/slides/slide25.xml" Id="R1ef64b513f6444df" /><Relationship Type="http://schemas.openxmlformats.org/officeDocument/2006/relationships/slide" Target="/ppt/slides/slide26.xml" Id="Rd77965841fef48eb" /><Relationship Type="http://schemas.openxmlformats.org/officeDocument/2006/relationships/slide" Target="/ppt/slides/slide27.xml" Id="R0b9a32498f084701" /><Relationship Type="http://schemas.openxmlformats.org/officeDocument/2006/relationships/slide" Target="/ppt/slides/slide28.xml" Id="R4ce7e96ab2b24723" /><Relationship Type="http://schemas.openxmlformats.org/officeDocument/2006/relationships/slide" Target="/ppt/slides/slide29.xml" Id="Rba523f74f0254d31" /><Relationship Type="http://schemas.openxmlformats.org/officeDocument/2006/relationships/slide" Target="/ppt/slides/slide30.xml" Id="Re167defbf1fe42ea" /><Relationship Type="http://schemas.openxmlformats.org/officeDocument/2006/relationships/slide" Target="/ppt/slides/slide31.xml" Id="R385f75ec7c03413b" /><Relationship Type="http://schemas.openxmlformats.org/officeDocument/2006/relationships/slide" Target="/ppt/slides/slide32.xml" Id="Re527dcd2334a4172" /><Relationship Type="http://schemas.openxmlformats.org/officeDocument/2006/relationships/slide" Target="/ppt/slides/slide33.xml" Id="R173cf8a61f9a49b1" /><Relationship Type="http://schemas.openxmlformats.org/officeDocument/2006/relationships/slide" Target="/ppt/slides/slide34.xml" Id="R9764639f6f654138" /><Relationship Type="http://schemas.openxmlformats.org/officeDocument/2006/relationships/slide" Target="/ppt/slides/slide35.xml" Id="R1171ad2fdc24482b" /><Relationship Type="http://schemas.openxmlformats.org/officeDocument/2006/relationships/slide" Target="/ppt/slides/slide36.xml" Id="R2ba9f015056c4f5d" /><Relationship Type="http://schemas.openxmlformats.org/officeDocument/2006/relationships/slide" Target="/ppt/slides/slide37.xml" Id="Rb10ba08d49c84ce8" /><Relationship Type="http://schemas.openxmlformats.org/officeDocument/2006/relationships/slide" Target="/ppt/slides/slide38.xml" Id="Rdbea6178585f42f8" /><Relationship Type="http://schemas.openxmlformats.org/officeDocument/2006/relationships/slide" Target="/ppt/slides/slide39.xml" Id="R2eeec73f11f54191" /><Relationship Type="http://schemas.openxmlformats.org/officeDocument/2006/relationships/slide" Target="/ppt/slides/slide40.xml" Id="Re23b8f60de4a4244" /><Relationship Type="http://schemas.openxmlformats.org/officeDocument/2006/relationships/slide" Target="/ppt/slides/slide41.xml" Id="Red887b83b21949e0" /><Relationship Type="http://schemas.openxmlformats.org/officeDocument/2006/relationships/slide" Target="/ppt/slides/slide42.xml" Id="Ra6c366c5671c43f4" /><Relationship Type="http://schemas.openxmlformats.org/officeDocument/2006/relationships/slide" Target="/ppt/slides/slide43.xml" Id="R46580ba5524e46f9" /><Relationship Type="http://schemas.openxmlformats.org/officeDocument/2006/relationships/slide" Target="/ppt/slides/slide44.xml" Id="Rf3151f6c8d804ea5" /><Relationship Type="http://schemas.openxmlformats.org/officeDocument/2006/relationships/slide" Target="/ppt/slides/slide45.xml" Id="R862ef68f421f47a0" /><Relationship Type="http://schemas.openxmlformats.org/officeDocument/2006/relationships/slide" Target="/ppt/slides/slide46.xml" Id="R64769f1eea814cf8" /><Relationship Type="http://schemas.openxmlformats.org/officeDocument/2006/relationships/slide" Target="/ppt/slides/slide47.xml" Id="Ra9f6a4cf843e4003" /><Relationship Type="http://schemas.openxmlformats.org/officeDocument/2006/relationships/slide" Target="/ppt/slides/slide48.xml" Id="Rea31e398504343e8" /><Relationship Type="http://schemas.openxmlformats.org/officeDocument/2006/relationships/slide" Target="/ppt/slides/slide49.xml" Id="R10d328ba08be44e0" /><Relationship Type="http://schemas.openxmlformats.org/officeDocument/2006/relationships/slide" Target="/ppt/slides/slide50.xml" Id="R3e262033c5db40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a386866fd049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a8a2a68f204808" /><Relationship Type="http://schemas.openxmlformats.org/officeDocument/2006/relationships/notesMaster" Target="/ppt/notesMasters/notesMaster1.xml" Id="Rd4949b772cca43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3748f0928747ce" /><Relationship Type="http://schemas.openxmlformats.org/officeDocument/2006/relationships/notesMaster" Target="/ppt/notesMasters/notesMaster1.xml" Id="R1dc64427a7f740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0905994c4d4bcf" /><Relationship Type="http://schemas.openxmlformats.org/officeDocument/2006/relationships/notesMaster" Target="/ppt/notesMasters/notesMaster1.xml" Id="R00e1d08622a94e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8a822ed53d4dd4" /><Relationship Type="http://schemas.openxmlformats.org/officeDocument/2006/relationships/notesMaster" Target="/ppt/notesMasters/notesMaster1.xml" Id="R6ba51b9e17aa48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e89b6bace041f8" /><Relationship Type="http://schemas.openxmlformats.org/officeDocument/2006/relationships/notesMaster" Target="/ppt/notesMasters/notesMaster1.xml" Id="R3b913f3c1b9748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82440bc04d4e55" /><Relationship Type="http://schemas.openxmlformats.org/officeDocument/2006/relationships/notesMaster" Target="/ppt/notesMasters/notesMaster1.xml" Id="Rdaffcf378183461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4ed2a1e94c43a4" /><Relationship Type="http://schemas.openxmlformats.org/officeDocument/2006/relationships/notesMaster" Target="/ppt/notesMasters/notesMaster1.xml" Id="R317b019b1f234e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cd1efa147e4186" /><Relationship Type="http://schemas.openxmlformats.org/officeDocument/2006/relationships/notesMaster" Target="/ppt/notesMasters/notesMaster1.xml" Id="Ra2fbc03c004a42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b9b3f6181a48cc" /><Relationship Type="http://schemas.openxmlformats.org/officeDocument/2006/relationships/notesMaster" Target="/ppt/notesMasters/notesMaster1.xml" Id="R4421c55e48ea46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f3882b62f4435f" /><Relationship Type="http://schemas.openxmlformats.org/officeDocument/2006/relationships/notesMaster" Target="/ppt/notesMasters/notesMaster1.xml" Id="Raa9e8ddb75054c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8aeab41ce854a0b" /><Relationship Type="http://schemas.openxmlformats.org/officeDocument/2006/relationships/notesMaster" Target="/ppt/notesMasters/notesMaster1.xml" Id="R80868eba25a048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8a569b04894062" /><Relationship Type="http://schemas.openxmlformats.org/officeDocument/2006/relationships/notesMaster" Target="/ppt/notesMasters/notesMaster1.xml" Id="Rb50a6cc9470d41c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6d316849894cb0" /><Relationship Type="http://schemas.openxmlformats.org/officeDocument/2006/relationships/notesMaster" Target="/ppt/notesMasters/notesMaster1.xml" Id="R0f55af4f0f9d474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e8407ff43ef4b31" /><Relationship Type="http://schemas.openxmlformats.org/officeDocument/2006/relationships/notesMaster" Target="/ppt/notesMasters/notesMaster1.xml" Id="R595e5b3b1b8e48f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e82077262084023" /><Relationship Type="http://schemas.openxmlformats.org/officeDocument/2006/relationships/notesMaster" Target="/ppt/notesMasters/notesMaster1.xml" Id="Rf60a20d3858243c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5acbf2d12ce4d47" /><Relationship Type="http://schemas.openxmlformats.org/officeDocument/2006/relationships/notesMaster" Target="/ppt/notesMasters/notesMaster1.xml" Id="Reae05534bea04d6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71c7e2e196e4d12" /><Relationship Type="http://schemas.openxmlformats.org/officeDocument/2006/relationships/notesMaster" Target="/ppt/notesMasters/notesMaster1.xml" Id="R1a056dc4061a440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9d8af6d761e4be6" /><Relationship Type="http://schemas.openxmlformats.org/officeDocument/2006/relationships/notesMaster" Target="/ppt/notesMasters/notesMaster1.xml" Id="R300eb1406dc2439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d39ba86a50c4386" /><Relationship Type="http://schemas.openxmlformats.org/officeDocument/2006/relationships/notesMaster" Target="/ppt/notesMasters/notesMaster1.xml" Id="R1bc4482ad7674ac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adfbf3c119946c8" /><Relationship Type="http://schemas.openxmlformats.org/officeDocument/2006/relationships/notesMaster" Target="/ppt/notesMasters/notesMaster1.xml" Id="Rce5a5a3a81044a4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130825e60de4f47" /><Relationship Type="http://schemas.openxmlformats.org/officeDocument/2006/relationships/notesMaster" Target="/ppt/notesMasters/notesMaster1.xml" Id="Ra584f882390147e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7ccc9f30532444a" /><Relationship Type="http://schemas.openxmlformats.org/officeDocument/2006/relationships/notesMaster" Target="/ppt/notesMasters/notesMaster1.xml" Id="Rbaa498144f94437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475a541733a469e" /><Relationship Type="http://schemas.openxmlformats.org/officeDocument/2006/relationships/notesMaster" Target="/ppt/notesMasters/notesMaster1.xml" Id="Rf21c5b8f2cf3417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0bb025a57b744df" /><Relationship Type="http://schemas.openxmlformats.org/officeDocument/2006/relationships/notesMaster" Target="/ppt/notesMasters/notesMaster1.xml" Id="Rd5f5bbee5ec7478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df441ee67444ea2" /><Relationship Type="http://schemas.openxmlformats.org/officeDocument/2006/relationships/notesMaster" Target="/ppt/notesMasters/notesMaster1.xml" Id="Re4580fedef374c3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06a83583f814d50" /><Relationship Type="http://schemas.openxmlformats.org/officeDocument/2006/relationships/notesMaster" Target="/ppt/notesMasters/notesMaster1.xml" Id="Rb60e9e57bb72492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7210f96e0554391" /><Relationship Type="http://schemas.openxmlformats.org/officeDocument/2006/relationships/notesMaster" Target="/ppt/notesMasters/notesMaster1.xml" Id="R47714ef06567446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57212f1e3284b7f" /><Relationship Type="http://schemas.openxmlformats.org/officeDocument/2006/relationships/notesMaster" Target="/ppt/notesMasters/notesMaster1.xml" Id="R227ce4ae2a20458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fb01d7771b14c9e" /><Relationship Type="http://schemas.openxmlformats.org/officeDocument/2006/relationships/notesMaster" Target="/ppt/notesMasters/notesMaster1.xml" Id="R379c2cee2fcf4e4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590d8e363bf42a5" /><Relationship Type="http://schemas.openxmlformats.org/officeDocument/2006/relationships/notesMaster" Target="/ppt/notesMasters/notesMaster1.xml" Id="Rc8a17c72de9e4f1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626e2aa5ffd40c2" /><Relationship Type="http://schemas.openxmlformats.org/officeDocument/2006/relationships/notesMaster" Target="/ppt/notesMasters/notesMaster1.xml" Id="Rae5b91dead1a482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79108bb60e449b0" /><Relationship Type="http://schemas.openxmlformats.org/officeDocument/2006/relationships/notesMaster" Target="/ppt/notesMasters/notesMaster1.xml" Id="R3e0a88e28b7449a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7ef78fa1bff4500" /><Relationship Type="http://schemas.openxmlformats.org/officeDocument/2006/relationships/notesMaster" Target="/ppt/notesMasters/notesMaster1.xml" Id="Rd1483639c1a94cf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125dd528a9c492a" /><Relationship Type="http://schemas.openxmlformats.org/officeDocument/2006/relationships/notesMaster" Target="/ppt/notesMasters/notesMaster1.xml" Id="R56892898bd7144d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35680703d554d29" /><Relationship Type="http://schemas.openxmlformats.org/officeDocument/2006/relationships/notesMaster" Target="/ppt/notesMasters/notesMaster1.xml" Id="R4168c8f07be34dc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16459a9948440e8" /><Relationship Type="http://schemas.openxmlformats.org/officeDocument/2006/relationships/notesMaster" Target="/ppt/notesMasters/notesMaster1.xml" Id="Rded3e7795f3d4c0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102248d8bea4b86" /><Relationship Type="http://schemas.openxmlformats.org/officeDocument/2006/relationships/notesMaster" Target="/ppt/notesMasters/notesMaster1.xml" Id="Re54c88d3ae6c40c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e3132f94d3947e3" /><Relationship Type="http://schemas.openxmlformats.org/officeDocument/2006/relationships/notesMaster" Target="/ppt/notesMasters/notesMaster1.xml" Id="R35bac0c5d9b54b2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58edb2cf4364f58" /><Relationship Type="http://schemas.openxmlformats.org/officeDocument/2006/relationships/notesMaster" Target="/ppt/notesMasters/notesMaster1.xml" Id="Rd428f159669c48a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d472e16a8d9486a" /><Relationship Type="http://schemas.openxmlformats.org/officeDocument/2006/relationships/notesMaster" Target="/ppt/notesMasters/notesMaster1.xml" Id="R50c62415096c473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dbd390483f14e17" /><Relationship Type="http://schemas.openxmlformats.org/officeDocument/2006/relationships/notesMaster" Target="/ppt/notesMasters/notesMaster1.xml" Id="Rbaf634f78fb3432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18adf20c1274c42" /><Relationship Type="http://schemas.openxmlformats.org/officeDocument/2006/relationships/notesMaster" Target="/ppt/notesMasters/notesMaster1.xml" Id="R843913d126e849a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7e01679d7214150" /><Relationship Type="http://schemas.openxmlformats.org/officeDocument/2006/relationships/notesMaster" Target="/ppt/notesMasters/notesMaster1.xml" Id="R9cb528671c4e40c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0c64a4225ac4109" /><Relationship Type="http://schemas.openxmlformats.org/officeDocument/2006/relationships/notesMaster" Target="/ppt/notesMasters/notesMaster1.xml" Id="R05651bb38bb0475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47da809091145d8" /><Relationship Type="http://schemas.openxmlformats.org/officeDocument/2006/relationships/notesMaster" Target="/ppt/notesMasters/notesMaster1.xml" Id="Ra79b0c3a207b406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b53b13383e4441f" /><Relationship Type="http://schemas.openxmlformats.org/officeDocument/2006/relationships/notesMaster" Target="/ppt/notesMasters/notesMaster1.xml" Id="Rd973816e68c3405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7456ac1087d4f99" /><Relationship Type="http://schemas.openxmlformats.org/officeDocument/2006/relationships/notesMaster" Target="/ppt/notesMasters/notesMaster1.xml" Id="R65cb786789f341f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42233fa613a4916" /><Relationship Type="http://schemas.openxmlformats.org/officeDocument/2006/relationships/notesMaster" Target="/ppt/notesMasters/notesMaster1.xml" Id="R149a3fa815644d8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a90252050a3429a" /><Relationship Type="http://schemas.openxmlformats.org/officeDocument/2006/relationships/notesMaster" Target="/ppt/notesMasters/notesMaster1.xml" Id="R37f99d9325924a6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4338b3ebc9e4f57" /><Relationship Type="http://schemas.openxmlformats.org/officeDocument/2006/relationships/notesMaster" Target="/ppt/notesMasters/notesMaster1.xml" Id="R65481920269747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שיעור המשך: יישום מבנים שנלמדו, ולא לימוד הדקדוק מחדש.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מטרת המפגש: חיבור מפותח וברור עם שפה שהתלמיד מסוגל לכתוב בעצמו. אין הבטחת ציון.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הבחינו בין משחקי הכיתה לבין בחירה לנבחרת. זו משימת תרגול.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יעד התרגול: 120–140 מילים. במבחן פועלים לפי הוראות המשימה.</a:t>
            </a:r>
          </a:p>
          <a:p xmlns:a="http://schemas.openxmlformats.org/drawingml/2006/main">
            <a:r>
              <a:t>Source: https://meyda.education.gov.il/sheeloney_bagrut/pitronot_bagrut/2026/6/016582-8-HEB-1400-1600.pdf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since מציג סיבה. moreover מוסיף רעיון. therefore מציג תוצאה. חזרה שימושית על מספר קטן של ביטויים.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אין צורך במילים כגון matches, inexperienced או beneficial. הדיוק והרלוונטיות קודמים למילה קשה.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שתי הערות קצרות בעברית או באנגלית. אין כותבים עכשיו חיבור מלא.</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ניסיון עצמאי קצר. קבלו ניסוחים פשוטים ותקינים. חשפו את הדוגמה רק אחריו.</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קראו רק את המשפט החדש; אין לקרוא שוב את כל החיבור. משפט חדש: School games are part of school life, but some students play better than others. ההרחבות 9–10 נשארות בפסקאות הגוף.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ניסיון עצמאי קצר. קבלו ניסוחים פשוטים ותקינים. חשפו את הדוגמה רק אחריו.</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קראו רק את המשפט החדש; אין לקרוא שוב את כל החיבור. משפט חדש: I claim that every student should have a chance to play. ההרחבות 9–10 נשארות בפסקאות הגוף.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תכנון לפני כתיבה. 10 שניות, בלי משימה נוספת.</a:t>
            </a:r>
          </a:p>
          <a:p xmlns:a="http://schemas.openxmlformats.org/drawingml/2006/main">
            <a:r>
              <a:t>Original Teachers generated cat illustration, reused for this lesson with new grammar context. Silent GIF, 6 cycles of 1.8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ניסיון עצמאי קצר. קבלו ניסוחים פשוטים ותקינים. חשפו את הדוגמה רק אחריו.</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קראו רק את המשפט החדש; אין לקרוא שוב את כל החיבור. משפט חדש: On the one hand, some students may make more mistakes during games. ההרחבות 9–10 נשארות בפסקאות הגוף.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חזרה קצרה על מבנה שכבר נלמד. תנאי שני אינו חלק מהשיעור הזה.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שאלו מה התנאי ומה התוצאה. אל תלמדו כעת מבנים נוספים.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שאלו מה התנאי ומה התוצאה. אל תלמדו כעת מבנים נוספים.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בתרגול הזה נבחר since כדי ליצור הרגל קבוע. אין הבדל ניקוד אוטומטי רק בגלל החלפת מילת קישור.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בתרגול הזה נבחר since כדי ליצור הרגל קבוע. אין הבדל ניקוד אוטומטי רק בגלל החלפת מילת קישור.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ניסיון עצמאי קצר. קבלו ניסוחים פשוטים ותקינים. חשפו את הדוגמה רק אחריו.</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קראו רק את המשפט החדש; אין לקרוא שוב את כל החיבור. משפט חדש: If they play, the team will sometimes lose since these mistakes can help the other team. ההרחבות 9–10 נשארות בפסקאות הגוף.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ניסיון עצמאי קצר. קבלו ניסוחים פשוטים ותקינים. חשפו את הדוגמה רק אחריו.</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קראו רק את המשפט החדש; אין לקרוא שוב את כל החיבור. משפט חדש: On the other hand, playing together can help students make friends and feel better. ההרחבות 9–10 נשארות בפסקאות הגוף.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מחזיר לנושא של שיתוף פעולה ולזמן perfect.</a:t>
            </a:r>
          </a:p>
          <a:p xmlns:a="http://schemas.openxmlformats.org/drawingml/2006/main">
            <a:r>
              <a:t>Original Teachers generated cat illustration, reused for this lesson with new grammar context. Silent GIF, 6 cycles of 1.8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דוגמה לצורך בנימוק: תלמידים הרגישו לבד, והקבוצה יכולה לעזור. לא מוסיפים זמן עבר מסוים כגון yesterday.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מזהים את הנושא ובוחרים have ואת צורת V3.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מזהים את הנושא ובוחרים have ואת צורת V3.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ניסיון עצמאי קצר. קבלו ניסוחים פשוטים ותקינים. חשפו את הדוגמה רק אחריו.</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קראו רק את המשפט החדש; אין לקרוא שוב את כל החיבור. משפט חדש: Some students have felt alone, so joining a team can help them. ההרחבות 9–10 נשארות בפסקאות הגוף.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ניסיון עצמאי קצר. קבלו ניסוחים פשוטים ותקינים. חשפו את הדוגמה רק אחריו.</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קראו רק את המשפט החדש; אין לקרוא שוב את כל החיבור. משפט חדש: In conclusion, I believe that everyone should have a chance to play. ההרחבות 9–10 נשארות בפסקאות הגוף.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שומרים על מבנה קבוע ועל פועל פשוט. התלמידים מקבלים הזדמנות להשתתף.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הקפידו על be ועל צורת הפועל. אין צורך בפועל ארוך יותר.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הקפידו על be ועל צורת הפועל. אין צורך בפועל ארוך יותר.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ניסיון עצמאי קצר. קבלו ניסוחים פשוטים ותקינים. חשפו את הדוגמה רק אחריו.</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קראו רק את המשפט החדש; אין לקרוא שוב את כל החיבור. משפט חדש: Therefore, every student should be included in class games. ההרחבות 9–10 נשארות בפסקאות הגוף.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לא מוסיפים פסקה חמישית ולא ממלאים במילים ריקות. מרחיבים את ההסבר.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ניסיון עצמאי קצר. קבלו ניסוחים פשוטים ותקינים. חשפו את הדוגמה רק אחריו.</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קראו רק את המשפט החדש; אין לקרוא שוב את כל החיבור. משפט חדש: For example, they may pass the ball to the other team. ההרחבות 9–10 נשארות בפסקאות הגוף.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ניסיון עצמאי קצר. קבלו ניסוחים פשוטים ותקינים. חשפו את הדוגמה רק אחריו.</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קראו רק את המשפט החדש; אין לקרוא שוב את כל החיבור. משפט חדש: Moreover, students can learn to help each other when they play together. ההרחבות 9–10 נשארות בפסקאות הגוף.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חזרה לנושא החיבור: הכללה, חברות ומתן הזדמנות.</a:t>
            </a:r>
          </a:p>
          <a:p xmlns:a="http://schemas.openxmlformats.org/drawingml/2006/main">
            <a:r>
              <a:t>Original Teachers generated cat illustration, reused for this lesson with new grammar context. Silent GIF, 6 cycles of 1.8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אין לכפות תבנית שאינה מתאימה לנושא. playing ו־joining במודל מדגימים גם gerund, בלי להוסיף יחידת לימוד נפרדת.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שומרים על ארבע פסקאות. אין להציג חיבור מוכן לנושא זה לפני ניסיון התלמיד.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עברו בין התלמידים ועזרו ברעיון אחד בלבד. מילים זמינות: work, money, time, school, tired, help.</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 דקות כתיבה. אל תעצרו את כולם לכל שגיאה. תנו עד שני תיקונים עיקריים לתלמיד. מי שלא סיים שומר טיוטה ומסיים בהמשך.</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סופרים מילים ומרחיבים בתוך הגוף אם צריך. אין לצמצם רעיון נחוץ רק כדי לפשט שפה.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שלוש דקות מוגנות לעריכה. אפשר להיעזר בביטויים הקבועים, בלי להחליף אוטומטית מילים נכונות.</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משפט פשוט שמסביר את הרעיון עדיף על משפט שקשה להבין או להשתמש בו.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משפט פשוט שמסביר את הרעיון עדיף על משפט שקשה להבין או להשתמש בו.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af94514c2949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038d3b7bc946a6" /><Relationship Type="http://schemas.openxmlformats.org/officeDocument/2006/relationships/slideLayout" Target="/ppt/slideLayouts/slideLayout1.xml" Id="R43fdb2216ed149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fdb2216ed149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bd536370d74e53" /><Relationship Type="http://schemas.openxmlformats.org/officeDocument/2006/relationships/hyperlink" Target="https://simonh68.github.io/teachers/grade11/five-units/" TargetMode="External" Id="Raa43cd4531e84b13" /><Relationship Type="http://schemas.openxmlformats.org/officeDocument/2006/relationships/notesSlide" Target="/ppt/notesSlides/notesSlide1.xml" Id="Re4b0c60d853148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22f2a0794f4d6d" /><Relationship Type="http://schemas.openxmlformats.org/officeDocument/2006/relationships/hyperlink" Target="https://simonh68.github.io/teachers/grade11/five-units/" TargetMode="External" Id="Rbecd68632a704987" /><Relationship Type="http://schemas.openxmlformats.org/officeDocument/2006/relationships/notesSlide" Target="/ppt/notesSlides/notesSlide2.xml" Id="R6376f812511e4d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7277ee06b541b4" /><Relationship Type="http://schemas.openxmlformats.org/officeDocument/2006/relationships/hyperlink" Target="https://simonh68.github.io/teachers/grade11/five-units/" TargetMode="External" Id="R431fd2d74c804352" /><Relationship Type="http://schemas.openxmlformats.org/officeDocument/2006/relationships/notesSlide" Target="/ppt/notesSlides/notesSlide3.xml" Id="R9f945244fe4242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9552f0264084906" /><Relationship Type="http://schemas.openxmlformats.org/officeDocument/2006/relationships/hyperlink" Target="https://simonh68.github.io/teachers/grade11/five-units/" TargetMode="External" Id="R5ded0b858b6e4e4c" /><Relationship Type="http://schemas.openxmlformats.org/officeDocument/2006/relationships/notesSlide" Target="/ppt/notesSlides/notesSlide4.xml" Id="R1719c880f2924d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42fd6236d2147df" /><Relationship Type="http://schemas.openxmlformats.org/officeDocument/2006/relationships/hyperlink" Target="https://simonh68.github.io/teachers/grade11/five-units/" TargetMode="External" Id="Ra92a3b44244642ba" /><Relationship Type="http://schemas.openxmlformats.org/officeDocument/2006/relationships/notesSlide" Target="/ppt/notesSlides/notesSlide5.xml" Id="R4cd7c3d7561842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e0fb6e288414e7f" /><Relationship Type="http://schemas.openxmlformats.org/officeDocument/2006/relationships/hyperlink" Target="https://simonh68.github.io/teachers/grade11/five-units/" TargetMode="External" Id="Racc595837ca94438" /><Relationship Type="http://schemas.openxmlformats.org/officeDocument/2006/relationships/notesSlide" Target="/ppt/notesSlides/notesSlide6.xml" Id="Ra016b69118b940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a29fed06b8642d0" /><Relationship Type="http://schemas.openxmlformats.org/officeDocument/2006/relationships/hyperlink" Target="https://simonh68.github.io/teachers/grade11/five-units/" TargetMode="External" Id="Rf8f4446506aa4a30" /><Relationship Type="http://schemas.openxmlformats.org/officeDocument/2006/relationships/hyperlink" Target="https://simonh68.github.io/teachers/grade11/grammar-in-an-essay/#slide-7" TargetMode="External" Id="Rb4f3fb53a5d24946" /><Relationship Type="http://schemas.openxmlformats.org/officeDocument/2006/relationships/notesSlide" Target="/ppt/notesSlides/notesSlide7.xml" Id="R79c47b6f725b44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225e114e5a14900" /><Relationship Type="http://schemas.openxmlformats.org/officeDocument/2006/relationships/hyperlink" Target="https://simonh68.github.io/teachers/grade11/five-units/" TargetMode="External" Id="Rb6a23782a5204e68" /><Relationship Type="http://schemas.openxmlformats.org/officeDocument/2006/relationships/hyperlink" Target="https://simonh68.github.io/teachers/grade11/grammar-in-an-essay/#slide-8" TargetMode="External" Id="R9d39414bb05c4d58" /><Relationship Type="http://schemas.openxmlformats.org/officeDocument/2006/relationships/notesSlide" Target="/ppt/notesSlides/notesSlide8.xml" Id="R2f6c43d82d8b4d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71ddf2d22744a7a" /><Relationship Type="http://schemas.openxmlformats.org/officeDocument/2006/relationships/hyperlink" Target="https://simonh68.github.io/teachers/grade11/five-units/" TargetMode="External" Id="R939bf24eb174471c" /><Relationship Type="http://schemas.openxmlformats.org/officeDocument/2006/relationships/notesSlide" Target="/ppt/notesSlides/notesSlide9.xml" Id="R2360bc5618df43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11646b99261489f" /><Relationship Type="http://schemas.openxmlformats.org/officeDocument/2006/relationships/hyperlink" Target="https://simonh68.github.io/teachers/grade11/five-units/" TargetMode="External" Id="R430f588e91e14317" /><Relationship Type="http://schemas.openxmlformats.org/officeDocument/2006/relationships/hyperlink" Target="https://simonh68.github.io/teachers/grade11/grammar-in-an-essay/#slide-10" TargetMode="External" Id="R26aa1f4f4bb04b58" /><Relationship Type="http://schemas.openxmlformats.org/officeDocument/2006/relationships/notesSlide" Target="/ppt/notesSlides/notesSlide10.xml" Id="Ref3053f953984c4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3dd7072486844e4" /><Relationship Type="http://schemas.openxmlformats.org/officeDocument/2006/relationships/hyperlink" Target="https://simonh68.github.io/teachers/grade11/five-units/" TargetMode="External" Id="Rb1806eda3f6d4ee1" /><Relationship Type="http://schemas.openxmlformats.org/officeDocument/2006/relationships/notesSlide" Target="/ppt/notesSlides/notesSlide11.xml" Id="R8fab70315219410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6368b4dc45c4e0d" /><Relationship Type="http://schemas.openxmlformats.org/officeDocument/2006/relationships/hyperlink" Target="https://simonh68.github.io/teachers/grade11/five-units/" TargetMode="External" Id="Rae2109bf2d5d484c" /><Relationship Type="http://schemas.openxmlformats.org/officeDocument/2006/relationships/image" Target="/ppt/media/image.gif" Id="Rb11903a6de6742cf" /><Relationship Type="http://schemas.openxmlformats.org/officeDocument/2006/relationships/notesSlide" Target="/ppt/notesSlides/notesSlide12.xml" Id="R624c12d935814b2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920a103354446d8" /><Relationship Type="http://schemas.openxmlformats.org/officeDocument/2006/relationships/hyperlink" Target="https://simonh68.github.io/teachers/grade11/five-units/" TargetMode="External" Id="Rd6427ab3b2a84ecb" /><Relationship Type="http://schemas.openxmlformats.org/officeDocument/2006/relationships/hyperlink" Target="https://simonh68.github.io/teachers/grade11/grammar-in-an-essay/#slide-13" TargetMode="External" Id="R425c19d21a704062" /><Relationship Type="http://schemas.openxmlformats.org/officeDocument/2006/relationships/notesSlide" Target="/ppt/notesSlides/notesSlide13.xml" Id="R4c24a36151af4c5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583c73ee8c84806" /><Relationship Type="http://schemas.openxmlformats.org/officeDocument/2006/relationships/hyperlink" Target="https://simonh68.github.io/teachers/grade11/five-units/" TargetMode="External" Id="R6b6d887d27c641f9" /><Relationship Type="http://schemas.openxmlformats.org/officeDocument/2006/relationships/notesSlide" Target="/ppt/notesSlides/notesSlide14.xml" Id="R800537f0f70d481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6e456b4c9e84f04" /><Relationship Type="http://schemas.openxmlformats.org/officeDocument/2006/relationships/hyperlink" Target="https://simonh68.github.io/teachers/grade11/five-units/" TargetMode="External" Id="R684e94f84cdc42a8" /><Relationship Type="http://schemas.openxmlformats.org/officeDocument/2006/relationships/notesSlide" Target="/ppt/notesSlides/notesSlide15.xml" Id="Ra0e716c848f2403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df479a631514cd5" /><Relationship Type="http://schemas.openxmlformats.org/officeDocument/2006/relationships/hyperlink" Target="https://simonh68.github.io/teachers/grade11/five-units/" TargetMode="External" Id="R3ccc8f867ef24feb" /><Relationship Type="http://schemas.openxmlformats.org/officeDocument/2006/relationships/notesSlide" Target="/ppt/notesSlides/notesSlide16.xml" Id="Rdae3364a9db34d3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6c2357ca1df4d31" /><Relationship Type="http://schemas.openxmlformats.org/officeDocument/2006/relationships/hyperlink" Target="https://simonh68.github.io/teachers/grade11/five-units/" TargetMode="External" Id="Rc39b3b2467b04247" /><Relationship Type="http://schemas.openxmlformats.org/officeDocument/2006/relationships/notesSlide" Target="/ppt/notesSlides/notesSlide17.xml" Id="Rab8cdb1e3b5c432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a40554a5dfc4c23" /><Relationship Type="http://schemas.openxmlformats.org/officeDocument/2006/relationships/hyperlink" Target="https://simonh68.github.io/teachers/grade11/five-units/" TargetMode="External" Id="R79f879daafac481d" /><Relationship Type="http://schemas.openxmlformats.org/officeDocument/2006/relationships/notesSlide" Target="/ppt/notesSlides/notesSlide18.xml" Id="Rc71187f22dd340e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6c21e4853c244e2" /><Relationship Type="http://schemas.openxmlformats.org/officeDocument/2006/relationships/hyperlink" Target="https://simonh68.github.io/teachers/grade11/five-units/" TargetMode="External" Id="Rd95cfb07f0c149b6" /><Relationship Type="http://schemas.openxmlformats.org/officeDocument/2006/relationships/notesSlide" Target="/ppt/notesSlides/notesSlide19.xml" Id="R7bc2a0e6a9c446c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400ead152a9488c" /><Relationship Type="http://schemas.openxmlformats.org/officeDocument/2006/relationships/hyperlink" Target="https://simonh68.github.io/teachers/grade11/five-units/" TargetMode="External" Id="R58179eca4cba4c56" /><Relationship Type="http://schemas.openxmlformats.org/officeDocument/2006/relationships/hyperlink" Target="https://simonh68.github.io/teachers/grade11/grammar-in-an-essay/#slide-20" TargetMode="External" Id="Re78616834caa4536" /><Relationship Type="http://schemas.openxmlformats.org/officeDocument/2006/relationships/notesSlide" Target="/ppt/notesSlides/notesSlide20.xml" Id="R8bd622061acd499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d781e3834d84e49" /><Relationship Type="http://schemas.openxmlformats.org/officeDocument/2006/relationships/hyperlink" Target="https://simonh68.github.io/teachers/grade11/five-units/" TargetMode="External" Id="R8b7b5349ab274042" /><Relationship Type="http://schemas.openxmlformats.org/officeDocument/2006/relationships/notesSlide" Target="/ppt/notesSlides/notesSlide21.xml" Id="R80769eea5d4c468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2adddb9c2f74014" /><Relationship Type="http://schemas.openxmlformats.org/officeDocument/2006/relationships/hyperlink" Target="https://simonh68.github.io/teachers/grade11/five-units/" TargetMode="External" Id="R4ff957825fda43bf" /><Relationship Type="http://schemas.openxmlformats.org/officeDocument/2006/relationships/hyperlink" Target="https://simonh68.github.io/teachers/grade11/grammar-in-an-essay/#slide-22" TargetMode="External" Id="R126d058a0e9440a3" /><Relationship Type="http://schemas.openxmlformats.org/officeDocument/2006/relationships/notesSlide" Target="/ppt/notesSlides/notesSlide22.xml" Id="Rfa111f594a61435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f5c2bf9c2db4c14" /><Relationship Type="http://schemas.openxmlformats.org/officeDocument/2006/relationships/hyperlink" Target="https://simonh68.github.io/teachers/grade11/five-units/" TargetMode="External" Id="Rb45bfe1ec63549e9" /><Relationship Type="http://schemas.openxmlformats.org/officeDocument/2006/relationships/notesSlide" Target="/ppt/notesSlides/notesSlide23.xml" Id="R5043fce22ef5404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f2fe6232bc04d4c" /><Relationship Type="http://schemas.openxmlformats.org/officeDocument/2006/relationships/hyperlink" Target="https://simonh68.github.io/teachers/grade11/five-units/" TargetMode="External" Id="R2e56702700bf471e" /><Relationship Type="http://schemas.openxmlformats.org/officeDocument/2006/relationships/image" Target="/ppt/media/image2.gif" Id="Rab8440d76c274ad8" /><Relationship Type="http://schemas.openxmlformats.org/officeDocument/2006/relationships/notesSlide" Target="/ppt/notesSlides/notesSlide24.xml" Id="Rcb8aea72b7c347e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c73e0f57c8b4790" /><Relationship Type="http://schemas.openxmlformats.org/officeDocument/2006/relationships/hyperlink" Target="https://simonh68.github.io/teachers/grade11/five-units/" TargetMode="External" Id="R40084a0c5a8f4adf" /><Relationship Type="http://schemas.openxmlformats.org/officeDocument/2006/relationships/notesSlide" Target="/ppt/notesSlides/notesSlide25.xml" Id="Rcdb5bd7207c9497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a4ca368ea094d18" /><Relationship Type="http://schemas.openxmlformats.org/officeDocument/2006/relationships/hyperlink" Target="https://simonh68.github.io/teachers/grade11/five-units/" TargetMode="External" Id="Ra8fd79e5b7c6444d" /><Relationship Type="http://schemas.openxmlformats.org/officeDocument/2006/relationships/notesSlide" Target="/ppt/notesSlides/notesSlide26.xml" Id="Re645d03bbd17445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41a44f25bc04c93" /><Relationship Type="http://schemas.openxmlformats.org/officeDocument/2006/relationships/hyperlink" Target="https://simonh68.github.io/teachers/grade11/five-units/" TargetMode="External" Id="R3e961c5244884d15" /><Relationship Type="http://schemas.openxmlformats.org/officeDocument/2006/relationships/notesSlide" Target="/ppt/notesSlides/notesSlide27.xml" Id="R0dc45843c7e743a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2d42acff3134c84" /><Relationship Type="http://schemas.openxmlformats.org/officeDocument/2006/relationships/hyperlink" Target="https://simonh68.github.io/teachers/grade11/five-units/" TargetMode="External" Id="Rc0e8cdf055554991" /><Relationship Type="http://schemas.openxmlformats.org/officeDocument/2006/relationships/hyperlink" Target="https://simonh68.github.io/teachers/grade11/grammar-in-an-essay/#slide-28" TargetMode="External" Id="R557a1af2e0d64cf0" /><Relationship Type="http://schemas.openxmlformats.org/officeDocument/2006/relationships/notesSlide" Target="/ppt/notesSlides/notesSlide28.xml" Id="R6edabd8e5d514c5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abefeb1bfba4689" /><Relationship Type="http://schemas.openxmlformats.org/officeDocument/2006/relationships/hyperlink" Target="https://simonh68.github.io/teachers/grade11/five-units/" TargetMode="External" Id="Rce6e2e79eee84eb2" /><Relationship Type="http://schemas.openxmlformats.org/officeDocument/2006/relationships/notesSlide" Target="/ppt/notesSlides/notesSlide29.xml" Id="Rce56a74269814e3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f02cc9ca5dd451e" /><Relationship Type="http://schemas.openxmlformats.org/officeDocument/2006/relationships/hyperlink" Target="https://simonh68.github.io/teachers/grade11/five-units/" TargetMode="External" Id="R2eeb74aabdff4a39" /><Relationship Type="http://schemas.openxmlformats.org/officeDocument/2006/relationships/hyperlink" Target="https://simonh68.github.io/teachers/grade11/grammar-in-an-essay/#slide-30" TargetMode="External" Id="R1f2befd9d2584160" /><Relationship Type="http://schemas.openxmlformats.org/officeDocument/2006/relationships/notesSlide" Target="/ppt/notesSlides/notesSlide30.xml" Id="Raadaf055cb9e49e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e56d9630e454ede" /><Relationship Type="http://schemas.openxmlformats.org/officeDocument/2006/relationships/hyperlink" Target="https://simonh68.github.io/teachers/grade11/five-units/" TargetMode="External" Id="R2ba7496ec8b441e2" /><Relationship Type="http://schemas.openxmlformats.org/officeDocument/2006/relationships/notesSlide" Target="/ppt/notesSlides/notesSlide31.xml" Id="Re1f602900959433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e8d7e2a9d764884" /><Relationship Type="http://schemas.openxmlformats.org/officeDocument/2006/relationships/hyperlink" Target="https://simonh68.github.io/teachers/grade11/five-units/" TargetMode="External" Id="R6ee2b31747454678" /><Relationship Type="http://schemas.openxmlformats.org/officeDocument/2006/relationships/notesSlide" Target="/ppt/notesSlides/notesSlide32.xml" Id="R7c5ca3a29b8e48e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ad616ff0ad0420c" /><Relationship Type="http://schemas.openxmlformats.org/officeDocument/2006/relationships/hyperlink" Target="https://simonh68.github.io/teachers/grade11/five-units/" TargetMode="External" Id="Rac89f4183e454b26" /><Relationship Type="http://schemas.openxmlformats.org/officeDocument/2006/relationships/notesSlide" Target="/ppt/notesSlides/notesSlide33.xml" Id="Rba6c1780406b4bc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722c47c10e64018" /><Relationship Type="http://schemas.openxmlformats.org/officeDocument/2006/relationships/hyperlink" Target="https://simonh68.github.io/teachers/grade11/five-units/" TargetMode="External" Id="Ra892bc811ec9462e" /><Relationship Type="http://schemas.openxmlformats.org/officeDocument/2006/relationships/notesSlide" Target="/ppt/notesSlides/notesSlide34.xml" Id="R7e744f901f9f43b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62381da171b4262" /><Relationship Type="http://schemas.openxmlformats.org/officeDocument/2006/relationships/hyperlink" Target="https://simonh68.github.io/teachers/grade11/five-units/" TargetMode="External" Id="R27a99c915c034e45" /><Relationship Type="http://schemas.openxmlformats.org/officeDocument/2006/relationships/hyperlink" Target="https://simonh68.github.io/teachers/grade11/grammar-in-an-essay/#slide-35" TargetMode="External" Id="Rbdc7a1aa616f40ea" /><Relationship Type="http://schemas.openxmlformats.org/officeDocument/2006/relationships/notesSlide" Target="/ppt/notesSlides/notesSlide35.xml" Id="R038435417d12494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90ec65f99104a7f" /><Relationship Type="http://schemas.openxmlformats.org/officeDocument/2006/relationships/hyperlink" Target="https://simonh68.github.io/teachers/grade11/five-units/" TargetMode="External" Id="R663e27b338c341dd" /><Relationship Type="http://schemas.openxmlformats.org/officeDocument/2006/relationships/notesSlide" Target="/ppt/notesSlides/notesSlide36.xml" Id="R5cc39860658d40f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d939c7b1f5a427b" /><Relationship Type="http://schemas.openxmlformats.org/officeDocument/2006/relationships/hyperlink" Target="https://simonh68.github.io/teachers/grade11/five-units/" TargetMode="External" Id="Rc57c6cc6c9f04a9c" /><Relationship Type="http://schemas.openxmlformats.org/officeDocument/2006/relationships/notesSlide" Target="/ppt/notesSlides/notesSlide37.xml" Id="Rcf097feb923c443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f46a95ee7f0407d" /><Relationship Type="http://schemas.openxmlformats.org/officeDocument/2006/relationships/hyperlink" Target="https://simonh68.github.io/teachers/grade11/five-units/" TargetMode="External" Id="Radb43f97017d46cf" /><Relationship Type="http://schemas.openxmlformats.org/officeDocument/2006/relationships/hyperlink" Target="https://simonh68.github.io/teachers/grade11/grammar-in-an-essay/#slide-38" TargetMode="External" Id="R791faa0bd23c4f12" /><Relationship Type="http://schemas.openxmlformats.org/officeDocument/2006/relationships/notesSlide" Target="/ppt/notesSlides/notesSlide38.xml" Id="Rbd3a084842994e7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13117060df64175" /><Relationship Type="http://schemas.openxmlformats.org/officeDocument/2006/relationships/hyperlink" Target="https://simonh68.github.io/teachers/grade11/five-units/" TargetMode="External" Id="R4f1bd1fcb7474478" /><Relationship Type="http://schemas.openxmlformats.org/officeDocument/2006/relationships/notesSlide" Target="/ppt/notesSlides/notesSlide39.xml" Id="R8ed3b546777e459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ccda7107f694de3" /><Relationship Type="http://schemas.openxmlformats.org/officeDocument/2006/relationships/hyperlink" Target="https://simonh68.github.io/teachers/grade11/five-units/" TargetMode="External" Id="R4c48dacad2ba402d" /><Relationship Type="http://schemas.openxmlformats.org/officeDocument/2006/relationships/hyperlink" Target="https://simonh68.github.io/teachers/grade11/grammar-in-an-essay/#slide-40" TargetMode="External" Id="R4f1ab23809694604" /><Relationship Type="http://schemas.openxmlformats.org/officeDocument/2006/relationships/notesSlide" Target="/ppt/notesSlides/notesSlide40.xml" Id="R4394fa26848b454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d2ef186dc2b7469b" /><Relationship Type="http://schemas.openxmlformats.org/officeDocument/2006/relationships/hyperlink" Target="https://simonh68.github.io/teachers/grade11/five-units/" TargetMode="External" Id="R47a869fadbfa450b" /><Relationship Type="http://schemas.openxmlformats.org/officeDocument/2006/relationships/notesSlide" Target="/ppt/notesSlides/notesSlide41.xml" Id="Rbad1d9eb0e5c402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4a75f2b05a74380" /><Relationship Type="http://schemas.openxmlformats.org/officeDocument/2006/relationships/hyperlink" Target="https://simonh68.github.io/teachers/grade11/five-units/" TargetMode="External" Id="R5364845766a442dd" /><Relationship Type="http://schemas.openxmlformats.org/officeDocument/2006/relationships/image" Target="/ppt/media/image3.gif" Id="Rf4f8c52f67064545" /><Relationship Type="http://schemas.openxmlformats.org/officeDocument/2006/relationships/notesSlide" Target="/ppt/notesSlides/notesSlide42.xml" Id="Rb5445fbab22a4b5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5eca60a9b07448ed" /><Relationship Type="http://schemas.openxmlformats.org/officeDocument/2006/relationships/hyperlink" Target="https://simonh68.github.io/teachers/grade11/five-units/" TargetMode="External" Id="R0014e66c0bbc45db" /><Relationship Type="http://schemas.openxmlformats.org/officeDocument/2006/relationships/notesSlide" Target="/ppt/notesSlides/notesSlide43.xml" Id="R56d8b270fe59436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1b9673f917e44025" /><Relationship Type="http://schemas.openxmlformats.org/officeDocument/2006/relationships/hyperlink" Target="https://simonh68.github.io/teachers/grade11/five-units/" TargetMode="External" Id="R14571b8a28724a2b" /><Relationship Type="http://schemas.openxmlformats.org/officeDocument/2006/relationships/notesSlide" Target="/ppt/notesSlides/notesSlide44.xml" Id="R0680c05f40b9411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90e4cb2f9260421c" /><Relationship Type="http://schemas.openxmlformats.org/officeDocument/2006/relationships/hyperlink" Target="https://simonh68.github.io/teachers/grade11/five-units/" TargetMode="External" Id="R4df3d27026ed4b19" /><Relationship Type="http://schemas.openxmlformats.org/officeDocument/2006/relationships/hyperlink" Target="https://simonh68.github.io/teachers/grade11/grammar-in-an-essay/#slide-45" TargetMode="External" Id="Rc82f401da0e044fa" /><Relationship Type="http://schemas.openxmlformats.org/officeDocument/2006/relationships/notesSlide" Target="/ppt/notesSlides/notesSlide45.xml" Id="Rf6da92ebb7b14a9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81469907ed2a4694" /><Relationship Type="http://schemas.openxmlformats.org/officeDocument/2006/relationships/hyperlink" Target="https://simonh68.github.io/teachers/grade11/five-units/" TargetMode="External" Id="R195fbef056554ed0" /><Relationship Type="http://schemas.openxmlformats.org/officeDocument/2006/relationships/hyperlink" Target="https://simonh68.github.io/teachers/grade11/grammar-in-an-essay/#slide-46" TargetMode="External" Id="R2aa948dbc19547c8" /><Relationship Type="http://schemas.openxmlformats.org/officeDocument/2006/relationships/notesSlide" Target="/ppt/notesSlides/notesSlide46.xml" Id="R228e31d255944f2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7c308a6125a64cee" /><Relationship Type="http://schemas.openxmlformats.org/officeDocument/2006/relationships/hyperlink" Target="https://simonh68.github.io/teachers/grade11/five-units/" TargetMode="External" Id="Rd4c7895139644ec7" /><Relationship Type="http://schemas.openxmlformats.org/officeDocument/2006/relationships/notesSlide" Target="/ppt/notesSlides/notesSlide47.xml" Id="Re6448f46db31480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aa48d7529b864214" /><Relationship Type="http://schemas.openxmlformats.org/officeDocument/2006/relationships/hyperlink" Target="https://simonh68.github.io/teachers/grade11/five-units/" TargetMode="External" Id="Rddcfb9361f3746e8" /><Relationship Type="http://schemas.openxmlformats.org/officeDocument/2006/relationships/hyperlink" Target="https://simonh68.github.io/teachers/grade11/grammar-in-an-essay/#slide-48" TargetMode="External" Id="R241fa364d1ee4570" /><Relationship Type="http://schemas.openxmlformats.org/officeDocument/2006/relationships/notesSlide" Target="/ppt/notesSlides/notesSlide48.xml" Id="Rc3cbf5b253a74d2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3896e846fac24bc3" /><Relationship Type="http://schemas.openxmlformats.org/officeDocument/2006/relationships/hyperlink" Target="https://simonh68.github.io/teachers/grade11/five-units/" TargetMode="External" Id="Ra2874c85e63f4caa" /><Relationship Type="http://schemas.openxmlformats.org/officeDocument/2006/relationships/notesSlide" Target="/ppt/notesSlides/notesSlide49.xml" Id="R49937fccf0a046a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0e297a0fa93b4401" /><Relationship Type="http://schemas.openxmlformats.org/officeDocument/2006/relationships/hyperlink" Target="https://simonh68.github.io/teachers/grade11/five-units/" TargetMode="External" Id="Rcf661eb048304690" /><Relationship Type="http://schemas.openxmlformats.org/officeDocument/2006/relationships/notesSlide" Target="/ppt/notesSlides/notesSlide50.xml" Id="Rcac3b51b08b34ecb" /></Relationships>
</file>

<file path=ppt/slides/slide1.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A85D9B85-D720-4948-88CD-2A142682BAE4}"/>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aa43cd4531e84b13"/>
              </a:rPr>
              <a:t>⌂</a:t>
            </a:r>
          </a:p>
        </p:txBody>
      </p:sp>
      <p:sp>
        <p:nvSpPr>
          <p:cNvPr id="2" name="title-2">
            <a:extLst xmlns:a="http://schemas.openxmlformats.org/drawingml/2006/main">
              <a:ext uri="{FF2B5EF4-FFF2-40B4-BE49-F238E27FC236}">
                <a16:creationId xmlns:a16="http://schemas.microsoft.com/office/drawing/2014/main" id="{6FF5CFAF-1161-4D26-AC30-5C30A4B5B31C}"/>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ברוכים הבאים</a:t>
            </a:r>
          </a:p>
        </p:txBody>
      </p:sp>
      <p:sp>
        <p:nvSpPr>
          <p:cNvPr id="3" name="text-3">
            <a:extLst xmlns:a="http://schemas.openxmlformats.org/drawingml/2006/main">
              <a:ext uri="{FF2B5EF4-FFF2-40B4-BE49-F238E27FC236}">
                <a16:creationId xmlns:a16="http://schemas.microsoft.com/office/drawing/2014/main" id="{3C60C01E-5DF9-4E37-8838-5DDED2A9B0CB}"/>
              </a:ext>
            </a:extLst>
          </p:cNvPr>
          <p:cNvSpPr>
            <a:spLocks xmlns:a="http://schemas.openxmlformats.org/drawingml/2006/main" noGrp="1"/>
          </p:cNvSpPr>
          <p:nvPr/>
        </p:nvSpPr>
        <p:spPr>
          <a:xfrm xmlns:a="http://schemas.openxmlformats.org/drawingml/2006/main">
            <a:off x="762000" y="2057400"/>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6450" b="1" lang="he-IL">
                <a:solidFill>
                  <a:srgbClr val="DFFF5B"/>
                </a:solidFill>
                <a:latin typeface="Heebo"/>
                <a:ea typeface="Heebo"/>
                <a:cs typeface="Heebo"/>
              </a:defRPr>
            </a:pPr>
            <a:r>
              <a:rPr sz="6450" b="1" lang="he-IL">
                <a:solidFill>
                  <a:srgbClr val="DFFF5B"/>
                </a:solidFill>
                <a:latin typeface="Heebo"/>
                <a:ea typeface="Heebo"/>
                <a:cs typeface="Heebo"/>
              </a:rPr>
              <a:t>ברוכים הבאים</a:t>
            </a:r>
          </a:p>
        </p:txBody>
      </p:sp>
      <p:sp>
        <p:nvSpPr>
          <p:cNvPr id="4" name="text-4">
            <a:extLst xmlns:a="http://schemas.openxmlformats.org/drawingml/2006/main">
              <a:ext uri="{FF2B5EF4-FFF2-40B4-BE49-F238E27FC236}">
                <a16:creationId xmlns:a16="http://schemas.microsoft.com/office/drawing/2014/main" id="{73DB08C8-FE30-4E9E-A87D-4AFB752BB161}"/>
              </a:ext>
            </a:extLst>
          </p:cNvPr>
          <p:cNvSpPr>
            <a:spLocks xmlns:a="http://schemas.openxmlformats.org/drawingml/2006/main" noGrp="1"/>
          </p:cNvSpPr>
          <p:nvPr/>
        </p:nvSpPr>
        <p:spPr>
          <a:xfrm xmlns:a="http://schemas.openxmlformats.org/drawingml/2006/main">
            <a:off x="762000" y="33909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3375" b="1" lang="he-IL">
                <a:solidFill>
                  <a:srgbClr val="F7F7F2"/>
                </a:solidFill>
                <a:latin typeface="Heebo"/>
                <a:ea typeface="Heebo"/>
                <a:cs typeface="Heebo"/>
              </a:defRPr>
            </a:pPr>
            <a:r>
              <a:rPr sz="3375" b="1" lang="he-IL">
                <a:solidFill>
                  <a:srgbClr val="F7F7F2"/>
                </a:solidFill>
                <a:latin typeface="Heebo"/>
                <a:ea typeface="Heebo"/>
                <a:cs typeface="Heebo"/>
              </a:rPr>
              <a:t>כיתה י״א · 5 יח״ל</a:t>
            </a:r>
          </a:p>
        </p:txBody>
      </p:sp>
      <p:sp>
        <p:nvSpPr>
          <p:cNvPr id="5" name="text-5">
            <a:extLst xmlns:a="http://schemas.openxmlformats.org/drawingml/2006/main">
              <a:ext uri="{FF2B5EF4-FFF2-40B4-BE49-F238E27FC236}">
                <a16:creationId xmlns:a16="http://schemas.microsoft.com/office/drawing/2014/main" id="{93C532CA-95B8-4C7F-AD18-B1BFBABB8639}"/>
              </a:ext>
            </a:extLst>
          </p:cNvPr>
          <p:cNvSpPr>
            <a:spLocks xmlns:a="http://schemas.openxmlformats.org/drawingml/2006/main" noGrp="1"/>
          </p:cNvSpPr>
          <p:nvPr/>
        </p:nvSpPr>
        <p:spPr>
          <a:xfrm xmlns:a="http://schemas.openxmlformats.org/drawingml/2006/main">
            <a:off x="762000" y="42386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700" b="1" lang="he-IL">
                <a:solidFill>
                  <a:srgbClr val="A9BDD2"/>
                </a:solidFill>
                <a:latin typeface="Heebo"/>
                <a:ea typeface="Heebo"/>
                <a:cs typeface="Heebo"/>
              </a:defRPr>
            </a:pPr>
            <a:r>
              <a:rPr sz="2700" b="1" lang="he-IL">
                <a:solidFill>
                  <a:srgbClr val="A9BDD2"/>
                </a:solidFill>
                <a:latin typeface="Heebo"/>
                <a:ea typeface="Heebo"/>
                <a:cs typeface="Heebo"/>
              </a:rPr>
              <a:t>ישיבת בני עקיבא קריית הרצוג</a:t>
            </a:r>
          </a:p>
        </p:txBody>
      </p:sp>
      <p:sp>
        <p:nvSpPr>
          <p:cNvPr id="6" name="text-6">
            <a:extLst xmlns:a="http://schemas.openxmlformats.org/drawingml/2006/main">
              <a:ext uri="{FF2B5EF4-FFF2-40B4-BE49-F238E27FC236}">
                <a16:creationId xmlns:a16="http://schemas.microsoft.com/office/drawing/2014/main" id="{BF1C999C-464C-4CFE-B2A7-E25F3B499099}"/>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1 / 50</a:t>
            </a:r>
          </a:p>
        </p:txBody>
      </p:sp>
    </p:spTree>
    <p:extLst>
      <p:ext uri="{BB962C8B-B14F-4D97-AF65-F5344CB8AC3E}">
        <p14:creationId xmlns:p14="http://schemas.microsoft.com/office/powerpoint/2010/main" val="1707090665"/>
      </p:ext>
    </p:extLst>
  </p:cSld>
</p:sld>
</file>

<file path=ppt/slides/slide2.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7">
            <a:extLst xmlns:a="http://schemas.openxmlformats.org/drawingml/2006/main">
              <a:ext uri="{FF2B5EF4-FFF2-40B4-BE49-F238E27FC236}">
                <a16:creationId xmlns:a16="http://schemas.microsoft.com/office/drawing/2014/main" id="{BA0739FE-99B3-4704-8E50-50E955E89126}"/>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becd68632a704987"/>
              </a:rPr>
              <a:t>⌂</a:t>
            </a:r>
          </a:p>
        </p:txBody>
      </p:sp>
      <p:sp>
        <p:nvSpPr>
          <p:cNvPr id="2" name="title-8">
            <a:extLst xmlns:a="http://schemas.openxmlformats.org/drawingml/2006/main">
              <a:ext uri="{FF2B5EF4-FFF2-40B4-BE49-F238E27FC236}">
                <a16:creationId xmlns:a16="http://schemas.microsoft.com/office/drawing/2014/main" id="{AF2744F1-E231-4341-A809-16EDF2899D83}"/>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חיבור ברור, צעד אחר צעד</a:t>
            </a:r>
          </a:p>
        </p:txBody>
      </p:sp>
      <p:sp>
        <p:nvSpPr>
          <p:cNvPr id="3" name="text-9">
            <a:extLst xmlns:a="http://schemas.openxmlformats.org/drawingml/2006/main">
              <a:ext uri="{FF2B5EF4-FFF2-40B4-BE49-F238E27FC236}">
                <a16:creationId xmlns:a16="http://schemas.microsoft.com/office/drawing/2014/main" id="{1E856F40-DDD6-4C27-9386-9D8E237E0F5E}"/>
              </a:ext>
            </a:extLst>
          </p:cNvPr>
          <p:cNvSpPr>
            <a:spLocks xmlns:a="http://schemas.openxmlformats.org/drawingml/2006/main" noGrp="1"/>
          </p:cNvSpPr>
          <p:nvPr/>
        </p:nvSpPr>
        <p:spPr>
          <a:xfrm xmlns:a="http://schemas.openxmlformats.org/drawingml/2006/main">
            <a:off x="809625" y="1438275"/>
            <a:ext cx="1057275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Simple words. Clear ideas.</a:t>
            </a:r>
          </a:p>
        </p:txBody>
      </p:sp>
      <p:sp>
        <p:nvSpPr>
          <p:cNvPr id="4" name="text-10">
            <a:extLst xmlns:a="http://schemas.openxmlformats.org/drawingml/2006/main">
              <a:ext uri="{FF2B5EF4-FFF2-40B4-BE49-F238E27FC236}">
                <a16:creationId xmlns:a16="http://schemas.microsoft.com/office/drawing/2014/main" id="{21B3327B-CEC4-4D44-9D6B-C0E0CEACCE13}"/>
              </a:ext>
            </a:extLst>
          </p:cNvPr>
          <p:cNvSpPr>
            <a:spLocks xmlns:a="http://schemas.openxmlformats.org/drawingml/2006/main" noGrp="1"/>
          </p:cNvSpPr>
          <p:nvPr/>
        </p:nvSpPr>
        <p:spPr>
          <a:xfrm xmlns:a="http://schemas.openxmlformats.org/drawingml/2006/main">
            <a:off x="876300" y="4524375"/>
            <a:ext cx="104394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1" lang="he-IL">
                <a:solidFill>
                  <a:srgbClr val="A9BDD2"/>
                </a:solidFill>
                <a:latin typeface="Heebo"/>
                <a:ea typeface="Heebo"/>
                <a:cs typeface="Heebo"/>
              </a:defRPr>
            </a:pPr>
            <a:r>
              <a:rPr sz="2475" b="1" lang="he-IL">
                <a:solidFill>
                  <a:srgbClr val="A9BDD2"/>
                </a:solidFill>
                <a:latin typeface="Heebo"/>
                <a:ea typeface="Heebo"/>
                <a:cs typeface="Heebo"/>
              </a:rPr>
              <a:t>נשתמש במילים מוכרות ובמבנים קבועים.</a:t>
            </a:r>
          </a:p>
        </p:txBody>
      </p:sp>
      <p:sp>
        <p:nvSpPr>
          <p:cNvPr id="5" name="text-11">
            <a:extLst xmlns:a="http://schemas.openxmlformats.org/drawingml/2006/main">
              <a:ext uri="{FF2B5EF4-FFF2-40B4-BE49-F238E27FC236}">
                <a16:creationId xmlns:a16="http://schemas.microsoft.com/office/drawing/2014/main" id="{DE2338FF-4078-40A0-94B7-7CFBB45C37B1}"/>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2 / 50</a:t>
            </a:r>
          </a:p>
        </p:txBody>
      </p:sp>
    </p:spTree>
    <p:extLst>
      <p:ext uri="{BB962C8B-B14F-4D97-AF65-F5344CB8AC3E}">
        <p14:creationId xmlns:p14="http://schemas.microsoft.com/office/powerpoint/2010/main" val="1573647474"/>
      </p:ext>
    </p:extLst>
  </p:cSld>
</p:sld>
</file>

<file path=ppt/slides/slide3.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12">
            <a:extLst xmlns:a="http://schemas.openxmlformats.org/drawingml/2006/main">
              <a:ext uri="{FF2B5EF4-FFF2-40B4-BE49-F238E27FC236}">
                <a16:creationId xmlns:a16="http://schemas.microsoft.com/office/drawing/2014/main" id="{05046401-08D4-4851-9325-425395F952B0}"/>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431fd2d74c804352"/>
              </a:rPr>
              <a:t>⌂</a:t>
            </a:r>
          </a:p>
        </p:txBody>
      </p:sp>
      <p:sp>
        <p:nvSpPr>
          <p:cNvPr id="2" name="title-13">
            <a:extLst xmlns:a="http://schemas.openxmlformats.org/drawingml/2006/main">
              <a:ext uri="{FF2B5EF4-FFF2-40B4-BE49-F238E27FC236}">
                <a16:creationId xmlns:a16="http://schemas.microsoft.com/office/drawing/2014/main" id="{AC0243FF-AF43-4CAD-B7B7-86A3515BE058}"/>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4EE5FF"/>
                </a:solidFill>
                <a:latin typeface="Nunito"/>
                <a:ea typeface="Nunito"/>
                <a:cs typeface="Nunito"/>
              </a:defRPr>
            </a:pPr>
            <a:r>
              <a:rPr sz="2100" b="1">
                <a:solidFill>
                  <a:srgbClr val="4EE5FF"/>
                </a:solidFill>
                <a:latin typeface="Nunito"/>
                <a:ea typeface="Nunito"/>
                <a:cs typeface="Nunito"/>
              </a:rPr>
              <a:t>The writing task</a:t>
            </a:r>
          </a:p>
        </p:txBody>
      </p:sp>
      <p:sp>
        <p:nvSpPr>
          <p:cNvPr id="3" name="text-14">
            <a:extLst xmlns:a="http://schemas.openxmlformats.org/drawingml/2006/main">
              <a:ext uri="{FF2B5EF4-FFF2-40B4-BE49-F238E27FC236}">
                <a16:creationId xmlns:a16="http://schemas.microsoft.com/office/drawing/2014/main" id="{578F0F16-B734-41A9-ADE3-4983C72D11FB}"/>
              </a:ext>
            </a:extLst>
          </p:cNvPr>
          <p:cNvSpPr>
            <a:spLocks xmlns:a="http://schemas.openxmlformats.org/drawingml/2006/main" noGrp="1"/>
          </p:cNvSpPr>
          <p:nvPr/>
        </p:nvSpPr>
        <p:spPr>
          <a:xfrm xmlns:a="http://schemas.openxmlformats.org/drawingml/2006/main">
            <a:off x="809625" y="1438275"/>
            <a:ext cx="1057275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Should every student have a chance to play in class games, even if some students play better than others?</a:t>
            </a:r>
          </a:p>
        </p:txBody>
      </p:sp>
      <p:sp>
        <p:nvSpPr>
          <p:cNvPr id="4" name="text-15">
            <a:extLst xmlns:a="http://schemas.openxmlformats.org/drawingml/2006/main">
              <a:ext uri="{FF2B5EF4-FFF2-40B4-BE49-F238E27FC236}">
                <a16:creationId xmlns:a16="http://schemas.microsoft.com/office/drawing/2014/main" id="{159D95DB-58AA-42FA-B770-52F28B7E4ECA}"/>
              </a:ext>
            </a:extLst>
          </p:cNvPr>
          <p:cNvSpPr>
            <a:spLocks xmlns:a="http://schemas.openxmlformats.org/drawingml/2006/main" noGrp="1"/>
          </p:cNvSpPr>
          <p:nvPr/>
        </p:nvSpPr>
        <p:spPr>
          <a:xfrm xmlns:a="http://schemas.openxmlformats.org/drawingml/2006/main">
            <a:off x="876300" y="4524375"/>
            <a:ext cx="104394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1" lang="he-IL">
                <a:solidFill>
                  <a:srgbClr val="A9BDD2"/>
                </a:solidFill>
                <a:latin typeface="Heebo"/>
                <a:ea typeface="Heebo"/>
                <a:cs typeface="Heebo"/>
              </a:defRPr>
            </a:pPr>
            <a:r>
              <a:rPr sz="2475" b="1" lang="he-IL">
                <a:solidFill>
                  <a:srgbClr val="A9BDD2"/>
                </a:solidFill>
                <a:latin typeface="Heebo"/>
                <a:ea typeface="Heebo"/>
                <a:cs typeface="Heebo"/>
              </a:rPr>
              <a:t>האם כל תלמיד צריך לקבל הזדמנות לשחק במשחקי הכיתה?</a:t>
            </a:r>
          </a:p>
        </p:txBody>
      </p:sp>
      <p:sp>
        <p:nvSpPr>
          <p:cNvPr id="5" name="text-16">
            <a:extLst xmlns:a="http://schemas.openxmlformats.org/drawingml/2006/main">
              <a:ext uri="{FF2B5EF4-FFF2-40B4-BE49-F238E27FC236}">
                <a16:creationId xmlns:a16="http://schemas.microsoft.com/office/drawing/2014/main" id="{F01C7BBC-4723-4B75-8EB5-8552457E0106}"/>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3 / 50</a:t>
            </a:r>
          </a:p>
        </p:txBody>
      </p:sp>
    </p:spTree>
    <p:extLst>
      <p:ext uri="{BB962C8B-B14F-4D97-AF65-F5344CB8AC3E}">
        <p14:creationId xmlns:p14="http://schemas.microsoft.com/office/powerpoint/2010/main" val="1970375322"/>
      </p:ext>
    </p:extLst>
  </p:cSld>
</p:sld>
</file>

<file path=ppt/slides/slide4.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17">
            <a:extLst xmlns:a="http://schemas.openxmlformats.org/drawingml/2006/main">
              <a:ext uri="{FF2B5EF4-FFF2-40B4-BE49-F238E27FC236}">
                <a16:creationId xmlns:a16="http://schemas.microsoft.com/office/drawing/2014/main" id="{7E4A5DD0-336A-4DFF-A7DA-57C06609D295}"/>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5ded0b858b6e4e4c"/>
              </a:rPr>
              <a:t>⌂</a:t>
            </a:r>
          </a:p>
        </p:txBody>
      </p:sp>
      <p:sp>
        <p:nvSpPr>
          <p:cNvPr id="2" name="title-18">
            <a:extLst xmlns:a="http://schemas.openxmlformats.org/drawingml/2006/main">
              <a:ext uri="{FF2B5EF4-FFF2-40B4-BE49-F238E27FC236}">
                <a16:creationId xmlns:a16="http://schemas.microsoft.com/office/drawing/2014/main" id="{CA7E2257-DB09-44E5-B195-BBA1449905D0}"/>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ארבע פסקאות</a:t>
            </a:r>
          </a:p>
        </p:txBody>
      </p:sp>
      <p:sp>
        <p:nvSpPr>
          <p:cNvPr id="3" name="text-19">
            <a:extLst xmlns:a="http://schemas.openxmlformats.org/drawingml/2006/main">
              <a:ext uri="{FF2B5EF4-FFF2-40B4-BE49-F238E27FC236}">
                <a16:creationId xmlns:a16="http://schemas.microsoft.com/office/drawing/2014/main" id="{FC8EC1F7-A8DB-4289-BCF4-7F2596327758}"/>
              </a:ext>
            </a:extLst>
          </p:cNvPr>
          <p:cNvSpPr>
            <a:spLocks xmlns:a="http://schemas.openxmlformats.org/drawingml/2006/main" noGrp="1"/>
          </p:cNvSpPr>
          <p:nvPr/>
        </p:nvSpPr>
        <p:spPr>
          <a:xfrm xmlns:a="http://schemas.openxmlformats.org/drawingml/2006/main">
            <a:off x="809625" y="1438275"/>
            <a:ext cx="1057275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Introduction</a:t>
            </a:r>
          </a:p>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On the one hand, ...</a:t>
            </a:r>
          </a:p>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On the other hand, ...</a:t>
            </a:r>
          </a:p>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In conclusion, ...</a:t>
            </a:r>
          </a:p>
        </p:txBody>
      </p:sp>
      <p:sp>
        <p:nvSpPr>
          <p:cNvPr id="4" name="text-20">
            <a:extLst xmlns:a="http://schemas.openxmlformats.org/drawingml/2006/main">
              <a:ext uri="{FF2B5EF4-FFF2-40B4-BE49-F238E27FC236}">
                <a16:creationId xmlns:a16="http://schemas.microsoft.com/office/drawing/2014/main" id="{26525175-BAC4-4E8C-B347-99E0F07DAACD}"/>
              </a:ext>
            </a:extLst>
          </p:cNvPr>
          <p:cNvSpPr>
            <a:spLocks xmlns:a="http://schemas.openxmlformats.org/drawingml/2006/main" noGrp="1"/>
          </p:cNvSpPr>
          <p:nvPr/>
        </p:nvSpPr>
        <p:spPr>
          <a:xfrm xmlns:a="http://schemas.openxmlformats.org/drawingml/2006/main">
            <a:off x="876300" y="4524375"/>
            <a:ext cx="104394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1" lang="he-IL">
                <a:solidFill>
                  <a:srgbClr val="A9BDD2"/>
                </a:solidFill>
                <a:latin typeface="Heebo"/>
                <a:ea typeface="Heebo"/>
                <a:cs typeface="Heebo"/>
              </a:defRPr>
            </a:pPr>
            <a:r>
              <a:rPr sz="2475" b="1" lang="he-IL">
                <a:solidFill>
                  <a:srgbClr val="A9BDD2"/>
                </a:solidFill>
                <a:latin typeface="Heebo"/>
                <a:ea typeface="Heebo"/>
                <a:cs typeface="Heebo"/>
              </a:rPr>
              <a:t>פתיחה ודעה; טענה נגדית; תמיכה בדעה; סיום.</a:t>
            </a:r>
          </a:p>
        </p:txBody>
      </p:sp>
      <p:sp>
        <p:nvSpPr>
          <p:cNvPr id="5" name="text-21">
            <a:extLst xmlns:a="http://schemas.openxmlformats.org/drawingml/2006/main">
              <a:ext uri="{FF2B5EF4-FFF2-40B4-BE49-F238E27FC236}">
                <a16:creationId xmlns:a16="http://schemas.microsoft.com/office/drawing/2014/main" id="{96C3009A-C078-4DD0-BEF9-D97D931CC668}"/>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4 / 50</a:t>
            </a:r>
          </a:p>
        </p:txBody>
      </p:sp>
    </p:spTree>
    <p:extLst>
      <p:ext uri="{BB962C8B-B14F-4D97-AF65-F5344CB8AC3E}">
        <p14:creationId xmlns:p14="http://schemas.microsoft.com/office/powerpoint/2010/main" val="1312064972"/>
      </p:ext>
    </p:extLst>
  </p:cSld>
</p:sld>
</file>

<file path=ppt/slides/slide5.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22">
            <a:extLst xmlns:a="http://schemas.openxmlformats.org/drawingml/2006/main">
              <a:ext uri="{FF2B5EF4-FFF2-40B4-BE49-F238E27FC236}">
                <a16:creationId xmlns:a16="http://schemas.microsoft.com/office/drawing/2014/main" id="{3ADAFE2E-39A0-45CC-8A64-4572D07B6921}"/>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a92a3b44244642ba"/>
              </a:rPr>
              <a:t>⌂</a:t>
            </a:r>
          </a:p>
        </p:txBody>
      </p:sp>
      <p:sp>
        <p:nvSpPr>
          <p:cNvPr id="2" name="title-23">
            <a:extLst xmlns:a="http://schemas.openxmlformats.org/drawingml/2006/main">
              <a:ext uri="{FF2B5EF4-FFF2-40B4-BE49-F238E27FC236}">
                <a16:creationId xmlns:a16="http://schemas.microsoft.com/office/drawing/2014/main" id="{886DD9E7-D018-478A-ADB5-4C76CD91543D}"/>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מילים שניקח לחיבור הבא</a:t>
            </a:r>
          </a:p>
        </p:txBody>
      </p:sp>
      <p:sp>
        <p:nvSpPr>
          <p:cNvPr id="3" name="text-24">
            <a:extLst xmlns:a="http://schemas.openxmlformats.org/drawingml/2006/main">
              <a:ext uri="{FF2B5EF4-FFF2-40B4-BE49-F238E27FC236}">
                <a16:creationId xmlns:a16="http://schemas.microsoft.com/office/drawing/2014/main" id="{522BDF2F-BFA8-40D6-8E42-C3EC9010C5BC}"/>
              </a:ext>
            </a:extLst>
          </p:cNvPr>
          <p:cNvSpPr>
            <a:spLocks xmlns:a="http://schemas.openxmlformats.org/drawingml/2006/main" noGrp="1"/>
          </p:cNvSpPr>
          <p:nvPr/>
        </p:nvSpPr>
        <p:spPr>
          <a:xfrm xmlns:a="http://schemas.openxmlformats.org/drawingml/2006/main">
            <a:off x="809625" y="1438275"/>
            <a:ext cx="1057275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I claim that ...</a:t>
            </a:r>
          </a:p>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since / For example, / Moreover,</a:t>
            </a:r>
          </a:p>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Therefore, / In conclusion,</a:t>
            </a:r>
          </a:p>
        </p:txBody>
      </p:sp>
      <p:sp>
        <p:nvSpPr>
          <p:cNvPr id="4" name="text-25">
            <a:extLst xmlns:a="http://schemas.openxmlformats.org/drawingml/2006/main">
              <a:ext uri="{FF2B5EF4-FFF2-40B4-BE49-F238E27FC236}">
                <a16:creationId xmlns:a16="http://schemas.microsoft.com/office/drawing/2014/main" id="{07D51687-1193-4481-997D-289B16334F6F}"/>
              </a:ext>
            </a:extLst>
          </p:cNvPr>
          <p:cNvSpPr>
            <a:spLocks xmlns:a="http://schemas.openxmlformats.org/drawingml/2006/main" noGrp="1"/>
          </p:cNvSpPr>
          <p:nvPr/>
        </p:nvSpPr>
        <p:spPr>
          <a:xfrm xmlns:a="http://schemas.openxmlformats.org/drawingml/2006/main">
            <a:off x="876300" y="4524375"/>
            <a:ext cx="104394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1" lang="he-IL">
                <a:solidFill>
                  <a:srgbClr val="A9BDD2"/>
                </a:solidFill>
                <a:latin typeface="Heebo"/>
                <a:ea typeface="Heebo"/>
                <a:cs typeface="Heebo"/>
              </a:defRPr>
            </a:pPr>
            <a:r>
              <a:rPr sz="2475" b="1" lang="he-IL">
                <a:solidFill>
                  <a:srgbClr val="A9BDD2"/>
                </a:solidFill>
                <a:latin typeface="Heebo"/>
                <a:ea typeface="Heebo"/>
                <a:cs typeface="Heebo"/>
              </a:rPr>
              <a:t>משתמשים בכל ביטוי רק כשהוא מתאים לרעיון.</a:t>
            </a:r>
          </a:p>
        </p:txBody>
      </p:sp>
      <p:sp>
        <p:nvSpPr>
          <p:cNvPr id="5" name="text-26">
            <a:extLst xmlns:a="http://schemas.openxmlformats.org/drawingml/2006/main">
              <a:ext uri="{FF2B5EF4-FFF2-40B4-BE49-F238E27FC236}">
                <a16:creationId xmlns:a16="http://schemas.microsoft.com/office/drawing/2014/main" id="{AECA5309-6863-488B-929E-D2DDDED96DC1}"/>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5 / 50</a:t>
            </a:r>
          </a:p>
        </p:txBody>
      </p:sp>
    </p:spTree>
    <p:extLst>
      <p:ext uri="{BB962C8B-B14F-4D97-AF65-F5344CB8AC3E}">
        <p14:creationId xmlns:p14="http://schemas.microsoft.com/office/powerpoint/2010/main" val="1939149968"/>
      </p:ext>
    </p:extLst>
  </p:cSld>
</p:sld>
</file>

<file path=ppt/slides/slide6.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27">
            <a:extLst xmlns:a="http://schemas.openxmlformats.org/drawingml/2006/main">
              <a:ext uri="{FF2B5EF4-FFF2-40B4-BE49-F238E27FC236}">
                <a16:creationId xmlns:a16="http://schemas.microsoft.com/office/drawing/2014/main" id="{53B3537A-C05E-4730-AA23-F9A7DB9DC0E1}"/>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acc595837ca94438"/>
              </a:rPr>
              <a:t>⌂</a:t>
            </a:r>
          </a:p>
        </p:txBody>
      </p:sp>
      <p:sp>
        <p:nvSpPr>
          <p:cNvPr id="2" name="title-28">
            <a:extLst xmlns:a="http://schemas.openxmlformats.org/drawingml/2006/main">
              <a:ext uri="{FF2B5EF4-FFF2-40B4-BE49-F238E27FC236}">
                <a16:creationId xmlns:a16="http://schemas.microsoft.com/office/drawing/2014/main" id="{B973B0B9-43BC-469F-B2D8-E09689AF7565}"/>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מילים לנושא של היום</a:t>
            </a:r>
          </a:p>
        </p:txBody>
      </p:sp>
      <p:sp>
        <p:nvSpPr>
          <p:cNvPr id="3" name="text-29">
            <a:extLst xmlns:a="http://schemas.openxmlformats.org/drawingml/2006/main">
              <a:ext uri="{FF2B5EF4-FFF2-40B4-BE49-F238E27FC236}">
                <a16:creationId xmlns:a16="http://schemas.microsoft.com/office/drawing/2014/main" id="{B6E06C1F-E1FE-443A-A6CE-C2D18A37E502}"/>
              </a:ext>
            </a:extLst>
          </p:cNvPr>
          <p:cNvSpPr>
            <a:spLocks xmlns:a="http://schemas.openxmlformats.org/drawingml/2006/main" noGrp="1"/>
          </p:cNvSpPr>
          <p:nvPr/>
        </p:nvSpPr>
        <p:spPr>
          <a:xfrm xmlns:a="http://schemas.openxmlformats.org/drawingml/2006/main">
            <a:off x="809625" y="1438275"/>
            <a:ext cx="1057275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games / play / team</a:t>
            </a:r>
          </a:p>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friends / help / mistakes</a:t>
            </a:r>
          </a:p>
        </p:txBody>
      </p:sp>
      <p:sp>
        <p:nvSpPr>
          <p:cNvPr id="4" name="text-30">
            <a:extLst xmlns:a="http://schemas.openxmlformats.org/drawingml/2006/main">
              <a:ext uri="{FF2B5EF4-FFF2-40B4-BE49-F238E27FC236}">
                <a16:creationId xmlns:a16="http://schemas.microsoft.com/office/drawing/2014/main" id="{F95F0405-8BA4-41DA-88C8-3E1C318D410B}"/>
              </a:ext>
            </a:extLst>
          </p:cNvPr>
          <p:cNvSpPr>
            <a:spLocks xmlns:a="http://schemas.openxmlformats.org/drawingml/2006/main" noGrp="1"/>
          </p:cNvSpPr>
          <p:nvPr/>
        </p:nvSpPr>
        <p:spPr>
          <a:xfrm xmlns:a="http://schemas.openxmlformats.org/drawingml/2006/main">
            <a:off x="876300" y="4524375"/>
            <a:ext cx="104394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1" lang="he-IL">
                <a:solidFill>
                  <a:srgbClr val="A9BDD2"/>
                </a:solidFill>
                <a:latin typeface="Heebo"/>
                <a:ea typeface="Heebo"/>
                <a:cs typeface="Heebo"/>
              </a:defRPr>
            </a:pPr>
            <a:r>
              <a:rPr sz="2475" b="1" lang="he-IL">
                <a:solidFill>
                  <a:srgbClr val="A9BDD2"/>
                </a:solidFill>
                <a:latin typeface="Heebo"/>
                <a:ea typeface="Heebo"/>
                <a:cs typeface="Heebo"/>
              </a:rPr>
              <a:t>בחרו מילים שאתם יודעים להשתמש בהן.</a:t>
            </a:r>
          </a:p>
        </p:txBody>
      </p:sp>
      <p:sp>
        <p:nvSpPr>
          <p:cNvPr id="5" name="text-31">
            <a:extLst xmlns:a="http://schemas.openxmlformats.org/drawingml/2006/main">
              <a:ext uri="{FF2B5EF4-FFF2-40B4-BE49-F238E27FC236}">
                <a16:creationId xmlns:a16="http://schemas.microsoft.com/office/drawing/2014/main" id="{F784E486-4920-4458-9439-BCA5D3397AD9}"/>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6 / 50</a:t>
            </a:r>
          </a:p>
        </p:txBody>
      </p:sp>
    </p:spTree>
    <p:extLst>
      <p:ext uri="{BB962C8B-B14F-4D97-AF65-F5344CB8AC3E}">
        <p14:creationId xmlns:p14="http://schemas.microsoft.com/office/powerpoint/2010/main" val="649412661"/>
      </p:ext>
    </p:extLst>
  </p:cSld>
</p:sld>
</file>

<file path=ppt/slides/slide7.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32">
            <a:extLst xmlns:a="http://schemas.openxmlformats.org/drawingml/2006/main">
              <a:ext uri="{FF2B5EF4-FFF2-40B4-BE49-F238E27FC236}">
                <a16:creationId xmlns:a16="http://schemas.microsoft.com/office/drawing/2014/main" id="{F053C760-F40F-4338-8A99-3890DB54C1A7}"/>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f8f4446506aa4a30"/>
              </a:rPr>
              <a:t>⌂</a:t>
            </a:r>
          </a:p>
        </p:txBody>
      </p:sp>
      <p:sp>
        <p:nvSpPr>
          <p:cNvPr id="2" name="title-33">
            <a:extLst xmlns:a="http://schemas.openxmlformats.org/drawingml/2006/main">
              <a:ext uri="{FF2B5EF4-FFF2-40B4-BE49-F238E27FC236}">
                <a16:creationId xmlns:a16="http://schemas.microsoft.com/office/drawing/2014/main" id="{B8BF4B20-FBBB-4483-9CAD-28E676F498D5}"/>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תכנון קצר</a:t>
            </a:r>
          </a:p>
        </p:txBody>
      </p:sp>
      <p:sp>
        <p:nvSpPr>
          <p:cNvPr id="3" name="text-34">
            <a:extLst xmlns:a="http://schemas.openxmlformats.org/drawingml/2006/main">
              <a:ext uri="{FF2B5EF4-FFF2-40B4-BE49-F238E27FC236}">
                <a16:creationId xmlns:a16="http://schemas.microsoft.com/office/drawing/2014/main" id="{C37B4EED-82FD-4C6B-94D1-BCEED2D9C659}"/>
              </a:ext>
            </a:extLst>
          </p:cNvPr>
          <p:cNvSpPr>
            <a:spLocks xmlns:a="http://schemas.openxmlformats.org/drawingml/2006/main" noGrp="1"/>
          </p:cNvSpPr>
          <p:nvPr/>
        </p:nvSpPr>
        <p:spPr>
          <a:xfrm xmlns:a="http://schemas.openxmlformats.org/drawingml/2006/main">
            <a:off x="857250" y="1562100"/>
            <a:ext cx="10477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375" b="1">
                <a:solidFill>
                  <a:srgbClr val="F7F7F2"/>
                </a:solidFill>
                <a:latin typeface="Nunito"/>
                <a:ea typeface="Nunito"/>
                <a:cs typeface="Nunito"/>
              </a:defRPr>
            </a:pPr>
            <a:r>
              <a:rPr sz="3375" b="1">
                <a:solidFill>
                  <a:srgbClr val="F7F7F2"/>
                </a:solidFill>
                <a:latin typeface="Nunito"/>
                <a:ea typeface="Nunito"/>
                <a:cs typeface="Nunito"/>
              </a:rPr>
              <a:t>One idea against. One idea for.</a:t>
            </a:r>
          </a:p>
        </p:txBody>
      </p:sp>
      <p:sp>
        <p:nvSpPr>
          <p:cNvPr id="4" name="text-35">
            <a:extLst xmlns:a="http://schemas.openxmlformats.org/drawingml/2006/main">
              <a:ext uri="{FF2B5EF4-FFF2-40B4-BE49-F238E27FC236}">
                <a16:creationId xmlns:a16="http://schemas.microsoft.com/office/drawing/2014/main" id="{F969FA1A-E0EF-4472-ABC6-F331AD2E108D}"/>
              </a:ext>
            </a:extLst>
          </p:cNvPr>
          <p:cNvSpPr>
            <a:spLocks xmlns:a="http://schemas.openxmlformats.org/drawingml/2006/main" noGrp="1"/>
          </p:cNvSpPr>
          <p:nvPr/>
        </p:nvSpPr>
        <p:spPr>
          <a:xfrm xmlns:a="http://schemas.openxmlformats.org/drawingml/2006/main">
            <a:off x="952500" y="3143250"/>
            <a:ext cx="1028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325" b="1" lang="he-IL">
                <a:solidFill>
                  <a:srgbClr val="A9BDD2"/>
                </a:solidFill>
                <a:latin typeface="Heebo"/>
                <a:ea typeface="Heebo"/>
                <a:cs typeface="Heebo"/>
              </a:defRPr>
            </a:pPr>
            <a:r>
              <a:rPr sz="2325" b="1" lang="he-IL">
                <a:solidFill>
                  <a:srgbClr val="A9BDD2"/>
                </a:solidFill>
                <a:latin typeface="Heebo"/>
                <a:ea typeface="Heebo"/>
                <a:cs typeface="Heebo"/>
              </a:rPr>
              <a:t>מה הקושי בשיתוף כולם? מה היתרון?</a:t>
            </a:r>
          </a:p>
        </p:txBody>
      </p:sp>
      <p:sp>
        <p:nvSpPr>
          <p:cNvPr id="5" name="text-36">
            <a:extLst xmlns:a="http://schemas.openxmlformats.org/drawingml/2006/main">
              <a:ext uri="{FF2B5EF4-FFF2-40B4-BE49-F238E27FC236}">
                <a16:creationId xmlns:a16="http://schemas.microsoft.com/office/drawing/2014/main" id="{A6A588C3-7F29-47E6-8D4B-8A2781AFDF4E}"/>
              </a:ext>
            </a:extLst>
          </p:cNvPr>
          <p:cNvSpPr>
            <a:spLocks xmlns:a="http://schemas.openxmlformats.org/drawingml/2006/main" noGrp="1"/>
          </p:cNvSpPr>
          <p:nvPr/>
        </p:nvSpPr>
        <p:spPr>
          <a:xfrm xmlns:a="http://schemas.openxmlformats.org/drawingml/2006/main">
            <a:off x="952500" y="43434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375" b="1">
                <a:solidFill>
                  <a:srgbClr val="FFC857"/>
                </a:solidFill>
                <a:latin typeface="Nunito"/>
                <a:ea typeface="Nunito"/>
                <a:cs typeface="Nunito"/>
              </a:defRPr>
            </a:pPr>
            <a:r>
              <a:rPr sz="6375" b="1">
                <a:solidFill>
                  <a:srgbClr val="FFC857"/>
                </a:solidFill>
                <a:latin typeface="Nunito"/>
                <a:ea typeface="Nunito"/>
                <a:cs typeface="Nunito"/>
              </a:rPr>
              <a:t>02:00</a:t>
            </a:r>
          </a:p>
        </p:txBody>
      </p:sp>
      <p:sp>
        <p:nvSpPr>
          <p:cNvPr id="6" name="text-37">
            <a:extLst xmlns:a="http://schemas.openxmlformats.org/drawingml/2006/main">
              <a:ext uri="{FF2B5EF4-FFF2-40B4-BE49-F238E27FC236}">
                <a16:creationId xmlns:a16="http://schemas.microsoft.com/office/drawing/2014/main" id="{BA6E7776-A5F4-4229-8FDF-6912F4A16DDF}"/>
              </a:ext>
            </a:extLst>
          </p:cNvPr>
          <p:cNvSpPr>
            <a:spLocks xmlns:a="http://schemas.openxmlformats.org/drawingml/2006/main" noGrp="1"/>
          </p:cNvSpPr>
          <p:nvPr/>
        </p:nvSpPr>
        <p:spPr>
          <a:xfrm xmlns:a="http://schemas.openxmlformats.org/drawingml/2006/main">
            <a:off x="952500" y="5553075"/>
            <a:ext cx="1028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00" b="1" lang="he-IL">
                <a:solidFill>
                  <a:srgbClr val="4EE5FF"/>
                </a:solidFill>
                <a:latin typeface="Heebo"/>
                <a:ea typeface="Heebo"/>
                <a:cs typeface="Heebo"/>
              </a:defRPr>
            </a:pPr>
            <a:r>
              <a:rPr sz="1800" b="1" lang="he-IL">
                <a:solidFill>
                  <a:srgbClr val="4EE5FF"/>
                </a:solidFill>
                <a:latin typeface="Heebo"/>
                <a:ea typeface="Heebo"/>
                <a:cs typeface="Heebo"/>
                <a:hlinkClick xmlns:r="http://schemas.openxmlformats.org/officeDocument/2006/relationships" r:id="Rb4f3fb53a5d24946"/>
              </a:rPr>
              <a:t>שעון פעיל במצגת באתר</a:t>
            </a:r>
          </a:p>
        </p:txBody>
      </p:sp>
      <p:sp>
        <p:nvSpPr>
          <p:cNvPr id="7" name="text-38">
            <a:extLst xmlns:a="http://schemas.openxmlformats.org/drawingml/2006/main">
              <a:ext uri="{FF2B5EF4-FFF2-40B4-BE49-F238E27FC236}">
                <a16:creationId xmlns:a16="http://schemas.microsoft.com/office/drawing/2014/main" id="{54818FC6-0D7C-40AB-8C4C-73AF58BD7CFD}"/>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7 / 50</a:t>
            </a:r>
          </a:p>
        </p:txBody>
      </p:sp>
    </p:spTree>
    <p:extLst>
      <p:ext uri="{BB962C8B-B14F-4D97-AF65-F5344CB8AC3E}">
        <p14:creationId xmlns:p14="http://schemas.microsoft.com/office/powerpoint/2010/main" val="1657368687"/>
      </p:ext>
    </p:extLst>
  </p:cSld>
</p:sld>
</file>

<file path=ppt/slides/slide8.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39">
            <a:extLst xmlns:a="http://schemas.openxmlformats.org/drawingml/2006/main">
              <a:ext uri="{FF2B5EF4-FFF2-40B4-BE49-F238E27FC236}">
                <a16:creationId xmlns:a16="http://schemas.microsoft.com/office/drawing/2014/main" id="{24388420-1DAD-43BE-AA63-53C8D9EB024E}"/>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b6a23782a5204e68"/>
              </a:rPr>
              <a:t>⌂</a:t>
            </a:r>
          </a:p>
        </p:txBody>
      </p:sp>
      <p:sp>
        <p:nvSpPr>
          <p:cNvPr id="2" name="title-40">
            <a:extLst xmlns:a="http://schemas.openxmlformats.org/drawingml/2006/main">
              <a:ext uri="{FF2B5EF4-FFF2-40B4-BE49-F238E27FC236}">
                <a16:creationId xmlns:a16="http://schemas.microsoft.com/office/drawing/2014/main" id="{EC24F036-ACD5-4953-9C1C-AB3A5C558E69}"/>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1 · פתיחה בלי דעה</a:t>
            </a:r>
          </a:p>
        </p:txBody>
      </p:sp>
      <p:sp>
        <p:nvSpPr>
          <p:cNvPr id="3" name="text-41">
            <a:extLst xmlns:a="http://schemas.openxmlformats.org/drawingml/2006/main">
              <a:ext uri="{FF2B5EF4-FFF2-40B4-BE49-F238E27FC236}">
                <a16:creationId xmlns:a16="http://schemas.microsoft.com/office/drawing/2014/main" id="{6491DD09-0178-49CB-9AD6-8ACFF6BC8EE4}"/>
              </a:ext>
            </a:extLst>
          </p:cNvPr>
          <p:cNvSpPr>
            <a:spLocks xmlns:a="http://schemas.openxmlformats.org/drawingml/2006/main" noGrp="1"/>
          </p:cNvSpPr>
          <p:nvPr/>
        </p:nvSpPr>
        <p:spPr>
          <a:xfrm xmlns:a="http://schemas.openxmlformats.org/drawingml/2006/main">
            <a:off x="857250" y="1562100"/>
            <a:ext cx="10477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375" b="1">
                <a:solidFill>
                  <a:srgbClr val="F7F7F2"/>
                </a:solidFill>
                <a:latin typeface="Nunito"/>
                <a:ea typeface="Nunito"/>
                <a:cs typeface="Nunito"/>
              </a:defRPr>
            </a:pPr>
            <a:r>
              <a:rPr sz="3375" b="1">
                <a:solidFill>
                  <a:srgbClr val="F7F7F2"/>
                </a:solidFill>
                <a:latin typeface="Nunito"/>
                <a:ea typeface="Nunito"/>
                <a:cs typeface="Nunito"/>
              </a:rPr>
              <a:t>School games ...</a:t>
            </a:r>
          </a:p>
        </p:txBody>
      </p:sp>
      <p:sp>
        <p:nvSpPr>
          <p:cNvPr id="4" name="text-42">
            <a:extLst xmlns:a="http://schemas.openxmlformats.org/drawingml/2006/main">
              <a:ext uri="{FF2B5EF4-FFF2-40B4-BE49-F238E27FC236}">
                <a16:creationId xmlns:a16="http://schemas.microsoft.com/office/drawing/2014/main" id="{0C887C4D-14A5-4CB9-B4DD-B5B42CB42254}"/>
              </a:ext>
            </a:extLst>
          </p:cNvPr>
          <p:cNvSpPr>
            <a:spLocks xmlns:a="http://schemas.openxmlformats.org/drawingml/2006/main" noGrp="1"/>
          </p:cNvSpPr>
          <p:nvPr/>
        </p:nvSpPr>
        <p:spPr>
          <a:xfrm xmlns:a="http://schemas.openxmlformats.org/drawingml/2006/main">
            <a:off x="952500" y="3143250"/>
            <a:ext cx="1028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325" b="1" lang="he-IL">
                <a:solidFill>
                  <a:srgbClr val="A9BDD2"/>
                </a:solidFill>
                <a:latin typeface="Heebo"/>
                <a:ea typeface="Heebo"/>
                <a:cs typeface="Heebo"/>
              </a:defRPr>
            </a:pPr>
            <a:r>
              <a:rPr sz="2325" b="1" lang="he-IL">
                <a:solidFill>
                  <a:srgbClr val="A9BDD2"/>
                </a:solidFill>
                <a:latin typeface="Heebo"/>
                <a:ea typeface="Heebo"/>
                <a:cs typeface="Heebo"/>
              </a:rPr>
              <a:t>הציגו את הנושא. עדיין בלי לומר מה דעתכם.</a:t>
            </a:r>
          </a:p>
        </p:txBody>
      </p:sp>
      <p:sp>
        <p:nvSpPr>
          <p:cNvPr id="5" name="text-43">
            <a:extLst xmlns:a="http://schemas.openxmlformats.org/drawingml/2006/main">
              <a:ext uri="{FF2B5EF4-FFF2-40B4-BE49-F238E27FC236}">
                <a16:creationId xmlns:a16="http://schemas.microsoft.com/office/drawing/2014/main" id="{D3233832-5E52-4C9D-8FC7-5481270DD179}"/>
              </a:ext>
            </a:extLst>
          </p:cNvPr>
          <p:cNvSpPr>
            <a:spLocks xmlns:a="http://schemas.openxmlformats.org/drawingml/2006/main" noGrp="1"/>
          </p:cNvSpPr>
          <p:nvPr/>
        </p:nvSpPr>
        <p:spPr>
          <a:xfrm xmlns:a="http://schemas.openxmlformats.org/drawingml/2006/main">
            <a:off x="952500" y="43434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375" b="1">
                <a:solidFill>
                  <a:srgbClr val="FFC857"/>
                </a:solidFill>
                <a:latin typeface="Nunito"/>
                <a:ea typeface="Nunito"/>
                <a:cs typeface="Nunito"/>
              </a:defRPr>
            </a:pPr>
            <a:r>
              <a:rPr sz="6375" b="1">
                <a:solidFill>
                  <a:srgbClr val="FFC857"/>
                </a:solidFill>
                <a:latin typeface="Nunito"/>
                <a:ea typeface="Nunito"/>
                <a:cs typeface="Nunito"/>
              </a:rPr>
              <a:t>00:45</a:t>
            </a:r>
          </a:p>
        </p:txBody>
      </p:sp>
      <p:sp>
        <p:nvSpPr>
          <p:cNvPr id="6" name="text-44">
            <a:extLst xmlns:a="http://schemas.openxmlformats.org/drawingml/2006/main">
              <a:ext uri="{FF2B5EF4-FFF2-40B4-BE49-F238E27FC236}">
                <a16:creationId xmlns:a16="http://schemas.microsoft.com/office/drawing/2014/main" id="{A4B43ADA-ABDA-417B-B873-06D9D39025D8}"/>
              </a:ext>
            </a:extLst>
          </p:cNvPr>
          <p:cNvSpPr>
            <a:spLocks xmlns:a="http://schemas.openxmlformats.org/drawingml/2006/main" noGrp="1"/>
          </p:cNvSpPr>
          <p:nvPr/>
        </p:nvSpPr>
        <p:spPr>
          <a:xfrm xmlns:a="http://schemas.openxmlformats.org/drawingml/2006/main">
            <a:off x="952500" y="5553075"/>
            <a:ext cx="1028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00" b="1" lang="he-IL">
                <a:solidFill>
                  <a:srgbClr val="4EE5FF"/>
                </a:solidFill>
                <a:latin typeface="Heebo"/>
                <a:ea typeface="Heebo"/>
                <a:cs typeface="Heebo"/>
              </a:defRPr>
            </a:pPr>
            <a:r>
              <a:rPr sz="1800" b="1" lang="he-IL">
                <a:solidFill>
                  <a:srgbClr val="4EE5FF"/>
                </a:solidFill>
                <a:latin typeface="Heebo"/>
                <a:ea typeface="Heebo"/>
                <a:cs typeface="Heebo"/>
                <a:hlinkClick xmlns:r="http://schemas.openxmlformats.org/officeDocument/2006/relationships" r:id="R9d39414bb05c4d58"/>
              </a:rPr>
              <a:t>שעון פעיל במצגת באתר</a:t>
            </a:r>
          </a:p>
        </p:txBody>
      </p:sp>
      <p:sp>
        <p:nvSpPr>
          <p:cNvPr id="7" name="text-45">
            <a:extLst xmlns:a="http://schemas.openxmlformats.org/drawingml/2006/main">
              <a:ext uri="{FF2B5EF4-FFF2-40B4-BE49-F238E27FC236}">
                <a16:creationId xmlns:a16="http://schemas.microsoft.com/office/drawing/2014/main" id="{C2283D27-0663-48DE-9CA3-A11A577006D9}"/>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8 / 50</a:t>
            </a:r>
          </a:p>
        </p:txBody>
      </p:sp>
    </p:spTree>
    <p:extLst>
      <p:ext uri="{BB962C8B-B14F-4D97-AF65-F5344CB8AC3E}">
        <p14:creationId xmlns:p14="http://schemas.microsoft.com/office/powerpoint/2010/main" val="1854063189"/>
      </p:ext>
    </p:extLst>
  </p:cSld>
</p:sld>
</file>

<file path=ppt/slides/slide9.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46">
            <a:extLst xmlns:a="http://schemas.openxmlformats.org/drawingml/2006/main">
              <a:ext uri="{FF2B5EF4-FFF2-40B4-BE49-F238E27FC236}">
                <a16:creationId xmlns:a16="http://schemas.microsoft.com/office/drawing/2014/main" id="{91358CEF-9AAC-4A10-857B-E619E5CD1707}"/>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939bf24eb174471c"/>
              </a:rPr>
              <a:t>⌂</a:t>
            </a:r>
          </a:p>
        </p:txBody>
      </p:sp>
      <p:sp>
        <p:nvSpPr>
          <p:cNvPr id="2" name="title-47">
            <a:extLst xmlns:a="http://schemas.openxmlformats.org/drawingml/2006/main">
              <a:ext uri="{FF2B5EF4-FFF2-40B4-BE49-F238E27FC236}">
                <a16:creationId xmlns:a16="http://schemas.microsoft.com/office/drawing/2014/main" id="{53C1B4FC-35BB-4038-A4FD-C3889C3B0B73}"/>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החיבור עד עכשיו</a:t>
            </a:r>
          </a:p>
        </p:txBody>
      </p:sp>
      <p:sp>
        <p:nvSpPr>
          <p:cNvPr id="3" name="text-48">
            <a:extLst xmlns:a="http://schemas.openxmlformats.org/drawingml/2006/main">
              <a:ext uri="{FF2B5EF4-FFF2-40B4-BE49-F238E27FC236}">
                <a16:creationId xmlns:a16="http://schemas.microsoft.com/office/drawing/2014/main" id="{EAFABA26-5E21-4121-A266-2984EBC38CD3}"/>
              </a:ext>
            </a:extLst>
          </p:cNvPr>
          <p:cNvSpPr>
            <a:spLocks xmlns:a="http://schemas.openxmlformats.org/drawingml/2006/main" noGrp="1"/>
          </p:cNvSpPr>
          <p:nvPr/>
        </p:nvSpPr>
        <p:spPr>
          <a:xfrm xmlns:a="http://schemas.openxmlformats.org/drawingml/2006/main">
            <a:off x="838200" y="1257300"/>
            <a:ext cx="10515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School games are part of school life, but some students play better than others.</a:t>
            </a:r>
          </a:p>
        </p:txBody>
      </p:sp>
      <p:sp>
        <p:nvSpPr>
          <p:cNvPr id="4" name="text-49">
            <a:extLst xmlns:a="http://schemas.openxmlformats.org/drawingml/2006/main">
              <a:ext uri="{FF2B5EF4-FFF2-40B4-BE49-F238E27FC236}">
                <a16:creationId xmlns:a16="http://schemas.microsoft.com/office/drawing/2014/main" id="{69D65D57-327E-43E9-B13D-40D45AF0D75C}"/>
              </a:ext>
            </a:extLst>
          </p:cNvPr>
          <p:cNvSpPr>
            <a:spLocks xmlns:a="http://schemas.openxmlformats.org/drawingml/2006/main" noGrp="1"/>
          </p:cNvSpPr>
          <p:nvPr/>
        </p:nvSpPr>
        <p:spPr>
          <a:xfrm xmlns:a="http://schemas.openxmlformats.org/drawingml/2006/main">
            <a:off x="85725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DFFF5B"/>
                </a:solidFill>
                <a:latin typeface="Heebo"/>
                <a:ea typeface="Heebo"/>
                <a:cs typeface="Heebo"/>
              </a:defRPr>
            </a:pPr>
            <a:r>
              <a:rPr sz="1650" b="1" lang="he-IL">
                <a:solidFill>
                  <a:srgbClr val="DFFF5B"/>
                </a:solidFill>
                <a:latin typeface="Heebo"/>
                <a:ea typeface="Heebo"/>
                <a:cs typeface="Heebo"/>
              </a:rPr>
              <a:t>שלב 1/10 · 14 מילים</a:t>
            </a:r>
          </a:p>
        </p:txBody>
      </p:sp>
      <p:sp>
        <p:nvSpPr>
          <p:cNvPr id="5" name="text-50">
            <a:extLst xmlns:a="http://schemas.openxmlformats.org/drawingml/2006/main">
              <a:ext uri="{FF2B5EF4-FFF2-40B4-BE49-F238E27FC236}">
                <a16:creationId xmlns:a16="http://schemas.microsoft.com/office/drawing/2014/main" id="{45722F75-8477-4044-9A69-F9379E88ADC0}"/>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9 / 50</a:t>
            </a:r>
          </a:p>
        </p:txBody>
      </p:sp>
    </p:spTree>
    <p:extLst>
      <p:ext uri="{BB962C8B-B14F-4D97-AF65-F5344CB8AC3E}">
        <p14:creationId xmlns:p14="http://schemas.microsoft.com/office/powerpoint/2010/main" val="472216352"/>
      </p:ext>
    </p:extLst>
  </p:cSld>
</p:sld>
</file>

<file path=ppt/slides/slide10.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51">
            <a:extLst xmlns:a="http://schemas.openxmlformats.org/drawingml/2006/main">
              <a:ext uri="{FF2B5EF4-FFF2-40B4-BE49-F238E27FC236}">
                <a16:creationId xmlns:a16="http://schemas.microsoft.com/office/drawing/2014/main" id="{882BAD65-5B3D-406F-A58D-28BAE9B3CB5F}"/>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430f588e91e14317"/>
              </a:rPr>
              <a:t>⌂</a:t>
            </a:r>
          </a:p>
        </p:txBody>
      </p:sp>
      <p:sp>
        <p:nvSpPr>
          <p:cNvPr id="2" name="title-52">
            <a:extLst xmlns:a="http://schemas.openxmlformats.org/drawingml/2006/main">
              <a:ext uri="{FF2B5EF4-FFF2-40B4-BE49-F238E27FC236}">
                <a16:creationId xmlns:a16="http://schemas.microsoft.com/office/drawing/2014/main" id="{2FCF4CC9-A0FB-417F-96FA-C524D2EDC49A}"/>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2 · הדעה שלי</a:t>
            </a:r>
          </a:p>
        </p:txBody>
      </p:sp>
      <p:sp>
        <p:nvSpPr>
          <p:cNvPr id="3" name="text-53">
            <a:extLst xmlns:a="http://schemas.openxmlformats.org/drawingml/2006/main">
              <a:ext uri="{FF2B5EF4-FFF2-40B4-BE49-F238E27FC236}">
                <a16:creationId xmlns:a16="http://schemas.microsoft.com/office/drawing/2014/main" id="{968991BA-2D3E-418B-95C8-A2B2A250F9AA}"/>
              </a:ext>
            </a:extLst>
          </p:cNvPr>
          <p:cNvSpPr>
            <a:spLocks xmlns:a="http://schemas.openxmlformats.org/drawingml/2006/main" noGrp="1"/>
          </p:cNvSpPr>
          <p:nvPr/>
        </p:nvSpPr>
        <p:spPr>
          <a:xfrm xmlns:a="http://schemas.openxmlformats.org/drawingml/2006/main">
            <a:off x="857250" y="1562100"/>
            <a:ext cx="10477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375" b="1">
                <a:solidFill>
                  <a:srgbClr val="F7F7F2"/>
                </a:solidFill>
                <a:latin typeface="Nunito"/>
                <a:ea typeface="Nunito"/>
                <a:cs typeface="Nunito"/>
              </a:defRPr>
            </a:pPr>
            <a:r>
              <a:rPr sz="3375" b="1">
                <a:solidFill>
                  <a:srgbClr val="F7F7F2"/>
                </a:solidFill>
                <a:latin typeface="Nunito"/>
                <a:ea typeface="Nunito"/>
                <a:cs typeface="Nunito"/>
              </a:rPr>
              <a:t>I claim that ...</a:t>
            </a:r>
          </a:p>
        </p:txBody>
      </p:sp>
      <p:sp>
        <p:nvSpPr>
          <p:cNvPr id="4" name="text-54">
            <a:extLst xmlns:a="http://schemas.openxmlformats.org/drawingml/2006/main">
              <a:ext uri="{FF2B5EF4-FFF2-40B4-BE49-F238E27FC236}">
                <a16:creationId xmlns:a16="http://schemas.microsoft.com/office/drawing/2014/main" id="{452DBC7A-E00E-49A6-B522-A7F7CE930E3F}"/>
              </a:ext>
            </a:extLst>
          </p:cNvPr>
          <p:cNvSpPr>
            <a:spLocks xmlns:a="http://schemas.openxmlformats.org/drawingml/2006/main" noGrp="1"/>
          </p:cNvSpPr>
          <p:nvPr/>
        </p:nvSpPr>
        <p:spPr>
          <a:xfrm xmlns:a="http://schemas.openxmlformats.org/drawingml/2006/main">
            <a:off x="952500" y="3143250"/>
            <a:ext cx="1028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325" b="1" lang="he-IL">
                <a:solidFill>
                  <a:srgbClr val="A9BDD2"/>
                </a:solidFill>
                <a:latin typeface="Heebo"/>
                <a:ea typeface="Heebo"/>
                <a:cs typeface="Heebo"/>
              </a:defRPr>
            </a:pPr>
            <a:r>
              <a:rPr sz="2325" b="1" lang="he-IL">
                <a:solidFill>
                  <a:srgbClr val="A9BDD2"/>
                </a:solidFill>
                <a:latin typeface="Heebo"/>
                <a:ea typeface="Heebo"/>
                <a:cs typeface="Heebo"/>
              </a:rPr>
              <a:t>האם צריך לתת לכל תלמיד הזדמנות לשחק?</a:t>
            </a:r>
          </a:p>
        </p:txBody>
      </p:sp>
      <p:sp>
        <p:nvSpPr>
          <p:cNvPr id="5" name="text-55">
            <a:extLst xmlns:a="http://schemas.openxmlformats.org/drawingml/2006/main">
              <a:ext uri="{FF2B5EF4-FFF2-40B4-BE49-F238E27FC236}">
                <a16:creationId xmlns:a16="http://schemas.microsoft.com/office/drawing/2014/main" id="{684CAE79-AD26-4F9B-A8EE-143D68045CEA}"/>
              </a:ext>
            </a:extLst>
          </p:cNvPr>
          <p:cNvSpPr>
            <a:spLocks xmlns:a="http://schemas.openxmlformats.org/drawingml/2006/main" noGrp="1"/>
          </p:cNvSpPr>
          <p:nvPr/>
        </p:nvSpPr>
        <p:spPr>
          <a:xfrm xmlns:a="http://schemas.openxmlformats.org/drawingml/2006/main">
            <a:off x="952500" y="43434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375" b="1">
                <a:solidFill>
                  <a:srgbClr val="FFC857"/>
                </a:solidFill>
                <a:latin typeface="Nunito"/>
                <a:ea typeface="Nunito"/>
                <a:cs typeface="Nunito"/>
              </a:defRPr>
            </a:pPr>
            <a:r>
              <a:rPr sz="6375" b="1">
                <a:solidFill>
                  <a:srgbClr val="FFC857"/>
                </a:solidFill>
                <a:latin typeface="Nunito"/>
                <a:ea typeface="Nunito"/>
                <a:cs typeface="Nunito"/>
              </a:rPr>
              <a:t>00:45</a:t>
            </a:r>
          </a:p>
        </p:txBody>
      </p:sp>
      <p:sp>
        <p:nvSpPr>
          <p:cNvPr id="6" name="text-56">
            <a:extLst xmlns:a="http://schemas.openxmlformats.org/drawingml/2006/main">
              <a:ext uri="{FF2B5EF4-FFF2-40B4-BE49-F238E27FC236}">
                <a16:creationId xmlns:a16="http://schemas.microsoft.com/office/drawing/2014/main" id="{3FA0511C-A343-4964-A169-ECE467E74E11}"/>
              </a:ext>
            </a:extLst>
          </p:cNvPr>
          <p:cNvSpPr>
            <a:spLocks xmlns:a="http://schemas.openxmlformats.org/drawingml/2006/main" noGrp="1"/>
          </p:cNvSpPr>
          <p:nvPr/>
        </p:nvSpPr>
        <p:spPr>
          <a:xfrm xmlns:a="http://schemas.openxmlformats.org/drawingml/2006/main">
            <a:off x="952500" y="5553075"/>
            <a:ext cx="1028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00" b="1" lang="he-IL">
                <a:solidFill>
                  <a:srgbClr val="4EE5FF"/>
                </a:solidFill>
                <a:latin typeface="Heebo"/>
                <a:ea typeface="Heebo"/>
                <a:cs typeface="Heebo"/>
              </a:defRPr>
            </a:pPr>
            <a:r>
              <a:rPr sz="1800" b="1" lang="he-IL">
                <a:solidFill>
                  <a:srgbClr val="4EE5FF"/>
                </a:solidFill>
                <a:latin typeface="Heebo"/>
                <a:ea typeface="Heebo"/>
                <a:cs typeface="Heebo"/>
                <a:hlinkClick xmlns:r="http://schemas.openxmlformats.org/officeDocument/2006/relationships" r:id="R26aa1f4f4bb04b58"/>
              </a:rPr>
              <a:t>שעון פעיל במצגת באתר</a:t>
            </a:r>
          </a:p>
        </p:txBody>
      </p:sp>
      <p:sp>
        <p:nvSpPr>
          <p:cNvPr id="7" name="text-57">
            <a:extLst xmlns:a="http://schemas.openxmlformats.org/drawingml/2006/main">
              <a:ext uri="{FF2B5EF4-FFF2-40B4-BE49-F238E27FC236}">
                <a16:creationId xmlns:a16="http://schemas.microsoft.com/office/drawing/2014/main" id="{593BA07B-880E-4A3B-BC46-370F210C6ABA}"/>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10 / 50</a:t>
            </a:r>
          </a:p>
        </p:txBody>
      </p:sp>
    </p:spTree>
    <p:extLst>
      <p:ext uri="{BB962C8B-B14F-4D97-AF65-F5344CB8AC3E}">
        <p14:creationId xmlns:p14="http://schemas.microsoft.com/office/powerpoint/2010/main" val="1793743151"/>
      </p:ext>
    </p:extLst>
  </p:cSld>
</p:sld>
</file>

<file path=ppt/slides/slide11.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58">
            <a:extLst xmlns:a="http://schemas.openxmlformats.org/drawingml/2006/main">
              <a:ext uri="{FF2B5EF4-FFF2-40B4-BE49-F238E27FC236}">
                <a16:creationId xmlns:a16="http://schemas.microsoft.com/office/drawing/2014/main" id="{A0D6ABC4-B353-4E0E-9961-5A2D7A42F973}"/>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b1806eda3f6d4ee1"/>
              </a:rPr>
              <a:t>⌂</a:t>
            </a:r>
          </a:p>
        </p:txBody>
      </p:sp>
      <p:sp>
        <p:nvSpPr>
          <p:cNvPr id="2" name="title-59">
            <a:extLst xmlns:a="http://schemas.openxmlformats.org/drawingml/2006/main">
              <a:ext uri="{FF2B5EF4-FFF2-40B4-BE49-F238E27FC236}">
                <a16:creationId xmlns:a16="http://schemas.microsoft.com/office/drawing/2014/main" id="{1D792194-A403-4C9E-80BC-EF50A26ED5AD}"/>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החיבור עד עכשיו</a:t>
            </a:r>
          </a:p>
        </p:txBody>
      </p:sp>
      <p:sp>
        <p:nvSpPr>
          <p:cNvPr id="3" name="text-60">
            <a:extLst xmlns:a="http://schemas.openxmlformats.org/drawingml/2006/main">
              <a:ext uri="{FF2B5EF4-FFF2-40B4-BE49-F238E27FC236}">
                <a16:creationId xmlns:a16="http://schemas.microsoft.com/office/drawing/2014/main" id="{58A2C7D5-6F7D-48FC-BC05-B2ADC5917E7F}"/>
              </a:ext>
            </a:extLst>
          </p:cNvPr>
          <p:cNvSpPr>
            <a:spLocks xmlns:a="http://schemas.openxmlformats.org/drawingml/2006/main" noGrp="1"/>
          </p:cNvSpPr>
          <p:nvPr/>
        </p:nvSpPr>
        <p:spPr>
          <a:xfrm xmlns:a="http://schemas.openxmlformats.org/drawingml/2006/main">
            <a:off x="838200" y="1257300"/>
            <a:ext cx="10515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School games are part of school life, but some students play better than others. I claim that every student should have a chance to play.</a:t>
            </a:r>
          </a:p>
        </p:txBody>
      </p:sp>
      <p:sp>
        <p:nvSpPr>
          <p:cNvPr id="4" name="text-61">
            <a:extLst xmlns:a="http://schemas.openxmlformats.org/drawingml/2006/main">
              <a:ext uri="{FF2B5EF4-FFF2-40B4-BE49-F238E27FC236}">
                <a16:creationId xmlns:a16="http://schemas.microsoft.com/office/drawing/2014/main" id="{284ADB0C-E644-4502-B596-4347F622B2BC}"/>
              </a:ext>
            </a:extLst>
          </p:cNvPr>
          <p:cNvSpPr>
            <a:spLocks xmlns:a="http://schemas.openxmlformats.org/drawingml/2006/main" noGrp="1"/>
          </p:cNvSpPr>
          <p:nvPr/>
        </p:nvSpPr>
        <p:spPr>
          <a:xfrm xmlns:a="http://schemas.openxmlformats.org/drawingml/2006/main">
            <a:off x="85725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DFFF5B"/>
                </a:solidFill>
                <a:latin typeface="Heebo"/>
                <a:ea typeface="Heebo"/>
                <a:cs typeface="Heebo"/>
              </a:defRPr>
            </a:pPr>
            <a:r>
              <a:rPr sz="1650" b="1" lang="he-IL">
                <a:solidFill>
                  <a:srgbClr val="DFFF5B"/>
                </a:solidFill>
                <a:latin typeface="Heebo"/>
                <a:ea typeface="Heebo"/>
                <a:cs typeface="Heebo"/>
              </a:rPr>
              <a:t>שלב 2/10 · 25 מילים</a:t>
            </a:r>
          </a:p>
        </p:txBody>
      </p:sp>
      <p:sp>
        <p:nvSpPr>
          <p:cNvPr id="5" name="text-62">
            <a:extLst xmlns:a="http://schemas.openxmlformats.org/drawingml/2006/main">
              <a:ext uri="{FF2B5EF4-FFF2-40B4-BE49-F238E27FC236}">
                <a16:creationId xmlns:a16="http://schemas.microsoft.com/office/drawing/2014/main" id="{D379A38E-E24D-4611-A4E4-51E12FA77B91}"/>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11 / 50</a:t>
            </a:r>
          </a:p>
        </p:txBody>
      </p:sp>
    </p:spTree>
    <p:extLst>
      <p:ext uri="{BB962C8B-B14F-4D97-AF65-F5344CB8AC3E}">
        <p14:creationId xmlns:p14="http://schemas.microsoft.com/office/powerpoint/2010/main" val="1728190242"/>
      </p:ext>
    </p:extLst>
  </p:cSld>
</p:sld>
</file>

<file path=ppt/slides/slide12.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63">
            <a:extLst xmlns:a="http://schemas.openxmlformats.org/drawingml/2006/main">
              <a:ext uri="{FF2B5EF4-FFF2-40B4-BE49-F238E27FC236}">
                <a16:creationId xmlns:a16="http://schemas.microsoft.com/office/drawing/2014/main" id="{D0F84A04-6CA7-4FD8-A4A8-AA601D8C4286}"/>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ae2109bf2d5d484c"/>
              </a:rPr>
              <a:t>⌂</a:t>
            </a:r>
          </a:p>
        </p:txBody>
      </p:sp>
      <p:sp>
        <p:nvSpPr>
          <p:cNvPr id="2" name="title-64">
            <a:extLst xmlns:a="http://schemas.openxmlformats.org/drawingml/2006/main">
              <a:ext uri="{FF2B5EF4-FFF2-40B4-BE49-F238E27FC236}">
                <a16:creationId xmlns:a16="http://schemas.microsoft.com/office/drawing/2014/main" id="{408997FB-153F-45BD-BDC7-282BC073666B}"/>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הפוגה קצרה</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11903a6de6742cf"/>
          <a:stretch xmlns:a="http://schemas.openxmlformats.org/drawingml/2006/main"/>
        </p:blipFill>
        <p:spPr>
          <a:xfrm xmlns:a="http://schemas.openxmlformats.org/drawingml/2006/main">
            <a:off x="4286250" y="1304925"/>
            <a:ext cx="3619500" cy="3619500"/>
          </a:xfrm>
          <a:prstGeom xmlns:a="http://schemas.openxmlformats.org/drawingml/2006/main" prst="rect">
            <a:avLst/>
          </a:prstGeom>
        </p:spPr>
      </p:pic>
      <p:sp>
        <p:nvSpPr>
          <p:cNvPr id="4" name="text-65">
            <a:extLst xmlns:a="http://schemas.openxmlformats.org/drawingml/2006/main">
              <a:ext uri="{FF2B5EF4-FFF2-40B4-BE49-F238E27FC236}">
                <a16:creationId xmlns:a16="http://schemas.microsoft.com/office/drawing/2014/main" id="{D54CF6E5-BB9D-4AEC-B90A-BCFD591BF578}"/>
              </a:ext>
            </a:extLst>
          </p:cNvPr>
          <p:cNvSpPr>
            <a:spLocks xmlns:a="http://schemas.openxmlformats.org/drawingml/2006/main" noGrp="1"/>
          </p:cNvSpPr>
          <p:nvPr/>
        </p:nvSpPr>
        <p:spPr>
          <a:xfrm xmlns:a="http://schemas.openxmlformats.org/drawingml/2006/main">
            <a:off x="762000" y="514350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FC857"/>
                </a:solidFill>
                <a:latin typeface="Nunito"/>
                <a:ea typeface="Nunito"/>
                <a:cs typeface="Nunito"/>
              </a:defRPr>
            </a:pPr>
            <a:r>
              <a:rPr sz="2700" b="1">
                <a:solidFill>
                  <a:srgbClr val="FFC857"/>
                </a:solidFill>
                <a:latin typeface="Nunito"/>
                <a:ea typeface="Nunito"/>
                <a:cs typeface="Nunito"/>
              </a:rPr>
              <a:t>Planning is half the game. Aiming helps too.</a:t>
            </a:r>
          </a:p>
        </p:txBody>
      </p:sp>
      <p:sp>
        <p:nvSpPr>
          <p:cNvPr id="5" name="text-66">
            <a:extLst xmlns:a="http://schemas.openxmlformats.org/drawingml/2006/main">
              <a:ext uri="{FF2B5EF4-FFF2-40B4-BE49-F238E27FC236}">
                <a16:creationId xmlns:a16="http://schemas.microsoft.com/office/drawing/2014/main" id="{94B388C5-C3C7-43AA-A15F-AB5B27F8BFB1}"/>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12 / 50</a:t>
            </a:r>
          </a:p>
        </p:txBody>
      </p:sp>
    </p:spTree>
    <p:extLst>
      <p:ext uri="{BB962C8B-B14F-4D97-AF65-F5344CB8AC3E}">
        <p14:creationId xmlns:p14="http://schemas.microsoft.com/office/powerpoint/2010/main" val="1942332155"/>
      </p:ext>
    </p:extLst>
  </p:cSld>
</p:sld>
</file>

<file path=ppt/slides/slide13.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67">
            <a:extLst xmlns:a="http://schemas.openxmlformats.org/drawingml/2006/main">
              <a:ext uri="{FF2B5EF4-FFF2-40B4-BE49-F238E27FC236}">
                <a16:creationId xmlns:a16="http://schemas.microsoft.com/office/drawing/2014/main" id="{62225BF3-4322-45EB-B9D6-A1288A78E048}"/>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d6427ab3b2a84ecb"/>
              </a:rPr>
              <a:t>⌂</a:t>
            </a:r>
          </a:p>
        </p:txBody>
      </p:sp>
      <p:sp>
        <p:nvSpPr>
          <p:cNvPr id="2" name="title-68">
            <a:extLst xmlns:a="http://schemas.openxmlformats.org/drawingml/2006/main">
              <a:ext uri="{FF2B5EF4-FFF2-40B4-BE49-F238E27FC236}">
                <a16:creationId xmlns:a16="http://schemas.microsoft.com/office/drawing/2014/main" id="{C5566C64-A1CA-4675-981F-DA3A87D98660}"/>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3 · חושבים על הקושי</a:t>
            </a:r>
          </a:p>
        </p:txBody>
      </p:sp>
      <p:sp>
        <p:nvSpPr>
          <p:cNvPr id="3" name="text-69">
            <a:extLst xmlns:a="http://schemas.openxmlformats.org/drawingml/2006/main">
              <a:ext uri="{FF2B5EF4-FFF2-40B4-BE49-F238E27FC236}">
                <a16:creationId xmlns:a16="http://schemas.microsoft.com/office/drawing/2014/main" id="{018CF3CB-599F-48E8-A496-8DDE62713419}"/>
              </a:ext>
            </a:extLst>
          </p:cNvPr>
          <p:cNvSpPr>
            <a:spLocks xmlns:a="http://schemas.openxmlformats.org/drawingml/2006/main" noGrp="1"/>
          </p:cNvSpPr>
          <p:nvPr/>
        </p:nvSpPr>
        <p:spPr>
          <a:xfrm xmlns:a="http://schemas.openxmlformats.org/drawingml/2006/main">
            <a:off x="857250" y="1562100"/>
            <a:ext cx="10477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375" b="1">
                <a:solidFill>
                  <a:srgbClr val="F7F7F2"/>
                </a:solidFill>
                <a:latin typeface="Nunito"/>
                <a:ea typeface="Nunito"/>
                <a:cs typeface="Nunito"/>
              </a:defRPr>
            </a:pPr>
            <a:r>
              <a:rPr sz="3375" b="1">
                <a:solidFill>
                  <a:srgbClr val="F7F7F2"/>
                </a:solidFill>
                <a:latin typeface="Nunito"/>
                <a:ea typeface="Nunito"/>
                <a:cs typeface="Nunito"/>
              </a:rPr>
              <a:t>On the one hand, ...</a:t>
            </a:r>
          </a:p>
        </p:txBody>
      </p:sp>
      <p:sp>
        <p:nvSpPr>
          <p:cNvPr id="4" name="text-70">
            <a:extLst xmlns:a="http://schemas.openxmlformats.org/drawingml/2006/main">
              <a:ext uri="{FF2B5EF4-FFF2-40B4-BE49-F238E27FC236}">
                <a16:creationId xmlns:a16="http://schemas.microsoft.com/office/drawing/2014/main" id="{7568A0EB-7DF0-4B05-A252-B5264EB521EC}"/>
              </a:ext>
            </a:extLst>
          </p:cNvPr>
          <p:cNvSpPr>
            <a:spLocks xmlns:a="http://schemas.openxmlformats.org/drawingml/2006/main" noGrp="1"/>
          </p:cNvSpPr>
          <p:nvPr/>
        </p:nvSpPr>
        <p:spPr>
          <a:xfrm xmlns:a="http://schemas.openxmlformats.org/drawingml/2006/main">
            <a:off x="952500" y="3143250"/>
            <a:ext cx="1028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325" b="1" lang="he-IL">
                <a:solidFill>
                  <a:srgbClr val="A9BDD2"/>
                </a:solidFill>
                <a:latin typeface="Heebo"/>
                <a:ea typeface="Heebo"/>
                <a:cs typeface="Heebo"/>
              </a:defRPr>
            </a:pPr>
            <a:r>
              <a:rPr sz="2325" b="1" lang="he-IL">
                <a:solidFill>
                  <a:srgbClr val="A9BDD2"/>
                </a:solidFill>
                <a:latin typeface="Heebo"/>
                <a:ea typeface="Heebo"/>
                <a:cs typeface="Heebo"/>
              </a:rPr>
              <a:t>מה עלול לקרות לקבוצה כשמשתפים שחקנים פחות מנוסים?</a:t>
            </a:r>
          </a:p>
        </p:txBody>
      </p:sp>
      <p:sp>
        <p:nvSpPr>
          <p:cNvPr id="5" name="text-71">
            <a:extLst xmlns:a="http://schemas.openxmlformats.org/drawingml/2006/main">
              <a:ext uri="{FF2B5EF4-FFF2-40B4-BE49-F238E27FC236}">
                <a16:creationId xmlns:a16="http://schemas.microsoft.com/office/drawing/2014/main" id="{5863090E-C551-4577-BE82-1A39EAD07383}"/>
              </a:ext>
            </a:extLst>
          </p:cNvPr>
          <p:cNvSpPr>
            <a:spLocks xmlns:a="http://schemas.openxmlformats.org/drawingml/2006/main" noGrp="1"/>
          </p:cNvSpPr>
          <p:nvPr/>
        </p:nvSpPr>
        <p:spPr>
          <a:xfrm xmlns:a="http://schemas.openxmlformats.org/drawingml/2006/main">
            <a:off x="952500" y="43434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375" b="1">
                <a:solidFill>
                  <a:srgbClr val="FFC857"/>
                </a:solidFill>
                <a:latin typeface="Nunito"/>
                <a:ea typeface="Nunito"/>
                <a:cs typeface="Nunito"/>
              </a:defRPr>
            </a:pPr>
            <a:r>
              <a:rPr sz="6375" b="1">
                <a:solidFill>
                  <a:srgbClr val="FFC857"/>
                </a:solidFill>
                <a:latin typeface="Nunito"/>
                <a:ea typeface="Nunito"/>
                <a:cs typeface="Nunito"/>
              </a:rPr>
              <a:t>00:45</a:t>
            </a:r>
          </a:p>
        </p:txBody>
      </p:sp>
      <p:sp>
        <p:nvSpPr>
          <p:cNvPr id="6" name="text-72">
            <a:extLst xmlns:a="http://schemas.openxmlformats.org/drawingml/2006/main">
              <a:ext uri="{FF2B5EF4-FFF2-40B4-BE49-F238E27FC236}">
                <a16:creationId xmlns:a16="http://schemas.microsoft.com/office/drawing/2014/main" id="{47A6B33A-981C-4451-8583-47E62D33A93B}"/>
              </a:ext>
            </a:extLst>
          </p:cNvPr>
          <p:cNvSpPr>
            <a:spLocks xmlns:a="http://schemas.openxmlformats.org/drawingml/2006/main" noGrp="1"/>
          </p:cNvSpPr>
          <p:nvPr/>
        </p:nvSpPr>
        <p:spPr>
          <a:xfrm xmlns:a="http://schemas.openxmlformats.org/drawingml/2006/main">
            <a:off x="952500" y="5553075"/>
            <a:ext cx="1028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00" b="1" lang="he-IL">
                <a:solidFill>
                  <a:srgbClr val="4EE5FF"/>
                </a:solidFill>
                <a:latin typeface="Heebo"/>
                <a:ea typeface="Heebo"/>
                <a:cs typeface="Heebo"/>
              </a:defRPr>
            </a:pPr>
            <a:r>
              <a:rPr sz="1800" b="1" lang="he-IL">
                <a:solidFill>
                  <a:srgbClr val="4EE5FF"/>
                </a:solidFill>
                <a:latin typeface="Heebo"/>
                <a:ea typeface="Heebo"/>
                <a:cs typeface="Heebo"/>
                <a:hlinkClick xmlns:r="http://schemas.openxmlformats.org/officeDocument/2006/relationships" r:id="R425c19d21a704062"/>
              </a:rPr>
              <a:t>שעון פעיל במצגת באתר</a:t>
            </a:r>
          </a:p>
        </p:txBody>
      </p:sp>
      <p:sp>
        <p:nvSpPr>
          <p:cNvPr id="7" name="text-73">
            <a:extLst xmlns:a="http://schemas.openxmlformats.org/drawingml/2006/main">
              <a:ext uri="{FF2B5EF4-FFF2-40B4-BE49-F238E27FC236}">
                <a16:creationId xmlns:a16="http://schemas.microsoft.com/office/drawing/2014/main" id="{78DAE93A-0947-45D0-BFE6-2B90EE9CBD91}"/>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13 / 50</a:t>
            </a:r>
          </a:p>
        </p:txBody>
      </p:sp>
    </p:spTree>
    <p:extLst>
      <p:ext uri="{BB962C8B-B14F-4D97-AF65-F5344CB8AC3E}">
        <p14:creationId xmlns:p14="http://schemas.microsoft.com/office/powerpoint/2010/main" val="1353838472"/>
      </p:ext>
    </p:extLst>
  </p:cSld>
</p:sld>
</file>

<file path=ppt/slides/slide14.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7" name="text-74">
            <a:extLst xmlns:a="http://schemas.openxmlformats.org/drawingml/2006/main">
              <a:ext uri="{FF2B5EF4-FFF2-40B4-BE49-F238E27FC236}">
                <a16:creationId xmlns:a16="http://schemas.microsoft.com/office/drawing/2014/main" id="{F70F3D48-B467-47DB-9C04-441D5826732E}"/>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6b6d887d27c641f9"/>
              </a:rPr>
              <a:t>⌂</a:t>
            </a:r>
          </a:p>
        </p:txBody>
      </p:sp>
      <p:sp>
        <p:nvSpPr>
          <p:cNvPr id="2" name="title-75">
            <a:extLst xmlns:a="http://schemas.openxmlformats.org/drawingml/2006/main">
              <a:ext uri="{FF2B5EF4-FFF2-40B4-BE49-F238E27FC236}">
                <a16:creationId xmlns:a16="http://schemas.microsoft.com/office/drawing/2014/main" id="{B21BC9BF-217E-4D83-A097-B782E1D89B52}"/>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החיבור עד עכשיו</a:t>
            </a:r>
          </a:p>
        </p:txBody>
      </p:sp>
      <p:sp>
        <p:nvSpPr>
          <p:cNvPr id="3" name="text-76">
            <a:extLst xmlns:a="http://schemas.openxmlformats.org/drawingml/2006/main">
              <a:ext uri="{FF2B5EF4-FFF2-40B4-BE49-F238E27FC236}">
                <a16:creationId xmlns:a16="http://schemas.microsoft.com/office/drawing/2014/main" id="{7461ECB3-8B6F-428C-B1B8-AA2752FC26BB}"/>
              </a:ext>
            </a:extLst>
          </p:cNvPr>
          <p:cNvSpPr>
            <a:spLocks xmlns:a="http://schemas.openxmlformats.org/drawingml/2006/main" noGrp="1"/>
          </p:cNvSpPr>
          <p:nvPr/>
        </p:nvSpPr>
        <p:spPr>
          <a:xfrm xmlns:a="http://schemas.openxmlformats.org/drawingml/2006/main">
            <a:off x="838200" y="1257300"/>
            <a:ext cx="10515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School games are part of school life, but some students play better than others. I claim that every student should have a chance to play.</a:t>
            </a:r>
          </a:p>
        </p:txBody>
      </p:sp>
      <p:sp>
        <p:nvSpPr>
          <p:cNvPr id="4" name="text-77">
            <a:extLst xmlns:a="http://schemas.openxmlformats.org/drawingml/2006/main">
              <a:ext uri="{FF2B5EF4-FFF2-40B4-BE49-F238E27FC236}">
                <a16:creationId xmlns:a16="http://schemas.microsoft.com/office/drawing/2014/main" id="{E2768DB0-52E6-4C37-8906-275988CC385C}"/>
              </a:ext>
            </a:extLst>
          </p:cNvPr>
          <p:cNvSpPr>
            <a:spLocks xmlns:a="http://schemas.openxmlformats.org/drawingml/2006/main" noGrp="1"/>
          </p:cNvSpPr>
          <p:nvPr/>
        </p:nvSpPr>
        <p:spPr>
          <a:xfrm xmlns:a="http://schemas.openxmlformats.org/drawingml/2006/main">
            <a:off x="838200" y="2143125"/>
            <a:ext cx="105156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On the one hand, some students may make more mistakes during games.</a:t>
            </a:r>
          </a:p>
        </p:txBody>
      </p:sp>
      <p:sp>
        <p:nvSpPr>
          <p:cNvPr id="5" name="text-78">
            <a:extLst xmlns:a="http://schemas.openxmlformats.org/drawingml/2006/main">
              <a:ext uri="{FF2B5EF4-FFF2-40B4-BE49-F238E27FC236}">
                <a16:creationId xmlns:a16="http://schemas.microsoft.com/office/drawing/2014/main" id="{F5EF556F-BF51-4602-A4BC-4CD0D46E9BF9}"/>
              </a:ext>
            </a:extLst>
          </p:cNvPr>
          <p:cNvSpPr>
            <a:spLocks xmlns:a="http://schemas.openxmlformats.org/drawingml/2006/main" noGrp="1"/>
          </p:cNvSpPr>
          <p:nvPr/>
        </p:nvSpPr>
        <p:spPr>
          <a:xfrm xmlns:a="http://schemas.openxmlformats.org/drawingml/2006/main">
            <a:off x="85725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DFFF5B"/>
                </a:solidFill>
                <a:latin typeface="Heebo"/>
                <a:ea typeface="Heebo"/>
                <a:cs typeface="Heebo"/>
              </a:defRPr>
            </a:pPr>
            <a:r>
              <a:rPr sz="1650" b="1" lang="he-IL">
                <a:solidFill>
                  <a:srgbClr val="DFFF5B"/>
                </a:solidFill>
                <a:latin typeface="Heebo"/>
                <a:ea typeface="Heebo"/>
                <a:cs typeface="Heebo"/>
              </a:rPr>
              <a:t>שלב 3/10 · 37 מילים</a:t>
            </a:r>
          </a:p>
        </p:txBody>
      </p:sp>
      <p:sp>
        <p:nvSpPr>
          <p:cNvPr id="6" name="text-79">
            <a:extLst xmlns:a="http://schemas.openxmlformats.org/drawingml/2006/main">
              <a:ext uri="{FF2B5EF4-FFF2-40B4-BE49-F238E27FC236}">
                <a16:creationId xmlns:a16="http://schemas.microsoft.com/office/drawing/2014/main" id="{BB2524E7-F0AD-4D89-90DD-483E16479532}"/>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14 / 50</a:t>
            </a:r>
          </a:p>
        </p:txBody>
      </p:sp>
    </p:spTree>
    <p:extLst>
      <p:ext uri="{BB962C8B-B14F-4D97-AF65-F5344CB8AC3E}">
        <p14:creationId xmlns:p14="http://schemas.microsoft.com/office/powerpoint/2010/main" val="1968360875"/>
      </p:ext>
    </p:extLst>
  </p:cSld>
</p:sld>
</file>

<file path=ppt/slides/slide15.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80">
            <a:extLst xmlns:a="http://schemas.openxmlformats.org/drawingml/2006/main">
              <a:ext uri="{FF2B5EF4-FFF2-40B4-BE49-F238E27FC236}">
                <a16:creationId xmlns:a16="http://schemas.microsoft.com/office/drawing/2014/main" id="{E27AB710-B9A6-4D29-BFB1-20D3C0D38854}"/>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684e94f84cdc42a8"/>
              </a:rPr>
              <a:t>⌂</a:t>
            </a:r>
          </a:p>
        </p:txBody>
      </p:sp>
      <p:sp>
        <p:nvSpPr>
          <p:cNvPr id="2" name="title-81">
            <a:extLst xmlns:a="http://schemas.openxmlformats.org/drawingml/2006/main">
              <a:ext uri="{FF2B5EF4-FFF2-40B4-BE49-F238E27FC236}">
                <a16:creationId xmlns:a16="http://schemas.microsoft.com/office/drawing/2014/main" id="{A2842C77-F5F5-4C50-9202-48A093C019CA}"/>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4EE5FF"/>
                </a:solidFill>
                <a:latin typeface="Nunito"/>
                <a:ea typeface="Nunito"/>
                <a:cs typeface="Nunito"/>
              </a:defRPr>
            </a:pPr>
            <a:r>
              <a:rPr sz="2100" b="1">
                <a:solidFill>
                  <a:srgbClr val="4EE5FF"/>
                </a:solidFill>
                <a:latin typeface="Nunito"/>
                <a:ea typeface="Nunito"/>
                <a:cs typeface="Nunito"/>
              </a:rPr>
              <a:t>First Conditional</a:t>
            </a:r>
          </a:p>
        </p:txBody>
      </p:sp>
      <p:sp>
        <p:nvSpPr>
          <p:cNvPr id="3" name="text-82">
            <a:extLst xmlns:a="http://schemas.openxmlformats.org/drawingml/2006/main">
              <a:ext uri="{FF2B5EF4-FFF2-40B4-BE49-F238E27FC236}">
                <a16:creationId xmlns:a16="http://schemas.microsoft.com/office/drawing/2014/main" id="{0337D9F3-D5F6-41CD-B74C-43438421B5D2}"/>
              </a:ext>
            </a:extLst>
          </p:cNvPr>
          <p:cNvSpPr>
            <a:spLocks xmlns:a="http://schemas.openxmlformats.org/drawingml/2006/main" noGrp="1"/>
          </p:cNvSpPr>
          <p:nvPr/>
        </p:nvSpPr>
        <p:spPr>
          <a:xfrm xmlns:a="http://schemas.openxmlformats.org/drawingml/2006/main">
            <a:off x="809625" y="1438275"/>
            <a:ext cx="1057275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If + Present Simple, will + verb</a:t>
            </a:r>
          </a:p>
        </p:txBody>
      </p:sp>
      <p:sp>
        <p:nvSpPr>
          <p:cNvPr id="4" name="text-83">
            <a:extLst xmlns:a="http://schemas.openxmlformats.org/drawingml/2006/main">
              <a:ext uri="{FF2B5EF4-FFF2-40B4-BE49-F238E27FC236}">
                <a16:creationId xmlns:a16="http://schemas.microsoft.com/office/drawing/2014/main" id="{8BDD87B4-4BFB-4698-93BA-2E7156EFA535}"/>
              </a:ext>
            </a:extLst>
          </p:cNvPr>
          <p:cNvSpPr>
            <a:spLocks xmlns:a="http://schemas.openxmlformats.org/drawingml/2006/main" noGrp="1"/>
          </p:cNvSpPr>
          <p:nvPr/>
        </p:nvSpPr>
        <p:spPr>
          <a:xfrm xmlns:a="http://schemas.openxmlformats.org/drawingml/2006/main">
            <a:off x="876300" y="4524375"/>
            <a:ext cx="104394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1" lang="he-IL">
                <a:solidFill>
                  <a:srgbClr val="A9BDD2"/>
                </a:solidFill>
                <a:latin typeface="Heebo"/>
                <a:ea typeface="Heebo"/>
                <a:cs typeface="Heebo"/>
              </a:defRPr>
            </a:pPr>
            <a:r>
              <a:rPr sz="2475" b="1" lang="he-IL">
                <a:solidFill>
                  <a:srgbClr val="A9BDD2"/>
                </a:solidFill>
                <a:latin typeface="Heebo"/>
                <a:ea typeface="Heebo"/>
                <a:cs typeface="Heebo"/>
              </a:rPr>
              <a:t>תנאי אפשרי ותוצאה: בחלק של if אין will.</a:t>
            </a:r>
          </a:p>
        </p:txBody>
      </p:sp>
      <p:sp>
        <p:nvSpPr>
          <p:cNvPr id="5" name="text-84">
            <a:extLst xmlns:a="http://schemas.openxmlformats.org/drawingml/2006/main">
              <a:ext uri="{FF2B5EF4-FFF2-40B4-BE49-F238E27FC236}">
                <a16:creationId xmlns:a16="http://schemas.microsoft.com/office/drawing/2014/main" id="{1B6E5D6D-554B-413E-9356-2E9B4D3232BD}"/>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15 / 50</a:t>
            </a:r>
          </a:p>
        </p:txBody>
      </p:sp>
    </p:spTree>
    <p:extLst>
      <p:ext uri="{BB962C8B-B14F-4D97-AF65-F5344CB8AC3E}">
        <p14:creationId xmlns:p14="http://schemas.microsoft.com/office/powerpoint/2010/main" val="969292343"/>
      </p:ext>
    </p:extLst>
  </p:cSld>
</p:sld>
</file>

<file path=ppt/slides/slide16.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14" name="text-85">
            <a:extLst xmlns:a="http://schemas.openxmlformats.org/drawingml/2006/main">
              <a:ext uri="{FF2B5EF4-FFF2-40B4-BE49-F238E27FC236}">
                <a16:creationId xmlns:a16="http://schemas.microsoft.com/office/drawing/2014/main" id="{F936AD8F-A016-4160-A850-9DA5F913B18E}"/>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3ccc8f867ef24feb"/>
              </a:rPr>
              <a:t>⌂</a:t>
            </a:r>
          </a:p>
        </p:txBody>
      </p:sp>
      <p:sp>
        <p:nvSpPr>
          <p:cNvPr id="2" name="title-86">
            <a:extLst xmlns:a="http://schemas.openxmlformats.org/drawingml/2006/main">
              <a:ext uri="{FF2B5EF4-FFF2-40B4-BE49-F238E27FC236}">
                <a16:creationId xmlns:a16="http://schemas.microsoft.com/office/drawing/2014/main" id="{C3A69D27-4B57-4F11-B6DD-D2B9E12E3089}"/>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תנאי אפשרי</a:t>
            </a:r>
          </a:p>
        </p:txBody>
      </p:sp>
      <p:sp>
        <p:nvSpPr>
          <p:cNvPr id="3" name="text-87">
            <a:extLst xmlns:a="http://schemas.openxmlformats.org/drawingml/2006/main">
              <a:ext uri="{FF2B5EF4-FFF2-40B4-BE49-F238E27FC236}">
                <a16:creationId xmlns:a16="http://schemas.microsoft.com/office/drawing/2014/main" id="{5FF614BA-79BC-43F5-8C34-85FAA7AEC09E}"/>
              </a:ext>
            </a:extLst>
          </p:cNvPr>
          <p:cNvSpPr>
            <a:spLocks xmlns:a="http://schemas.openxmlformats.org/drawingml/2006/main" noGrp="1"/>
          </p:cNvSpPr>
          <p:nvPr/>
        </p:nvSpPr>
        <p:spPr>
          <a:xfrm xmlns:a="http://schemas.openxmlformats.org/drawingml/2006/main">
            <a:off x="1779408" y="2085975"/>
            <a:ext cx="29465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If</a:t>
            </a:r>
          </a:p>
        </p:txBody>
      </p:sp>
      <p:sp>
        <p:nvSpPr>
          <p:cNvPr id="4" name="text-88">
            <a:extLst xmlns:a="http://schemas.openxmlformats.org/drawingml/2006/main">
              <a:ext uri="{FF2B5EF4-FFF2-40B4-BE49-F238E27FC236}">
                <a16:creationId xmlns:a16="http://schemas.microsoft.com/office/drawing/2014/main" id="{BBC69180-AE40-4DD7-91C7-49BCC963D012}"/>
              </a:ext>
            </a:extLst>
          </p:cNvPr>
          <p:cNvSpPr>
            <a:spLocks xmlns:a="http://schemas.openxmlformats.org/drawingml/2006/main" noGrp="1"/>
          </p:cNvSpPr>
          <p:nvPr/>
        </p:nvSpPr>
        <p:spPr>
          <a:xfrm xmlns:a="http://schemas.openxmlformats.org/drawingml/2006/main">
            <a:off x="2151857" y="2085975"/>
            <a:ext cx="1831132"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students</a:t>
            </a:r>
          </a:p>
        </p:txBody>
      </p:sp>
      <p:sp>
        <p:nvSpPr>
          <p:cNvPr id="5" name="text-89">
            <a:extLst xmlns:a="http://schemas.openxmlformats.org/drawingml/2006/main">
              <a:ext uri="{FF2B5EF4-FFF2-40B4-BE49-F238E27FC236}">
                <a16:creationId xmlns:a16="http://schemas.microsoft.com/office/drawing/2014/main" id="{6AB32FD6-2C83-4FEC-8118-9C7B5E4C8BCE}"/>
              </a:ext>
            </a:extLst>
          </p:cNvPr>
          <p:cNvSpPr>
            <a:spLocks xmlns:a="http://schemas.openxmlformats.org/drawingml/2006/main" noGrp="1"/>
          </p:cNvSpPr>
          <p:nvPr/>
        </p:nvSpPr>
        <p:spPr>
          <a:xfrm xmlns:a="http://schemas.openxmlformats.org/drawingml/2006/main">
            <a:off x="4060779" y="2085975"/>
            <a:ext cx="1748043"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practise,</a:t>
            </a:r>
          </a:p>
        </p:txBody>
      </p:sp>
      <p:sp>
        <p:nvSpPr>
          <p:cNvPr id="6" name="text-90">
            <a:extLst xmlns:a="http://schemas.openxmlformats.org/drawingml/2006/main">
              <a:ext uri="{FF2B5EF4-FFF2-40B4-BE49-F238E27FC236}">
                <a16:creationId xmlns:a16="http://schemas.microsoft.com/office/drawing/2014/main" id="{47291A08-7AAA-450E-A047-0AEE62AC15A8}"/>
              </a:ext>
            </a:extLst>
          </p:cNvPr>
          <p:cNvSpPr>
            <a:spLocks xmlns:a="http://schemas.openxmlformats.org/drawingml/2006/main" noGrp="1"/>
          </p:cNvSpPr>
          <p:nvPr/>
        </p:nvSpPr>
        <p:spPr>
          <a:xfrm xmlns:a="http://schemas.openxmlformats.org/drawingml/2006/main">
            <a:off x="5886613" y="2085975"/>
            <a:ext cx="938373"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they</a:t>
            </a:r>
          </a:p>
        </p:txBody>
      </p:sp>
      <p:sp>
        <p:nvSpPr>
          <p:cNvPr id="7" name="text-91">
            <a:extLst xmlns:a="http://schemas.openxmlformats.org/drawingml/2006/main">
              <a:ext uri="{FF2B5EF4-FFF2-40B4-BE49-F238E27FC236}">
                <a16:creationId xmlns:a16="http://schemas.microsoft.com/office/drawing/2014/main" id="{1758F73D-5D65-4795-A699-84AAFC871EEF}"/>
              </a:ext>
            </a:extLst>
          </p:cNvPr>
          <p:cNvSpPr>
            <a:spLocks xmlns:a="http://schemas.openxmlformats.org/drawingml/2006/main" noGrp="1"/>
          </p:cNvSpPr>
          <p:nvPr/>
        </p:nvSpPr>
        <p:spPr>
          <a:xfrm xmlns:a="http://schemas.openxmlformats.org/drawingml/2006/main">
            <a:off x="6921826" y="2085975"/>
            <a:ext cx="2040773"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DFFF5B"/>
                </a:solidFill>
                <a:latin typeface="Nunito"/>
                <a:ea typeface="Nunito"/>
                <a:cs typeface="Nunito"/>
              </a:defRPr>
            </a:pPr>
            <a:r>
              <a:rPr sz="3225" b="1">
                <a:solidFill>
                  <a:srgbClr val="DFFF5B"/>
                </a:solidFill>
                <a:latin typeface="Nunito"/>
                <a:ea typeface="Nunito"/>
                <a:cs typeface="Nunito"/>
              </a:rPr>
              <a:t> </a:t>
            </a:r>
          </a:p>
        </p:txBody>
      </p:sp>
      <p:sp>
        <p:nvSpPr>
          <p:cNvPr id="8" name="gap-line-16">
            <a:extLst xmlns:a="http://schemas.openxmlformats.org/drawingml/2006/main">
              <a:ext uri="{FF2B5EF4-FFF2-40B4-BE49-F238E27FC236}">
                <a16:creationId xmlns:a16="http://schemas.microsoft.com/office/drawing/2014/main" id="{7C2D94EB-E884-447B-8B41-3D53BD2D4059}"/>
              </a:ext>
            </a:extLst>
          </p:cNvPr>
          <p:cNvSpPr>
            <a:spLocks xmlns:a="http://schemas.openxmlformats.org/drawingml/2006/main" noGrp="1"/>
          </p:cNvSpPr>
          <p:nvPr/>
        </p:nvSpPr>
        <p:spPr>
          <a:xfrm xmlns:a="http://schemas.openxmlformats.org/drawingml/2006/main">
            <a:off x="6921826" y="2628900"/>
            <a:ext cx="2040773" cy="0"/>
          </a:xfrm>
          <a:prstGeom xmlns:a="http://schemas.openxmlformats.org/drawingml/2006/main" prst="line">
            <a:avLst/>
          </a:prstGeom>
          <a:ln xmlns:a="http://schemas.openxmlformats.org/drawingml/2006/main" w="19050">
            <a:solidFill>
              <a:srgbClr val="4EE5FF"/>
            </a:solidFill>
          </a:ln>
        </p:spPr>
      </p:sp>
      <p:sp>
        <p:nvSpPr>
          <p:cNvPr id="9" name="text-92">
            <a:extLst xmlns:a="http://schemas.openxmlformats.org/drawingml/2006/main">
              <a:ext uri="{FF2B5EF4-FFF2-40B4-BE49-F238E27FC236}">
                <a16:creationId xmlns:a16="http://schemas.microsoft.com/office/drawing/2014/main" id="{D30B237B-5EEA-4029-9D8E-00E4928D190B}"/>
              </a:ext>
            </a:extLst>
          </p:cNvPr>
          <p:cNvSpPr>
            <a:spLocks xmlns:a="http://schemas.openxmlformats.org/drawingml/2006/main" noGrp="1"/>
          </p:cNvSpPr>
          <p:nvPr/>
        </p:nvSpPr>
        <p:spPr>
          <a:xfrm xmlns:a="http://schemas.openxmlformats.org/drawingml/2006/main">
            <a:off x="9059440" y="2085975"/>
            <a:ext cx="1353152"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better.</a:t>
            </a:r>
          </a:p>
        </p:txBody>
      </p:sp>
      <p:sp>
        <p:nvSpPr>
          <p:cNvPr id="10" name="text-93">
            <a:extLst xmlns:a="http://schemas.openxmlformats.org/drawingml/2006/main">
              <a:ext uri="{FF2B5EF4-FFF2-40B4-BE49-F238E27FC236}">
                <a16:creationId xmlns:a16="http://schemas.microsoft.com/office/drawing/2014/main" id="{A7D990D5-E307-4140-A9CE-7BBA12EB15A9}"/>
              </a:ext>
            </a:extLst>
          </p:cNvPr>
          <p:cNvSpPr>
            <a:spLocks xmlns:a="http://schemas.openxmlformats.org/drawingml/2006/main" noGrp="1"/>
          </p:cNvSpPr>
          <p:nvPr/>
        </p:nvSpPr>
        <p:spPr>
          <a:xfrm xmlns:a="http://schemas.openxmlformats.org/drawingml/2006/main">
            <a:off x="85725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7F7F2"/>
                </a:solidFill>
                <a:latin typeface="Nunito"/>
                <a:ea typeface="Nunito"/>
                <a:cs typeface="Nunito"/>
              </a:defRPr>
            </a:pPr>
            <a:r>
              <a:rPr sz="2475" b="1">
                <a:solidFill>
                  <a:srgbClr val="F7F7F2"/>
                </a:solidFill>
                <a:latin typeface="Nunito"/>
                <a:ea typeface="Nunito"/>
                <a:cs typeface="Nunito"/>
              </a:rPr>
              <a:t>A   play</a:t>
            </a:r>
          </a:p>
        </p:txBody>
      </p:sp>
      <p:sp>
        <p:nvSpPr>
          <p:cNvPr id="11" name="text-94">
            <a:extLst xmlns:a="http://schemas.openxmlformats.org/drawingml/2006/main">
              <a:ext uri="{FF2B5EF4-FFF2-40B4-BE49-F238E27FC236}">
                <a16:creationId xmlns:a16="http://schemas.microsoft.com/office/drawing/2014/main" id="{80C8A362-7122-421E-8C0A-603EDDD10A2B}"/>
              </a:ext>
            </a:extLst>
          </p:cNvPr>
          <p:cNvSpPr>
            <a:spLocks xmlns:a="http://schemas.openxmlformats.org/drawingml/2006/main" noGrp="1"/>
          </p:cNvSpPr>
          <p:nvPr/>
        </p:nvSpPr>
        <p:spPr>
          <a:xfrm xmlns:a="http://schemas.openxmlformats.org/drawingml/2006/main">
            <a:off x="441960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7F7F2"/>
                </a:solidFill>
                <a:latin typeface="Nunito"/>
                <a:ea typeface="Nunito"/>
                <a:cs typeface="Nunito"/>
              </a:defRPr>
            </a:pPr>
            <a:r>
              <a:rPr sz="2475" b="1">
                <a:solidFill>
                  <a:srgbClr val="F7F7F2"/>
                </a:solidFill>
                <a:latin typeface="Nunito"/>
                <a:ea typeface="Nunito"/>
                <a:cs typeface="Nunito"/>
              </a:rPr>
              <a:t>B   will play</a:t>
            </a:r>
          </a:p>
        </p:txBody>
      </p:sp>
      <p:sp>
        <p:nvSpPr>
          <p:cNvPr id="12" name="text-95">
            <a:extLst xmlns:a="http://schemas.openxmlformats.org/drawingml/2006/main">
              <a:ext uri="{FF2B5EF4-FFF2-40B4-BE49-F238E27FC236}">
                <a16:creationId xmlns:a16="http://schemas.microsoft.com/office/drawing/2014/main" id="{0A751B4C-C112-4DC7-9067-B80052516455}"/>
              </a:ext>
            </a:extLst>
          </p:cNvPr>
          <p:cNvSpPr>
            <a:spLocks xmlns:a="http://schemas.openxmlformats.org/drawingml/2006/main" noGrp="1"/>
          </p:cNvSpPr>
          <p:nvPr/>
        </p:nvSpPr>
        <p:spPr>
          <a:xfrm xmlns:a="http://schemas.openxmlformats.org/drawingml/2006/main">
            <a:off x="798195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7F7F2"/>
                </a:solidFill>
                <a:latin typeface="Nunito"/>
                <a:ea typeface="Nunito"/>
                <a:cs typeface="Nunito"/>
              </a:defRPr>
            </a:pPr>
            <a:r>
              <a:rPr sz="2475" b="1">
                <a:solidFill>
                  <a:srgbClr val="F7F7F2"/>
                </a:solidFill>
                <a:latin typeface="Nunito"/>
                <a:ea typeface="Nunito"/>
                <a:cs typeface="Nunito"/>
              </a:rPr>
              <a:t>C   played</a:t>
            </a:r>
          </a:p>
        </p:txBody>
      </p:sp>
      <p:sp>
        <p:nvSpPr>
          <p:cNvPr id="13" name="text-96">
            <a:extLst xmlns:a="http://schemas.openxmlformats.org/drawingml/2006/main">
              <a:ext uri="{FF2B5EF4-FFF2-40B4-BE49-F238E27FC236}">
                <a16:creationId xmlns:a16="http://schemas.microsoft.com/office/drawing/2014/main" id="{55F9345D-CA16-4037-9D03-C3D9AC40083B}"/>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16 / 50</a:t>
            </a:r>
          </a:p>
        </p:txBody>
      </p:sp>
    </p:spTree>
    <p:extLst>
      <p:ext uri="{BB962C8B-B14F-4D97-AF65-F5344CB8AC3E}">
        <p14:creationId xmlns:p14="http://schemas.microsoft.com/office/powerpoint/2010/main" val="1419782848"/>
      </p:ext>
    </p:extLst>
  </p:cSld>
</p:sld>
</file>

<file path=ppt/slides/slide17.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15" name="text-97">
            <a:extLst xmlns:a="http://schemas.openxmlformats.org/drawingml/2006/main">
              <a:ext uri="{FF2B5EF4-FFF2-40B4-BE49-F238E27FC236}">
                <a16:creationId xmlns:a16="http://schemas.microsoft.com/office/drawing/2014/main" id="{B5894F8B-8BAB-495C-B1C2-648F1AC91A01}"/>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c39b3b2467b04247"/>
              </a:rPr>
              <a:t>⌂</a:t>
            </a:r>
          </a:p>
        </p:txBody>
      </p:sp>
      <p:sp>
        <p:nvSpPr>
          <p:cNvPr id="2" name="title-98">
            <a:extLst xmlns:a="http://schemas.openxmlformats.org/drawingml/2006/main">
              <a:ext uri="{FF2B5EF4-FFF2-40B4-BE49-F238E27FC236}">
                <a16:creationId xmlns:a16="http://schemas.microsoft.com/office/drawing/2014/main" id="{898F7ED3-7559-421E-AA0D-88F8914ECEC4}"/>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תנאי אפשרי</a:t>
            </a:r>
          </a:p>
        </p:txBody>
      </p:sp>
      <p:sp>
        <p:nvSpPr>
          <p:cNvPr id="3" name="text-99">
            <a:extLst xmlns:a="http://schemas.openxmlformats.org/drawingml/2006/main">
              <a:ext uri="{FF2B5EF4-FFF2-40B4-BE49-F238E27FC236}">
                <a16:creationId xmlns:a16="http://schemas.microsoft.com/office/drawing/2014/main" id="{090EBE14-FEF7-4218-9A42-BECC06D08FD0}"/>
              </a:ext>
            </a:extLst>
          </p:cNvPr>
          <p:cNvSpPr>
            <a:spLocks xmlns:a="http://schemas.openxmlformats.org/drawingml/2006/main" noGrp="1"/>
          </p:cNvSpPr>
          <p:nvPr/>
        </p:nvSpPr>
        <p:spPr>
          <a:xfrm xmlns:a="http://schemas.openxmlformats.org/drawingml/2006/main">
            <a:off x="1779408" y="2085975"/>
            <a:ext cx="29465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If</a:t>
            </a:r>
          </a:p>
        </p:txBody>
      </p:sp>
      <p:sp>
        <p:nvSpPr>
          <p:cNvPr id="4" name="text-100">
            <a:extLst xmlns:a="http://schemas.openxmlformats.org/drawingml/2006/main">
              <a:ext uri="{FF2B5EF4-FFF2-40B4-BE49-F238E27FC236}">
                <a16:creationId xmlns:a16="http://schemas.microsoft.com/office/drawing/2014/main" id="{EDDDD444-A20F-4DEF-9748-722D0675A535}"/>
              </a:ext>
            </a:extLst>
          </p:cNvPr>
          <p:cNvSpPr>
            <a:spLocks xmlns:a="http://schemas.openxmlformats.org/drawingml/2006/main" noGrp="1"/>
          </p:cNvSpPr>
          <p:nvPr/>
        </p:nvSpPr>
        <p:spPr>
          <a:xfrm xmlns:a="http://schemas.openxmlformats.org/drawingml/2006/main">
            <a:off x="2151857" y="2085975"/>
            <a:ext cx="1831132"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students</a:t>
            </a:r>
          </a:p>
        </p:txBody>
      </p:sp>
      <p:sp>
        <p:nvSpPr>
          <p:cNvPr id="5" name="text-101">
            <a:extLst xmlns:a="http://schemas.openxmlformats.org/drawingml/2006/main">
              <a:ext uri="{FF2B5EF4-FFF2-40B4-BE49-F238E27FC236}">
                <a16:creationId xmlns:a16="http://schemas.microsoft.com/office/drawing/2014/main" id="{24BC83D4-3425-49B1-A45A-FE54C270EE39}"/>
              </a:ext>
            </a:extLst>
          </p:cNvPr>
          <p:cNvSpPr>
            <a:spLocks xmlns:a="http://schemas.openxmlformats.org/drawingml/2006/main" noGrp="1"/>
          </p:cNvSpPr>
          <p:nvPr/>
        </p:nvSpPr>
        <p:spPr>
          <a:xfrm xmlns:a="http://schemas.openxmlformats.org/drawingml/2006/main">
            <a:off x="4060779" y="2085975"/>
            <a:ext cx="1748043"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practise,</a:t>
            </a:r>
          </a:p>
        </p:txBody>
      </p:sp>
      <p:sp>
        <p:nvSpPr>
          <p:cNvPr id="6" name="text-102">
            <a:extLst xmlns:a="http://schemas.openxmlformats.org/drawingml/2006/main">
              <a:ext uri="{FF2B5EF4-FFF2-40B4-BE49-F238E27FC236}">
                <a16:creationId xmlns:a16="http://schemas.microsoft.com/office/drawing/2014/main" id="{B4176802-27F8-4AD8-B421-AC4654E09EA9}"/>
              </a:ext>
            </a:extLst>
          </p:cNvPr>
          <p:cNvSpPr>
            <a:spLocks xmlns:a="http://schemas.openxmlformats.org/drawingml/2006/main" noGrp="1"/>
          </p:cNvSpPr>
          <p:nvPr/>
        </p:nvSpPr>
        <p:spPr>
          <a:xfrm xmlns:a="http://schemas.openxmlformats.org/drawingml/2006/main">
            <a:off x="5886613" y="2085975"/>
            <a:ext cx="938373"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they</a:t>
            </a:r>
          </a:p>
        </p:txBody>
      </p:sp>
      <p:sp>
        <p:nvSpPr>
          <p:cNvPr id="7" name="text-103">
            <a:extLst xmlns:a="http://schemas.openxmlformats.org/drawingml/2006/main">
              <a:ext uri="{FF2B5EF4-FFF2-40B4-BE49-F238E27FC236}">
                <a16:creationId xmlns:a16="http://schemas.microsoft.com/office/drawing/2014/main" id="{F071CBD6-470F-4249-BCEF-D1910D077436}"/>
              </a:ext>
            </a:extLst>
          </p:cNvPr>
          <p:cNvSpPr>
            <a:spLocks xmlns:a="http://schemas.openxmlformats.org/drawingml/2006/main" noGrp="1"/>
          </p:cNvSpPr>
          <p:nvPr/>
        </p:nvSpPr>
        <p:spPr>
          <a:xfrm xmlns:a="http://schemas.openxmlformats.org/drawingml/2006/main">
            <a:off x="6921826" y="2085975"/>
            <a:ext cx="2040773"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DFFF5B"/>
                </a:solidFill>
                <a:latin typeface="Nunito"/>
                <a:ea typeface="Nunito"/>
                <a:cs typeface="Nunito"/>
              </a:defRPr>
            </a:pPr>
            <a:r>
              <a:rPr sz="3225" b="1">
                <a:solidFill>
                  <a:srgbClr val="DFFF5B"/>
                </a:solidFill>
                <a:latin typeface="Nunito"/>
                <a:ea typeface="Nunito"/>
                <a:cs typeface="Nunito"/>
              </a:rPr>
              <a:t>will play</a:t>
            </a:r>
          </a:p>
        </p:txBody>
      </p:sp>
      <p:sp>
        <p:nvSpPr>
          <p:cNvPr id="8" name="gap-line-17">
            <a:extLst xmlns:a="http://schemas.openxmlformats.org/drawingml/2006/main">
              <a:ext uri="{FF2B5EF4-FFF2-40B4-BE49-F238E27FC236}">
                <a16:creationId xmlns:a16="http://schemas.microsoft.com/office/drawing/2014/main" id="{A6DB3798-7A61-491A-BC4E-21F885BACA95}"/>
              </a:ext>
            </a:extLst>
          </p:cNvPr>
          <p:cNvSpPr>
            <a:spLocks xmlns:a="http://schemas.openxmlformats.org/drawingml/2006/main" noGrp="1"/>
          </p:cNvSpPr>
          <p:nvPr/>
        </p:nvSpPr>
        <p:spPr>
          <a:xfrm xmlns:a="http://schemas.openxmlformats.org/drawingml/2006/main">
            <a:off x="6921826" y="2628900"/>
            <a:ext cx="2040773" cy="0"/>
          </a:xfrm>
          <a:prstGeom xmlns:a="http://schemas.openxmlformats.org/drawingml/2006/main" prst="line">
            <a:avLst/>
          </a:prstGeom>
          <a:ln xmlns:a="http://schemas.openxmlformats.org/drawingml/2006/main" w="19050">
            <a:solidFill>
              <a:srgbClr val="DFFF5B"/>
            </a:solidFill>
          </a:ln>
        </p:spPr>
      </p:sp>
      <p:sp>
        <p:nvSpPr>
          <p:cNvPr id="9" name="text-104">
            <a:extLst xmlns:a="http://schemas.openxmlformats.org/drawingml/2006/main">
              <a:ext uri="{FF2B5EF4-FFF2-40B4-BE49-F238E27FC236}">
                <a16:creationId xmlns:a16="http://schemas.microsoft.com/office/drawing/2014/main" id="{49652D5F-B622-4C69-AB64-B60A5C45DCAD}"/>
              </a:ext>
            </a:extLst>
          </p:cNvPr>
          <p:cNvSpPr>
            <a:spLocks xmlns:a="http://schemas.openxmlformats.org/drawingml/2006/main" noGrp="1"/>
          </p:cNvSpPr>
          <p:nvPr/>
        </p:nvSpPr>
        <p:spPr>
          <a:xfrm xmlns:a="http://schemas.openxmlformats.org/drawingml/2006/main">
            <a:off x="9059440" y="2085975"/>
            <a:ext cx="1353152"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better.</a:t>
            </a:r>
          </a:p>
        </p:txBody>
      </p:sp>
      <p:sp>
        <p:nvSpPr>
          <p:cNvPr id="10" name="text-105">
            <a:extLst xmlns:a="http://schemas.openxmlformats.org/drawingml/2006/main">
              <a:ext uri="{FF2B5EF4-FFF2-40B4-BE49-F238E27FC236}">
                <a16:creationId xmlns:a16="http://schemas.microsoft.com/office/drawing/2014/main" id="{76522D17-4BDB-478D-91A8-9D83F0B033CE}"/>
              </a:ext>
            </a:extLst>
          </p:cNvPr>
          <p:cNvSpPr>
            <a:spLocks xmlns:a="http://schemas.openxmlformats.org/drawingml/2006/main" noGrp="1"/>
          </p:cNvSpPr>
          <p:nvPr/>
        </p:nvSpPr>
        <p:spPr>
          <a:xfrm xmlns:a="http://schemas.openxmlformats.org/drawingml/2006/main">
            <a:off x="85725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7F7F2"/>
                </a:solidFill>
                <a:latin typeface="Nunito"/>
                <a:ea typeface="Nunito"/>
                <a:cs typeface="Nunito"/>
              </a:defRPr>
            </a:pPr>
            <a:r>
              <a:rPr sz="2475" b="1">
                <a:solidFill>
                  <a:srgbClr val="F7F7F2"/>
                </a:solidFill>
                <a:latin typeface="Nunito"/>
                <a:ea typeface="Nunito"/>
                <a:cs typeface="Nunito"/>
              </a:rPr>
              <a:t>A   play</a:t>
            </a:r>
          </a:p>
        </p:txBody>
      </p:sp>
      <p:sp>
        <p:nvSpPr>
          <p:cNvPr id="11" name="text-106">
            <a:extLst xmlns:a="http://schemas.openxmlformats.org/drawingml/2006/main">
              <a:ext uri="{FF2B5EF4-FFF2-40B4-BE49-F238E27FC236}">
                <a16:creationId xmlns:a16="http://schemas.microsoft.com/office/drawing/2014/main" id="{E3D97B7B-9EDE-4C69-832D-16119A738757}"/>
              </a:ext>
            </a:extLst>
          </p:cNvPr>
          <p:cNvSpPr>
            <a:spLocks xmlns:a="http://schemas.openxmlformats.org/drawingml/2006/main" noGrp="1"/>
          </p:cNvSpPr>
          <p:nvPr/>
        </p:nvSpPr>
        <p:spPr>
          <a:xfrm xmlns:a="http://schemas.openxmlformats.org/drawingml/2006/main">
            <a:off x="441960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DFFF5B"/>
                </a:solidFill>
                <a:latin typeface="Nunito"/>
                <a:ea typeface="Nunito"/>
                <a:cs typeface="Nunito"/>
              </a:defRPr>
            </a:pPr>
            <a:r>
              <a:rPr sz="2475" b="1">
                <a:solidFill>
                  <a:srgbClr val="DFFF5B"/>
                </a:solidFill>
                <a:latin typeface="Nunito"/>
                <a:ea typeface="Nunito"/>
                <a:cs typeface="Nunito"/>
              </a:rPr>
              <a:t>B   will play</a:t>
            </a:r>
          </a:p>
        </p:txBody>
      </p:sp>
      <p:sp>
        <p:nvSpPr>
          <p:cNvPr id="12" name="text-107">
            <a:extLst xmlns:a="http://schemas.openxmlformats.org/drawingml/2006/main">
              <a:ext uri="{FF2B5EF4-FFF2-40B4-BE49-F238E27FC236}">
                <a16:creationId xmlns:a16="http://schemas.microsoft.com/office/drawing/2014/main" id="{4396FABC-E74F-4234-8C78-A4531ED58944}"/>
              </a:ext>
            </a:extLst>
          </p:cNvPr>
          <p:cNvSpPr>
            <a:spLocks xmlns:a="http://schemas.openxmlformats.org/drawingml/2006/main" noGrp="1"/>
          </p:cNvSpPr>
          <p:nvPr/>
        </p:nvSpPr>
        <p:spPr>
          <a:xfrm xmlns:a="http://schemas.openxmlformats.org/drawingml/2006/main">
            <a:off x="798195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7F7F2"/>
                </a:solidFill>
                <a:latin typeface="Nunito"/>
                <a:ea typeface="Nunito"/>
                <a:cs typeface="Nunito"/>
              </a:defRPr>
            </a:pPr>
            <a:r>
              <a:rPr sz="2475" b="1">
                <a:solidFill>
                  <a:srgbClr val="F7F7F2"/>
                </a:solidFill>
                <a:latin typeface="Nunito"/>
                <a:ea typeface="Nunito"/>
                <a:cs typeface="Nunito"/>
              </a:rPr>
              <a:t>C   played</a:t>
            </a:r>
          </a:p>
        </p:txBody>
      </p:sp>
      <p:sp>
        <p:nvSpPr>
          <p:cNvPr id="13" name="text-108">
            <a:extLst xmlns:a="http://schemas.openxmlformats.org/drawingml/2006/main">
              <a:ext uri="{FF2B5EF4-FFF2-40B4-BE49-F238E27FC236}">
                <a16:creationId xmlns:a16="http://schemas.microsoft.com/office/drawing/2014/main" id="{E2F1C3C7-5F67-4046-B0D3-08007E1764B7}"/>
              </a:ext>
            </a:extLst>
          </p:cNvPr>
          <p:cNvSpPr>
            <a:spLocks xmlns:a="http://schemas.openxmlformats.org/drawingml/2006/main" noGrp="1"/>
          </p:cNvSpPr>
          <p:nvPr/>
        </p:nvSpPr>
        <p:spPr>
          <a:xfrm xmlns:a="http://schemas.openxmlformats.org/drawingml/2006/main">
            <a:off x="876300" y="4895850"/>
            <a:ext cx="104394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DFFF5B"/>
                </a:solidFill>
                <a:latin typeface="Nunito"/>
                <a:ea typeface="Nunito"/>
                <a:cs typeface="Nunito"/>
              </a:defRPr>
            </a:pPr>
            <a:r>
              <a:rPr sz="2250" b="1">
                <a:solidFill>
                  <a:srgbClr val="DFFF5B"/>
                </a:solidFill>
                <a:latin typeface="Nunito"/>
                <a:ea typeface="Nunito"/>
                <a:cs typeface="Nunito"/>
              </a:rPr>
              <a:t>If + Present Simple, will + verb.</a:t>
            </a:r>
          </a:p>
        </p:txBody>
      </p:sp>
      <p:sp>
        <p:nvSpPr>
          <p:cNvPr id="14" name="text-109">
            <a:extLst xmlns:a="http://schemas.openxmlformats.org/drawingml/2006/main">
              <a:ext uri="{FF2B5EF4-FFF2-40B4-BE49-F238E27FC236}">
                <a16:creationId xmlns:a16="http://schemas.microsoft.com/office/drawing/2014/main" id="{AA94B57A-0F39-4F47-AFE9-46C45A25AB89}"/>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17 / 50</a:t>
            </a:r>
          </a:p>
        </p:txBody>
      </p:sp>
    </p:spTree>
    <p:extLst>
      <p:ext uri="{BB962C8B-B14F-4D97-AF65-F5344CB8AC3E}">
        <p14:creationId xmlns:p14="http://schemas.microsoft.com/office/powerpoint/2010/main" val="1361667016"/>
      </p:ext>
    </p:extLst>
  </p:cSld>
</p:sld>
</file>

<file path=ppt/slides/slide18.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16" name="text-110">
            <a:extLst xmlns:a="http://schemas.openxmlformats.org/drawingml/2006/main">
              <a:ext uri="{FF2B5EF4-FFF2-40B4-BE49-F238E27FC236}">
                <a16:creationId xmlns:a16="http://schemas.microsoft.com/office/drawing/2014/main" id="{081EBFE8-76B6-4454-91EF-747CEE54F46B}"/>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79f879daafac481d"/>
              </a:rPr>
              <a:t>⌂</a:t>
            </a:r>
          </a:p>
        </p:txBody>
      </p:sp>
      <p:sp>
        <p:nvSpPr>
          <p:cNvPr id="2" name="title-111">
            <a:extLst xmlns:a="http://schemas.openxmlformats.org/drawingml/2006/main">
              <a:ext uri="{FF2B5EF4-FFF2-40B4-BE49-F238E27FC236}">
                <a16:creationId xmlns:a16="http://schemas.microsoft.com/office/drawing/2014/main" id="{401AD7DF-6AAC-4787-AC6A-7D8AAD599D5A}"/>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since מציג סיבה</a:t>
            </a:r>
          </a:p>
        </p:txBody>
      </p:sp>
      <p:sp>
        <p:nvSpPr>
          <p:cNvPr id="3" name="text-112">
            <a:extLst xmlns:a="http://schemas.openxmlformats.org/drawingml/2006/main">
              <a:ext uri="{FF2B5EF4-FFF2-40B4-BE49-F238E27FC236}">
                <a16:creationId xmlns:a16="http://schemas.microsoft.com/office/drawing/2014/main" id="{B53287AC-CAB9-4D1D-9375-61E4B64F8E1B}"/>
              </a:ext>
            </a:extLst>
          </p:cNvPr>
          <p:cNvSpPr>
            <a:spLocks xmlns:a="http://schemas.openxmlformats.org/drawingml/2006/main" noGrp="1"/>
          </p:cNvSpPr>
          <p:nvPr/>
        </p:nvSpPr>
        <p:spPr>
          <a:xfrm xmlns:a="http://schemas.openxmlformats.org/drawingml/2006/main">
            <a:off x="1429983" y="1776413"/>
            <a:ext cx="189333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Students</a:t>
            </a:r>
          </a:p>
        </p:txBody>
      </p:sp>
      <p:sp>
        <p:nvSpPr>
          <p:cNvPr id="4" name="text-113">
            <a:extLst xmlns:a="http://schemas.openxmlformats.org/drawingml/2006/main">
              <a:ext uri="{FF2B5EF4-FFF2-40B4-BE49-F238E27FC236}">
                <a16:creationId xmlns:a16="http://schemas.microsoft.com/office/drawing/2014/main" id="{DE3C6E37-3B81-4D42-9863-1ADB86295341}"/>
              </a:ext>
            </a:extLst>
          </p:cNvPr>
          <p:cNvSpPr>
            <a:spLocks xmlns:a="http://schemas.openxmlformats.org/drawingml/2006/main" noGrp="1"/>
          </p:cNvSpPr>
          <p:nvPr/>
        </p:nvSpPr>
        <p:spPr>
          <a:xfrm xmlns:a="http://schemas.openxmlformats.org/drawingml/2006/main">
            <a:off x="3401112" y="1776413"/>
            <a:ext cx="107714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learn</a:t>
            </a:r>
          </a:p>
        </p:txBody>
      </p:sp>
      <p:sp>
        <p:nvSpPr>
          <p:cNvPr id="5" name="text-114">
            <a:extLst xmlns:a="http://schemas.openxmlformats.org/drawingml/2006/main">
              <a:ext uri="{FF2B5EF4-FFF2-40B4-BE49-F238E27FC236}">
                <a16:creationId xmlns:a16="http://schemas.microsoft.com/office/drawing/2014/main" id="{7D370B7E-5E91-4687-89AC-2D421E66900C}"/>
              </a:ext>
            </a:extLst>
          </p:cNvPr>
          <p:cNvSpPr>
            <a:spLocks xmlns:a="http://schemas.openxmlformats.org/drawingml/2006/main" noGrp="1"/>
          </p:cNvSpPr>
          <p:nvPr/>
        </p:nvSpPr>
        <p:spPr>
          <a:xfrm xmlns:a="http://schemas.openxmlformats.org/drawingml/2006/main">
            <a:off x="4556050" y="1776413"/>
            <a:ext cx="1202112"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faster</a:t>
            </a:r>
          </a:p>
        </p:txBody>
      </p:sp>
      <p:sp>
        <p:nvSpPr>
          <p:cNvPr id="6" name="text-115">
            <a:extLst xmlns:a="http://schemas.openxmlformats.org/drawingml/2006/main">
              <a:ext uri="{FF2B5EF4-FFF2-40B4-BE49-F238E27FC236}">
                <a16:creationId xmlns:a16="http://schemas.microsoft.com/office/drawing/2014/main" id="{722D0F7C-2394-4C3A-878E-9910820DA06B}"/>
              </a:ext>
            </a:extLst>
          </p:cNvPr>
          <p:cNvSpPr>
            <a:spLocks xmlns:a="http://schemas.openxmlformats.org/drawingml/2006/main" noGrp="1"/>
          </p:cNvSpPr>
          <p:nvPr/>
        </p:nvSpPr>
        <p:spPr>
          <a:xfrm xmlns:a="http://schemas.openxmlformats.org/drawingml/2006/main">
            <a:off x="5855003" y="1776413"/>
            <a:ext cx="2146291"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DFFF5B"/>
                </a:solidFill>
                <a:latin typeface="Nunito"/>
                <a:ea typeface="Nunito"/>
                <a:cs typeface="Nunito"/>
              </a:defRPr>
            </a:pPr>
            <a:r>
              <a:rPr sz="3225" b="1">
                <a:solidFill>
                  <a:srgbClr val="DFFF5B"/>
                </a:solidFill>
                <a:latin typeface="Nunito"/>
                <a:ea typeface="Nunito"/>
                <a:cs typeface="Nunito"/>
              </a:rPr>
              <a:t> </a:t>
            </a:r>
          </a:p>
        </p:txBody>
      </p:sp>
      <p:sp>
        <p:nvSpPr>
          <p:cNvPr id="7" name="gap-line-18">
            <a:extLst xmlns:a="http://schemas.openxmlformats.org/drawingml/2006/main">
              <a:ext uri="{FF2B5EF4-FFF2-40B4-BE49-F238E27FC236}">
                <a16:creationId xmlns:a16="http://schemas.microsoft.com/office/drawing/2014/main" id="{896E23E6-EE87-40EF-BECC-0E03CBA3C6F0}"/>
              </a:ext>
            </a:extLst>
          </p:cNvPr>
          <p:cNvSpPr>
            <a:spLocks xmlns:a="http://schemas.openxmlformats.org/drawingml/2006/main" noGrp="1"/>
          </p:cNvSpPr>
          <p:nvPr/>
        </p:nvSpPr>
        <p:spPr>
          <a:xfrm xmlns:a="http://schemas.openxmlformats.org/drawingml/2006/main">
            <a:off x="5855003" y="2319338"/>
            <a:ext cx="2146291" cy="0"/>
          </a:xfrm>
          <a:prstGeom xmlns:a="http://schemas.openxmlformats.org/drawingml/2006/main" prst="line">
            <a:avLst/>
          </a:prstGeom>
          <a:ln xmlns:a="http://schemas.openxmlformats.org/drawingml/2006/main" w="19050">
            <a:solidFill>
              <a:srgbClr val="4EE5FF"/>
            </a:solidFill>
          </a:ln>
        </p:spPr>
      </p:sp>
      <p:sp>
        <p:nvSpPr>
          <p:cNvPr id="8" name="text-116">
            <a:extLst xmlns:a="http://schemas.openxmlformats.org/drawingml/2006/main">
              <a:ext uri="{FF2B5EF4-FFF2-40B4-BE49-F238E27FC236}">
                <a16:creationId xmlns:a16="http://schemas.microsoft.com/office/drawing/2014/main" id="{BBF103AD-3B18-41C8-896B-14AE672DC5F6}"/>
              </a:ext>
            </a:extLst>
          </p:cNvPr>
          <p:cNvSpPr>
            <a:spLocks xmlns:a="http://schemas.openxmlformats.org/drawingml/2006/main" noGrp="1"/>
          </p:cNvSpPr>
          <p:nvPr/>
        </p:nvSpPr>
        <p:spPr>
          <a:xfrm xmlns:a="http://schemas.openxmlformats.org/drawingml/2006/main">
            <a:off x="8098135" y="1776413"/>
            <a:ext cx="938373"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they</a:t>
            </a:r>
          </a:p>
        </p:txBody>
      </p:sp>
      <p:sp>
        <p:nvSpPr>
          <p:cNvPr id="9" name="text-117">
            <a:extLst xmlns:a="http://schemas.openxmlformats.org/drawingml/2006/main">
              <a:ext uri="{FF2B5EF4-FFF2-40B4-BE49-F238E27FC236}">
                <a16:creationId xmlns:a16="http://schemas.microsoft.com/office/drawing/2014/main" id="{4545862C-F947-4341-A563-361F75273A6C}"/>
              </a:ext>
            </a:extLst>
          </p:cNvPr>
          <p:cNvSpPr>
            <a:spLocks xmlns:a="http://schemas.openxmlformats.org/drawingml/2006/main" noGrp="1"/>
          </p:cNvSpPr>
          <p:nvPr/>
        </p:nvSpPr>
        <p:spPr>
          <a:xfrm xmlns:a="http://schemas.openxmlformats.org/drawingml/2006/main">
            <a:off x="9114298" y="1776413"/>
            <a:ext cx="164771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practise</a:t>
            </a:r>
          </a:p>
        </p:txBody>
      </p:sp>
      <p:sp>
        <p:nvSpPr>
          <p:cNvPr id="10" name="text-118">
            <a:extLst xmlns:a="http://schemas.openxmlformats.org/drawingml/2006/main">
              <a:ext uri="{FF2B5EF4-FFF2-40B4-BE49-F238E27FC236}">
                <a16:creationId xmlns:a16="http://schemas.microsoft.com/office/drawing/2014/main" id="{FD73DE7B-9203-4A3C-A4AD-553F3C3AFB02}"/>
              </a:ext>
            </a:extLst>
          </p:cNvPr>
          <p:cNvSpPr>
            <a:spLocks xmlns:a="http://schemas.openxmlformats.org/drawingml/2006/main" noGrp="1"/>
          </p:cNvSpPr>
          <p:nvPr/>
        </p:nvSpPr>
        <p:spPr>
          <a:xfrm xmlns:a="http://schemas.openxmlformats.org/drawingml/2006/main">
            <a:off x="5034815" y="2395538"/>
            <a:ext cx="1178799"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every</a:t>
            </a:r>
          </a:p>
        </p:txBody>
      </p:sp>
      <p:sp>
        <p:nvSpPr>
          <p:cNvPr id="11" name="text-119">
            <a:extLst xmlns:a="http://schemas.openxmlformats.org/drawingml/2006/main">
              <a:ext uri="{FF2B5EF4-FFF2-40B4-BE49-F238E27FC236}">
                <a16:creationId xmlns:a16="http://schemas.microsoft.com/office/drawing/2014/main" id="{0ECB54EA-1055-42EA-ACB7-964F3A121C93}"/>
              </a:ext>
            </a:extLst>
          </p:cNvPr>
          <p:cNvSpPr>
            <a:spLocks xmlns:a="http://schemas.openxmlformats.org/drawingml/2006/main" noGrp="1"/>
          </p:cNvSpPr>
          <p:nvPr/>
        </p:nvSpPr>
        <p:spPr>
          <a:xfrm xmlns:a="http://schemas.openxmlformats.org/drawingml/2006/main">
            <a:off x="6291404" y="2395538"/>
            <a:ext cx="865781"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day.</a:t>
            </a:r>
          </a:p>
        </p:txBody>
      </p:sp>
      <p:sp>
        <p:nvSpPr>
          <p:cNvPr id="12" name="text-120">
            <a:extLst xmlns:a="http://schemas.openxmlformats.org/drawingml/2006/main">
              <a:ext uri="{FF2B5EF4-FFF2-40B4-BE49-F238E27FC236}">
                <a16:creationId xmlns:a16="http://schemas.microsoft.com/office/drawing/2014/main" id="{2B2C9FBA-718C-4A06-8E4C-780C6A20ADB0}"/>
              </a:ext>
            </a:extLst>
          </p:cNvPr>
          <p:cNvSpPr>
            <a:spLocks xmlns:a="http://schemas.openxmlformats.org/drawingml/2006/main" noGrp="1"/>
          </p:cNvSpPr>
          <p:nvPr/>
        </p:nvSpPr>
        <p:spPr>
          <a:xfrm xmlns:a="http://schemas.openxmlformats.org/drawingml/2006/main">
            <a:off x="85725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7F7F2"/>
                </a:solidFill>
                <a:latin typeface="Nunito"/>
                <a:ea typeface="Nunito"/>
                <a:cs typeface="Nunito"/>
              </a:defRPr>
            </a:pPr>
            <a:r>
              <a:rPr sz="2475" b="1">
                <a:solidFill>
                  <a:srgbClr val="F7F7F2"/>
                </a:solidFill>
                <a:latin typeface="Nunito"/>
                <a:ea typeface="Nunito"/>
                <a:cs typeface="Nunito"/>
              </a:rPr>
              <a:t>A   since</a:t>
            </a:r>
          </a:p>
        </p:txBody>
      </p:sp>
      <p:sp>
        <p:nvSpPr>
          <p:cNvPr id="13" name="text-121">
            <a:extLst xmlns:a="http://schemas.openxmlformats.org/drawingml/2006/main">
              <a:ext uri="{FF2B5EF4-FFF2-40B4-BE49-F238E27FC236}">
                <a16:creationId xmlns:a16="http://schemas.microsoft.com/office/drawing/2014/main" id="{243205BC-52FC-4E1C-9AD6-F5779C655B9C}"/>
              </a:ext>
            </a:extLst>
          </p:cNvPr>
          <p:cNvSpPr>
            <a:spLocks xmlns:a="http://schemas.openxmlformats.org/drawingml/2006/main" noGrp="1"/>
          </p:cNvSpPr>
          <p:nvPr/>
        </p:nvSpPr>
        <p:spPr>
          <a:xfrm xmlns:a="http://schemas.openxmlformats.org/drawingml/2006/main">
            <a:off x="441960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7F7F2"/>
                </a:solidFill>
                <a:latin typeface="Nunito"/>
                <a:ea typeface="Nunito"/>
                <a:cs typeface="Nunito"/>
              </a:defRPr>
            </a:pPr>
            <a:r>
              <a:rPr sz="2475" b="1">
                <a:solidFill>
                  <a:srgbClr val="F7F7F2"/>
                </a:solidFill>
                <a:latin typeface="Nunito"/>
                <a:ea typeface="Nunito"/>
                <a:cs typeface="Nunito"/>
              </a:rPr>
              <a:t>B   although</a:t>
            </a:r>
          </a:p>
        </p:txBody>
      </p:sp>
      <p:sp>
        <p:nvSpPr>
          <p:cNvPr id="14" name="text-122">
            <a:extLst xmlns:a="http://schemas.openxmlformats.org/drawingml/2006/main">
              <a:ext uri="{FF2B5EF4-FFF2-40B4-BE49-F238E27FC236}">
                <a16:creationId xmlns:a16="http://schemas.microsoft.com/office/drawing/2014/main" id="{48F48D0B-C7AC-4432-B6FF-2025E015F723}"/>
              </a:ext>
            </a:extLst>
          </p:cNvPr>
          <p:cNvSpPr>
            <a:spLocks xmlns:a="http://schemas.openxmlformats.org/drawingml/2006/main" noGrp="1"/>
          </p:cNvSpPr>
          <p:nvPr/>
        </p:nvSpPr>
        <p:spPr>
          <a:xfrm xmlns:a="http://schemas.openxmlformats.org/drawingml/2006/main">
            <a:off x="798195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7F7F2"/>
                </a:solidFill>
                <a:latin typeface="Nunito"/>
                <a:ea typeface="Nunito"/>
                <a:cs typeface="Nunito"/>
              </a:defRPr>
            </a:pPr>
            <a:r>
              <a:rPr sz="2475" b="1">
                <a:solidFill>
                  <a:srgbClr val="F7F7F2"/>
                </a:solidFill>
                <a:latin typeface="Nunito"/>
                <a:ea typeface="Nunito"/>
                <a:cs typeface="Nunito"/>
              </a:rPr>
              <a:t>C   therefore</a:t>
            </a:r>
          </a:p>
        </p:txBody>
      </p:sp>
      <p:sp>
        <p:nvSpPr>
          <p:cNvPr id="15" name="text-123">
            <a:extLst xmlns:a="http://schemas.openxmlformats.org/drawingml/2006/main">
              <a:ext uri="{FF2B5EF4-FFF2-40B4-BE49-F238E27FC236}">
                <a16:creationId xmlns:a16="http://schemas.microsoft.com/office/drawing/2014/main" id="{26DD6B85-871D-46E0-82F8-E822D04B6AFE}"/>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18 / 50</a:t>
            </a:r>
          </a:p>
        </p:txBody>
      </p:sp>
    </p:spTree>
    <p:extLst>
      <p:ext uri="{BB962C8B-B14F-4D97-AF65-F5344CB8AC3E}">
        <p14:creationId xmlns:p14="http://schemas.microsoft.com/office/powerpoint/2010/main" val="1498537912"/>
      </p:ext>
    </p:extLst>
  </p:cSld>
</p:sld>
</file>

<file path=ppt/slides/slide19.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17" name="text-124">
            <a:extLst xmlns:a="http://schemas.openxmlformats.org/drawingml/2006/main">
              <a:ext uri="{FF2B5EF4-FFF2-40B4-BE49-F238E27FC236}">
                <a16:creationId xmlns:a16="http://schemas.microsoft.com/office/drawing/2014/main" id="{0A841E08-221D-47F9-902A-4829F8669D31}"/>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d95cfb07f0c149b6"/>
              </a:rPr>
              <a:t>⌂</a:t>
            </a:r>
          </a:p>
        </p:txBody>
      </p:sp>
      <p:sp>
        <p:nvSpPr>
          <p:cNvPr id="2" name="title-125">
            <a:extLst xmlns:a="http://schemas.openxmlformats.org/drawingml/2006/main">
              <a:ext uri="{FF2B5EF4-FFF2-40B4-BE49-F238E27FC236}">
                <a16:creationId xmlns:a16="http://schemas.microsoft.com/office/drawing/2014/main" id="{9061BC87-8201-4115-B51B-938BAF6BEBE7}"/>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since מציג סיבה</a:t>
            </a:r>
          </a:p>
        </p:txBody>
      </p:sp>
      <p:sp>
        <p:nvSpPr>
          <p:cNvPr id="3" name="text-126">
            <a:extLst xmlns:a="http://schemas.openxmlformats.org/drawingml/2006/main">
              <a:ext uri="{FF2B5EF4-FFF2-40B4-BE49-F238E27FC236}">
                <a16:creationId xmlns:a16="http://schemas.microsoft.com/office/drawing/2014/main" id="{14308D1F-613B-41C3-B148-BE0C62E819B4}"/>
              </a:ext>
            </a:extLst>
          </p:cNvPr>
          <p:cNvSpPr>
            <a:spLocks xmlns:a="http://schemas.openxmlformats.org/drawingml/2006/main" noGrp="1"/>
          </p:cNvSpPr>
          <p:nvPr/>
        </p:nvSpPr>
        <p:spPr>
          <a:xfrm xmlns:a="http://schemas.openxmlformats.org/drawingml/2006/main">
            <a:off x="1429983" y="1776413"/>
            <a:ext cx="189333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Students</a:t>
            </a:r>
          </a:p>
        </p:txBody>
      </p:sp>
      <p:sp>
        <p:nvSpPr>
          <p:cNvPr id="4" name="text-127">
            <a:extLst xmlns:a="http://schemas.openxmlformats.org/drawingml/2006/main">
              <a:ext uri="{FF2B5EF4-FFF2-40B4-BE49-F238E27FC236}">
                <a16:creationId xmlns:a16="http://schemas.microsoft.com/office/drawing/2014/main" id="{CE0CD405-D2FF-4D68-A2B7-4119A568B1AD}"/>
              </a:ext>
            </a:extLst>
          </p:cNvPr>
          <p:cNvSpPr>
            <a:spLocks xmlns:a="http://schemas.openxmlformats.org/drawingml/2006/main" noGrp="1"/>
          </p:cNvSpPr>
          <p:nvPr/>
        </p:nvSpPr>
        <p:spPr>
          <a:xfrm xmlns:a="http://schemas.openxmlformats.org/drawingml/2006/main">
            <a:off x="3401112" y="1776413"/>
            <a:ext cx="107714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learn</a:t>
            </a:r>
          </a:p>
        </p:txBody>
      </p:sp>
      <p:sp>
        <p:nvSpPr>
          <p:cNvPr id="5" name="text-128">
            <a:extLst xmlns:a="http://schemas.openxmlformats.org/drawingml/2006/main">
              <a:ext uri="{FF2B5EF4-FFF2-40B4-BE49-F238E27FC236}">
                <a16:creationId xmlns:a16="http://schemas.microsoft.com/office/drawing/2014/main" id="{BA5F142C-31A4-45CC-B920-C43C499AD1EE}"/>
              </a:ext>
            </a:extLst>
          </p:cNvPr>
          <p:cNvSpPr>
            <a:spLocks xmlns:a="http://schemas.openxmlformats.org/drawingml/2006/main" noGrp="1"/>
          </p:cNvSpPr>
          <p:nvPr/>
        </p:nvSpPr>
        <p:spPr>
          <a:xfrm xmlns:a="http://schemas.openxmlformats.org/drawingml/2006/main">
            <a:off x="4556050" y="1776413"/>
            <a:ext cx="1202112"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faster</a:t>
            </a:r>
          </a:p>
        </p:txBody>
      </p:sp>
      <p:sp>
        <p:nvSpPr>
          <p:cNvPr id="6" name="text-129">
            <a:extLst xmlns:a="http://schemas.openxmlformats.org/drawingml/2006/main">
              <a:ext uri="{FF2B5EF4-FFF2-40B4-BE49-F238E27FC236}">
                <a16:creationId xmlns:a16="http://schemas.microsoft.com/office/drawing/2014/main" id="{AB783BA6-9E07-46F7-815D-0729A1A1FC2E}"/>
              </a:ext>
            </a:extLst>
          </p:cNvPr>
          <p:cNvSpPr>
            <a:spLocks xmlns:a="http://schemas.openxmlformats.org/drawingml/2006/main" noGrp="1"/>
          </p:cNvSpPr>
          <p:nvPr/>
        </p:nvSpPr>
        <p:spPr>
          <a:xfrm xmlns:a="http://schemas.openxmlformats.org/drawingml/2006/main">
            <a:off x="5855003" y="1776413"/>
            <a:ext cx="2146291"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DFFF5B"/>
                </a:solidFill>
                <a:latin typeface="Nunito"/>
                <a:ea typeface="Nunito"/>
                <a:cs typeface="Nunito"/>
              </a:defRPr>
            </a:pPr>
            <a:r>
              <a:rPr sz="3225" b="1">
                <a:solidFill>
                  <a:srgbClr val="DFFF5B"/>
                </a:solidFill>
                <a:latin typeface="Nunito"/>
                <a:ea typeface="Nunito"/>
                <a:cs typeface="Nunito"/>
              </a:rPr>
              <a:t>since</a:t>
            </a:r>
          </a:p>
        </p:txBody>
      </p:sp>
      <p:sp>
        <p:nvSpPr>
          <p:cNvPr id="7" name="gap-line-19">
            <a:extLst xmlns:a="http://schemas.openxmlformats.org/drawingml/2006/main">
              <a:ext uri="{FF2B5EF4-FFF2-40B4-BE49-F238E27FC236}">
                <a16:creationId xmlns:a16="http://schemas.microsoft.com/office/drawing/2014/main" id="{9080BF0E-C9CD-4113-B674-C6A0B41A907E}"/>
              </a:ext>
            </a:extLst>
          </p:cNvPr>
          <p:cNvSpPr>
            <a:spLocks xmlns:a="http://schemas.openxmlformats.org/drawingml/2006/main" noGrp="1"/>
          </p:cNvSpPr>
          <p:nvPr/>
        </p:nvSpPr>
        <p:spPr>
          <a:xfrm xmlns:a="http://schemas.openxmlformats.org/drawingml/2006/main">
            <a:off x="5855003" y="2319338"/>
            <a:ext cx="2146291" cy="0"/>
          </a:xfrm>
          <a:prstGeom xmlns:a="http://schemas.openxmlformats.org/drawingml/2006/main" prst="line">
            <a:avLst/>
          </a:prstGeom>
          <a:ln xmlns:a="http://schemas.openxmlformats.org/drawingml/2006/main" w="19050">
            <a:solidFill>
              <a:srgbClr val="DFFF5B"/>
            </a:solidFill>
          </a:ln>
        </p:spPr>
      </p:sp>
      <p:sp>
        <p:nvSpPr>
          <p:cNvPr id="8" name="text-130">
            <a:extLst xmlns:a="http://schemas.openxmlformats.org/drawingml/2006/main">
              <a:ext uri="{FF2B5EF4-FFF2-40B4-BE49-F238E27FC236}">
                <a16:creationId xmlns:a16="http://schemas.microsoft.com/office/drawing/2014/main" id="{70661E1C-DCAB-4E9C-910B-7DD1DC795A2A}"/>
              </a:ext>
            </a:extLst>
          </p:cNvPr>
          <p:cNvSpPr>
            <a:spLocks xmlns:a="http://schemas.openxmlformats.org/drawingml/2006/main" noGrp="1"/>
          </p:cNvSpPr>
          <p:nvPr/>
        </p:nvSpPr>
        <p:spPr>
          <a:xfrm xmlns:a="http://schemas.openxmlformats.org/drawingml/2006/main">
            <a:off x="8098135" y="1776413"/>
            <a:ext cx="938373"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they</a:t>
            </a:r>
          </a:p>
        </p:txBody>
      </p:sp>
      <p:sp>
        <p:nvSpPr>
          <p:cNvPr id="9" name="text-131">
            <a:extLst xmlns:a="http://schemas.openxmlformats.org/drawingml/2006/main">
              <a:ext uri="{FF2B5EF4-FFF2-40B4-BE49-F238E27FC236}">
                <a16:creationId xmlns:a16="http://schemas.microsoft.com/office/drawing/2014/main" id="{E77867C4-C243-47FC-B483-46A23F4736BF}"/>
              </a:ext>
            </a:extLst>
          </p:cNvPr>
          <p:cNvSpPr>
            <a:spLocks xmlns:a="http://schemas.openxmlformats.org/drawingml/2006/main" noGrp="1"/>
          </p:cNvSpPr>
          <p:nvPr/>
        </p:nvSpPr>
        <p:spPr>
          <a:xfrm xmlns:a="http://schemas.openxmlformats.org/drawingml/2006/main">
            <a:off x="9114298" y="1776413"/>
            <a:ext cx="164771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practise</a:t>
            </a:r>
          </a:p>
        </p:txBody>
      </p:sp>
      <p:sp>
        <p:nvSpPr>
          <p:cNvPr id="10" name="text-132">
            <a:extLst xmlns:a="http://schemas.openxmlformats.org/drawingml/2006/main">
              <a:ext uri="{FF2B5EF4-FFF2-40B4-BE49-F238E27FC236}">
                <a16:creationId xmlns:a16="http://schemas.microsoft.com/office/drawing/2014/main" id="{093158B8-6518-401C-8184-9AA45CCADCBA}"/>
              </a:ext>
            </a:extLst>
          </p:cNvPr>
          <p:cNvSpPr>
            <a:spLocks xmlns:a="http://schemas.openxmlformats.org/drawingml/2006/main" noGrp="1"/>
          </p:cNvSpPr>
          <p:nvPr/>
        </p:nvSpPr>
        <p:spPr>
          <a:xfrm xmlns:a="http://schemas.openxmlformats.org/drawingml/2006/main">
            <a:off x="5034815" y="2395538"/>
            <a:ext cx="1178799"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every</a:t>
            </a:r>
          </a:p>
        </p:txBody>
      </p:sp>
      <p:sp>
        <p:nvSpPr>
          <p:cNvPr id="11" name="text-133">
            <a:extLst xmlns:a="http://schemas.openxmlformats.org/drawingml/2006/main">
              <a:ext uri="{FF2B5EF4-FFF2-40B4-BE49-F238E27FC236}">
                <a16:creationId xmlns:a16="http://schemas.microsoft.com/office/drawing/2014/main" id="{50E73301-4026-46C1-87BA-E45DE3E34B5F}"/>
              </a:ext>
            </a:extLst>
          </p:cNvPr>
          <p:cNvSpPr>
            <a:spLocks xmlns:a="http://schemas.openxmlformats.org/drawingml/2006/main" noGrp="1"/>
          </p:cNvSpPr>
          <p:nvPr/>
        </p:nvSpPr>
        <p:spPr>
          <a:xfrm xmlns:a="http://schemas.openxmlformats.org/drawingml/2006/main">
            <a:off x="6291404" y="2395538"/>
            <a:ext cx="865781"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day.</a:t>
            </a:r>
          </a:p>
        </p:txBody>
      </p:sp>
      <p:sp>
        <p:nvSpPr>
          <p:cNvPr id="12" name="text-134">
            <a:extLst xmlns:a="http://schemas.openxmlformats.org/drawingml/2006/main">
              <a:ext uri="{FF2B5EF4-FFF2-40B4-BE49-F238E27FC236}">
                <a16:creationId xmlns:a16="http://schemas.microsoft.com/office/drawing/2014/main" id="{EDE47CFE-111B-4EDF-BA02-95F08C0259AB}"/>
              </a:ext>
            </a:extLst>
          </p:cNvPr>
          <p:cNvSpPr>
            <a:spLocks xmlns:a="http://schemas.openxmlformats.org/drawingml/2006/main" noGrp="1"/>
          </p:cNvSpPr>
          <p:nvPr/>
        </p:nvSpPr>
        <p:spPr>
          <a:xfrm xmlns:a="http://schemas.openxmlformats.org/drawingml/2006/main">
            <a:off x="85725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DFFF5B"/>
                </a:solidFill>
                <a:latin typeface="Nunito"/>
                <a:ea typeface="Nunito"/>
                <a:cs typeface="Nunito"/>
              </a:defRPr>
            </a:pPr>
            <a:r>
              <a:rPr sz="2475" b="1">
                <a:solidFill>
                  <a:srgbClr val="DFFF5B"/>
                </a:solidFill>
                <a:latin typeface="Nunito"/>
                <a:ea typeface="Nunito"/>
                <a:cs typeface="Nunito"/>
              </a:rPr>
              <a:t>A   since</a:t>
            </a:r>
          </a:p>
        </p:txBody>
      </p:sp>
      <p:sp>
        <p:nvSpPr>
          <p:cNvPr id="13" name="text-135">
            <a:extLst xmlns:a="http://schemas.openxmlformats.org/drawingml/2006/main">
              <a:ext uri="{FF2B5EF4-FFF2-40B4-BE49-F238E27FC236}">
                <a16:creationId xmlns:a16="http://schemas.microsoft.com/office/drawing/2014/main" id="{FB4EB16E-D677-4F8A-9008-D7975F59B3A9}"/>
              </a:ext>
            </a:extLst>
          </p:cNvPr>
          <p:cNvSpPr>
            <a:spLocks xmlns:a="http://schemas.openxmlformats.org/drawingml/2006/main" noGrp="1"/>
          </p:cNvSpPr>
          <p:nvPr/>
        </p:nvSpPr>
        <p:spPr>
          <a:xfrm xmlns:a="http://schemas.openxmlformats.org/drawingml/2006/main">
            <a:off x="441960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7F7F2"/>
                </a:solidFill>
                <a:latin typeface="Nunito"/>
                <a:ea typeface="Nunito"/>
                <a:cs typeface="Nunito"/>
              </a:defRPr>
            </a:pPr>
            <a:r>
              <a:rPr sz="2475" b="1">
                <a:solidFill>
                  <a:srgbClr val="F7F7F2"/>
                </a:solidFill>
                <a:latin typeface="Nunito"/>
                <a:ea typeface="Nunito"/>
                <a:cs typeface="Nunito"/>
              </a:rPr>
              <a:t>B   although</a:t>
            </a:r>
          </a:p>
        </p:txBody>
      </p:sp>
      <p:sp>
        <p:nvSpPr>
          <p:cNvPr id="14" name="text-136">
            <a:extLst xmlns:a="http://schemas.openxmlformats.org/drawingml/2006/main">
              <a:ext uri="{FF2B5EF4-FFF2-40B4-BE49-F238E27FC236}">
                <a16:creationId xmlns:a16="http://schemas.microsoft.com/office/drawing/2014/main" id="{E7F0718B-E4EE-4ACD-800C-A5E9E4170714}"/>
              </a:ext>
            </a:extLst>
          </p:cNvPr>
          <p:cNvSpPr>
            <a:spLocks xmlns:a="http://schemas.openxmlformats.org/drawingml/2006/main" noGrp="1"/>
          </p:cNvSpPr>
          <p:nvPr/>
        </p:nvSpPr>
        <p:spPr>
          <a:xfrm xmlns:a="http://schemas.openxmlformats.org/drawingml/2006/main">
            <a:off x="798195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7F7F2"/>
                </a:solidFill>
                <a:latin typeface="Nunito"/>
                <a:ea typeface="Nunito"/>
                <a:cs typeface="Nunito"/>
              </a:defRPr>
            </a:pPr>
            <a:r>
              <a:rPr sz="2475" b="1">
                <a:solidFill>
                  <a:srgbClr val="F7F7F2"/>
                </a:solidFill>
                <a:latin typeface="Nunito"/>
                <a:ea typeface="Nunito"/>
                <a:cs typeface="Nunito"/>
              </a:rPr>
              <a:t>C   therefore</a:t>
            </a:r>
          </a:p>
        </p:txBody>
      </p:sp>
      <p:sp>
        <p:nvSpPr>
          <p:cNvPr id="15" name="text-137">
            <a:extLst xmlns:a="http://schemas.openxmlformats.org/drawingml/2006/main">
              <a:ext uri="{FF2B5EF4-FFF2-40B4-BE49-F238E27FC236}">
                <a16:creationId xmlns:a16="http://schemas.microsoft.com/office/drawing/2014/main" id="{9CF1AB63-4015-4456-8294-71C19FFEF920}"/>
              </a:ext>
            </a:extLst>
          </p:cNvPr>
          <p:cNvSpPr>
            <a:spLocks xmlns:a="http://schemas.openxmlformats.org/drawingml/2006/main" noGrp="1"/>
          </p:cNvSpPr>
          <p:nvPr/>
        </p:nvSpPr>
        <p:spPr>
          <a:xfrm xmlns:a="http://schemas.openxmlformats.org/drawingml/2006/main">
            <a:off x="876300" y="4895850"/>
            <a:ext cx="104394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250" b="1" lang="he-IL">
                <a:solidFill>
                  <a:srgbClr val="DFFF5B"/>
                </a:solidFill>
                <a:latin typeface="Heebo"/>
                <a:ea typeface="Heebo"/>
                <a:cs typeface="Heebo"/>
              </a:defRPr>
            </a:pPr>
            <a:r>
              <a:rPr sz="2250" b="1" lang="he-IL">
                <a:solidFill>
                  <a:srgbClr val="DFFF5B"/>
                </a:solidFill>
                <a:latin typeface="Heebo"/>
                <a:ea typeface="Heebo"/>
                <a:cs typeface="Heebo"/>
              </a:rPr>
              <a:t>since = מכיוון ש־. אחריו נושא ופועל.</a:t>
            </a:r>
          </a:p>
        </p:txBody>
      </p:sp>
      <p:sp>
        <p:nvSpPr>
          <p:cNvPr id="16" name="text-138">
            <a:extLst xmlns:a="http://schemas.openxmlformats.org/drawingml/2006/main">
              <a:ext uri="{FF2B5EF4-FFF2-40B4-BE49-F238E27FC236}">
                <a16:creationId xmlns:a16="http://schemas.microsoft.com/office/drawing/2014/main" id="{EADDBCE3-A3B2-4999-8B4F-FA7E1321E1B2}"/>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19 / 50</a:t>
            </a:r>
          </a:p>
        </p:txBody>
      </p:sp>
    </p:spTree>
    <p:extLst>
      <p:ext uri="{BB962C8B-B14F-4D97-AF65-F5344CB8AC3E}">
        <p14:creationId xmlns:p14="http://schemas.microsoft.com/office/powerpoint/2010/main" val="1489858976"/>
      </p:ext>
    </p:extLst>
  </p:cSld>
</p:sld>
</file>

<file path=ppt/slides/slide20.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139">
            <a:extLst xmlns:a="http://schemas.openxmlformats.org/drawingml/2006/main">
              <a:ext uri="{FF2B5EF4-FFF2-40B4-BE49-F238E27FC236}">
                <a16:creationId xmlns:a16="http://schemas.microsoft.com/office/drawing/2014/main" id="{BB3F5FCA-7868-47D6-903B-E71F36F01D8C}"/>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58179eca4cba4c56"/>
              </a:rPr>
              <a:t>⌂</a:t>
            </a:r>
          </a:p>
        </p:txBody>
      </p:sp>
      <p:sp>
        <p:nvSpPr>
          <p:cNvPr id="2" name="title-140">
            <a:extLst xmlns:a="http://schemas.openxmlformats.org/drawingml/2006/main">
              <a:ext uri="{FF2B5EF4-FFF2-40B4-BE49-F238E27FC236}">
                <a16:creationId xmlns:a16="http://schemas.microsoft.com/office/drawing/2014/main" id="{A54DBC1D-2A0B-4259-85EC-6E25E3A40990}"/>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4 · תנאי וסיבה</a:t>
            </a:r>
          </a:p>
        </p:txBody>
      </p:sp>
      <p:sp>
        <p:nvSpPr>
          <p:cNvPr id="3" name="text-141">
            <a:extLst xmlns:a="http://schemas.openxmlformats.org/drawingml/2006/main">
              <a:ext uri="{FF2B5EF4-FFF2-40B4-BE49-F238E27FC236}">
                <a16:creationId xmlns:a16="http://schemas.microsoft.com/office/drawing/2014/main" id="{EBAED07B-C9DB-477F-87E1-608C06A36022}"/>
              </a:ext>
            </a:extLst>
          </p:cNvPr>
          <p:cNvSpPr>
            <a:spLocks xmlns:a="http://schemas.openxmlformats.org/drawingml/2006/main" noGrp="1"/>
          </p:cNvSpPr>
          <p:nvPr/>
        </p:nvSpPr>
        <p:spPr>
          <a:xfrm xmlns:a="http://schemas.openxmlformats.org/drawingml/2006/main">
            <a:off x="857250" y="1562100"/>
            <a:ext cx="10477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375" b="1">
                <a:solidFill>
                  <a:srgbClr val="F7F7F2"/>
                </a:solidFill>
                <a:latin typeface="Nunito"/>
                <a:ea typeface="Nunito"/>
                <a:cs typeface="Nunito"/>
              </a:defRPr>
            </a:pPr>
            <a:r>
              <a:rPr sz="3375" b="1">
                <a:solidFill>
                  <a:srgbClr val="F7F7F2"/>
                </a:solidFill>
                <a:latin typeface="Nunito"/>
                <a:ea typeface="Nunito"/>
                <a:cs typeface="Nunito"/>
              </a:rPr>
              <a:t>If they play, the team will ... since ...</a:t>
            </a:r>
          </a:p>
        </p:txBody>
      </p:sp>
      <p:sp>
        <p:nvSpPr>
          <p:cNvPr id="4" name="text-142">
            <a:extLst xmlns:a="http://schemas.openxmlformats.org/drawingml/2006/main">
              <a:ext uri="{FF2B5EF4-FFF2-40B4-BE49-F238E27FC236}">
                <a16:creationId xmlns:a16="http://schemas.microsoft.com/office/drawing/2014/main" id="{663D7060-3517-4327-B217-BCCC2E8E67DD}"/>
              </a:ext>
            </a:extLst>
          </p:cNvPr>
          <p:cNvSpPr>
            <a:spLocks xmlns:a="http://schemas.openxmlformats.org/drawingml/2006/main" noGrp="1"/>
          </p:cNvSpPr>
          <p:nvPr/>
        </p:nvSpPr>
        <p:spPr>
          <a:xfrm xmlns:a="http://schemas.openxmlformats.org/drawingml/2006/main">
            <a:off x="952500" y="3143250"/>
            <a:ext cx="1028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325" b="1" lang="he-IL">
                <a:solidFill>
                  <a:srgbClr val="A9BDD2"/>
                </a:solidFill>
                <a:latin typeface="Heebo"/>
                <a:ea typeface="Heebo"/>
                <a:cs typeface="Heebo"/>
              </a:defRPr>
            </a:pPr>
            <a:r>
              <a:rPr sz="2325" b="1" lang="he-IL">
                <a:solidFill>
                  <a:srgbClr val="A9BDD2"/>
                </a:solidFill>
                <a:latin typeface="Heebo"/>
                <a:ea typeface="Heebo"/>
                <a:cs typeface="Heebo"/>
              </a:rPr>
              <a:t>תארו תוצאה אפשרית והסבירו את הסיבה.</a:t>
            </a:r>
          </a:p>
        </p:txBody>
      </p:sp>
      <p:sp>
        <p:nvSpPr>
          <p:cNvPr id="5" name="text-143">
            <a:extLst xmlns:a="http://schemas.openxmlformats.org/drawingml/2006/main">
              <a:ext uri="{FF2B5EF4-FFF2-40B4-BE49-F238E27FC236}">
                <a16:creationId xmlns:a16="http://schemas.microsoft.com/office/drawing/2014/main" id="{3D88502D-496B-449A-84DA-D261D1F94CAF}"/>
              </a:ext>
            </a:extLst>
          </p:cNvPr>
          <p:cNvSpPr>
            <a:spLocks xmlns:a="http://schemas.openxmlformats.org/drawingml/2006/main" noGrp="1"/>
          </p:cNvSpPr>
          <p:nvPr/>
        </p:nvSpPr>
        <p:spPr>
          <a:xfrm xmlns:a="http://schemas.openxmlformats.org/drawingml/2006/main">
            <a:off x="952500" y="43434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375" b="1">
                <a:solidFill>
                  <a:srgbClr val="FFC857"/>
                </a:solidFill>
                <a:latin typeface="Nunito"/>
                <a:ea typeface="Nunito"/>
                <a:cs typeface="Nunito"/>
              </a:defRPr>
            </a:pPr>
            <a:r>
              <a:rPr sz="6375" b="1">
                <a:solidFill>
                  <a:srgbClr val="FFC857"/>
                </a:solidFill>
                <a:latin typeface="Nunito"/>
                <a:ea typeface="Nunito"/>
                <a:cs typeface="Nunito"/>
              </a:rPr>
              <a:t>00:45</a:t>
            </a:r>
          </a:p>
        </p:txBody>
      </p:sp>
      <p:sp>
        <p:nvSpPr>
          <p:cNvPr id="6" name="text-144">
            <a:extLst xmlns:a="http://schemas.openxmlformats.org/drawingml/2006/main">
              <a:ext uri="{FF2B5EF4-FFF2-40B4-BE49-F238E27FC236}">
                <a16:creationId xmlns:a16="http://schemas.microsoft.com/office/drawing/2014/main" id="{7077E206-B1CA-4663-B8E9-EA2E0FFFB007}"/>
              </a:ext>
            </a:extLst>
          </p:cNvPr>
          <p:cNvSpPr>
            <a:spLocks xmlns:a="http://schemas.openxmlformats.org/drawingml/2006/main" noGrp="1"/>
          </p:cNvSpPr>
          <p:nvPr/>
        </p:nvSpPr>
        <p:spPr>
          <a:xfrm xmlns:a="http://schemas.openxmlformats.org/drawingml/2006/main">
            <a:off x="952500" y="5553075"/>
            <a:ext cx="1028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00" b="1" lang="he-IL">
                <a:solidFill>
                  <a:srgbClr val="4EE5FF"/>
                </a:solidFill>
                <a:latin typeface="Heebo"/>
                <a:ea typeface="Heebo"/>
                <a:cs typeface="Heebo"/>
              </a:defRPr>
            </a:pPr>
            <a:r>
              <a:rPr sz="1800" b="1" lang="he-IL">
                <a:solidFill>
                  <a:srgbClr val="4EE5FF"/>
                </a:solidFill>
                <a:latin typeface="Heebo"/>
                <a:ea typeface="Heebo"/>
                <a:cs typeface="Heebo"/>
                <a:hlinkClick xmlns:r="http://schemas.openxmlformats.org/officeDocument/2006/relationships" r:id="Re78616834caa4536"/>
              </a:rPr>
              <a:t>שעון פעיל במצגת באתר</a:t>
            </a:r>
          </a:p>
        </p:txBody>
      </p:sp>
      <p:sp>
        <p:nvSpPr>
          <p:cNvPr id="7" name="text-145">
            <a:extLst xmlns:a="http://schemas.openxmlformats.org/drawingml/2006/main">
              <a:ext uri="{FF2B5EF4-FFF2-40B4-BE49-F238E27FC236}">
                <a16:creationId xmlns:a16="http://schemas.microsoft.com/office/drawing/2014/main" id="{AAF42213-23DE-41FA-A331-D92C2FBCE48A}"/>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20 / 50</a:t>
            </a:r>
          </a:p>
        </p:txBody>
      </p:sp>
    </p:spTree>
    <p:extLst>
      <p:ext uri="{BB962C8B-B14F-4D97-AF65-F5344CB8AC3E}">
        <p14:creationId xmlns:p14="http://schemas.microsoft.com/office/powerpoint/2010/main" val="558288193"/>
      </p:ext>
    </p:extLst>
  </p:cSld>
</p:sld>
</file>

<file path=ppt/slides/slide21.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7" name="text-146">
            <a:extLst xmlns:a="http://schemas.openxmlformats.org/drawingml/2006/main">
              <a:ext uri="{FF2B5EF4-FFF2-40B4-BE49-F238E27FC236}">
                <a16:creationId xmlns:a16="http://schemas.microsoft.com/office/drawing/2014/main" id="{8691ED93-0CD7-46B8-8E95-CCEB31703C8A}"/>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8b7b5349ab274042"/>
              </a:rPr>
              <a:t>⌂</a:t>
            </a:r>
          </a:p>
        </p:txBody>
      </p:sp>
      <p:sp>
        <p:nvSpPr>
          <p:cNvPr id="2" name="title-147">
            <a:extLst xmlns:a="http://schemas.openxmlformats.org/drawingml/2006/main">
              <a:ext uri="{FF2B5EF4-FFF2-40B4-BE49-F238E27FC236}">
                <a16:creationId xmlns:a16="http://schemas.microsoft.com/office/drawing/2014/main" id="{8A316129-5B67-4BFA-9477-F1D9D55410DE}"/>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החיבור עד עכשיו</a:t>
            </a:r>
          </a:p>
        </p:txBody>
      </p:sp>
      <p:sp>
        <p:nvSpPr>
          <p:cNvPr id="3" name="text-148">
            <a:extLst xmlns:a="http://schemas.openxmlformats.org/drawingml/2006/main">
              <a:ext uri="{FF2B5EF4-FFF2-40B4-BE49-F238E27FC236}">
                <a16:creationId xmlns:a16="http://schemas.microsoft.com/office/drawing/2014/main" id="{43D31FFE-A5E6-4638-A5DD-F57A3AC4C5B9}"/>
              </a:ext>
            </a:extLst>
          </p:cNvPr>
          <p:cNvSpPr>
            <a:spLocks xmlns:a="http://schemas.openxmlformats.org/drawingml/2006/main" noGrp="1"/>
          </p:cNvSpPr>
          <p:nvPr/>
        </p:nvSpPr>
        <p:spPr>
          <a:xfrm xmlns:a="http://schemas.openxmlformats.org/drawingml/2006/main">
            <a:off x="838200" y="1257300"/>
            <a:ext cx="10515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School games are part of school life, but some students play better than others. I claim that every student should have a chance to play.</a:t>
            </a:r>
          </a:p>
        </p:txBody>
      </p:sp>
      <p:sp>
        <p:nvSpPr>
          <p:cNvPr id="4" name="text-149">
            <a:extLst xmlns:a="http://schemas.openxmlformats.org/drawingml/2006/main">
              <a:ext uri="{FF2B5EF4-FFF2-40B4-BE49-F238E27FC236}">
                <a16:creationId xmlns:a16="http://schemas.microsoft.com/office/drawing/2014/main" id="{8BB590B4-6C61-4CC1-AF3A-A4704A2CCC85}"/>
              </a:ext>
            </a:extLst>
          </p:cNvPr>
          <p:cNvSpPr>
            <a:spLocks xmlns:a="http://schemas.openxmlformats.org/drawingml/2006/main" noGrp="1"/>
          </p:cNvSpPr>
          <p:nvPr/>
        </p:nvSpPr>
        <p:spPr>
          <a:xfrm xmlns:a="http://schemas.openxmlformats.org/drawingml/2006/main">
            <a:off x="838200" y="2143125"/>
            <a:ext cx="105156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On the one hand, some students may make more mistakes during games. If they play, the team will sometimes lose since these mistakes can help the other team.</a:t>
            </a:r>
          </a:p>
        </p:txBody>
      </p:sp>
      <p:sp>
        <p:nvSpPr>
          <p:cNvPr id="5" name="text-150">
            <a:extLst xmlns:a="http://schemas.openxmlformats.org/drawingml/2006/main">
              <a:ext uri="{FF2B5EF4-FFF2-40B4-BE49-F238E27FC236}">
                <a16:creationId xmlns:a16="http://schemas.microsoft.com/office/drawing/2014/main" id="{794ED847-8DEF-48A2-A0EA-973164A4D7EF}"/>
              </a:ext>
            </a:extLst>
          </p:cNvPr>
          <p:cNvSpPr>
            <a:spLocks xmlns:a="http://schemas.openxmlformats.org/drawingml/2006/main" noGrp="1"/>
          </p:cNvSpPr>
          <p:nvPr/>
        </p:nvSpPr>
        <p:spPr>
          <a:xfrm xmlns:a="http://schemas.openxmlformats.org/drawingml/2006/main">
            <a:off x="85725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DFFF5B"/>
                </a:solidFill>
                <a:latin typeface="Heebo"/>
                <a:ea typeface="Heebo"/>
                <a:cs typeface="Heebo"/>
              </a:defRPr>
            </a:pPr>
            <a:r>
              <a:rPr sz="1650" b="1" lang="he-IL">
                <a:solidFill>
                  <a:srgbClr val="DFFF5B"/>
                </a:solidFill>
                <a:latin typeface="Heebo"/>
                <a:ea typeface="Heebo"/>
                <a:cs typeface="Heebo"/>
              </a:rPr>
              <a:t>שלב 4/10 · 53 מילים</a:t>
            </a:r>
          </a:p>
        </p:txBody>
      </p:sp>
      <p:sp>
        <p:nvSpPr>
          <p:cNvPr id="6" name="text-151">
            <a:extLst xmlns:a="http://schemas.openxmlformats.org/drawingml/2006/main">
              <a:ext uri="{FF2B5EF4-FFF2-40B4-BE49-F238E27FC236}">
                <a16:creationId xmlns:a16="http://schemas.microsoft.com/office/drawing/2014/main" id="{23368F89-6521-40FD-8613-E9C9736902DB}"/>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21 / 50</a:t>
            </a:r>
          </a:p>
        </p:txBody>
      </p:sp>
    </p:spTree>
    <p:extLst>
      <p:ext uri="{BB962C8B-B14F-4D97-AF65-F5344CB8AC3E}">
        <p14:creationId xmlns:p14="http://schemas.microsoft.com/office/powerpoint/2010/main" val="795719853"/>
      </p:ext>
    </p:extLst>
  </p:cSld>
</p:sld>
</file>

<file path=ppt/slides/slide22.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152">
            <a:extLst xmlns:a="http://schemas.openxmlformats.org/drawingml/2006/main">
              <a:ext uri="{FF2B5EF4-FFF2-40B4-BE49-F238E27FC236}">
                <a16:creationId xmlns:a16="http://schemas.microsoft.com/office/drawing/2014/main" id="{9C7D9B9D-9006-4F2E-8448-B9ECDEA94207}"/>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4ff957825fda43bf"/>
              </a:rPr>
              <a:t>⌂</a:t>
            </a:r>
          </a:p>
        </p:txBody>
      </p:sp>
      <p:sp>
        <p:nvSpPr>
          <p:cNvPr id="2" name="title-153">
            <a:extLst xmlns:a="http://schemas.openxmlformats.org/drawingml/2006/main">
              <a:ext uri="{FF2B5EF4-FFF2-40B4-BE49-F238E27FC236}">
                <a16:creationId xmlns:a16="http://schemas.microsoft.com/office/drawing/2014/main" id="{C0F59C16-59CF-445C-AA89-2681E955F6C7}"/>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5 · חוזרים לעמדה שלנו</a:t>
            </a:r>
          </a:p>
        </p:txBody>
      </p:sp>
      <p:sp>
        <p:nvSpPr>
          <p:cNvPr id="3" name="text-154">
            <a:extLst xmlns:a="http://schemas.openxmlformats.org/drawingml/2006/main">
              <a:ext uri="{FF2B5EF4-FFF2-40B4-BE49-F238E27FC236}">
                <a16:creationId xmlns:a16="http://schemas.microsoft.com/office/drawing/2014/main" id="{42A99C32-AC4A-4BB8-8B5B-9912856920C8}"/>
              </a:ext>
            </a:extLst>
          </p:cNvPr>
          <p:cNvSpPr>
            <a:spLocks xmlns:a="http://schemas.openxmlformats.org/drawingml/2006/main" noGrp="1"/>
          </p:cNvSpPr>
          <p:nvPr/>
        </p:nvSpPr>
        <p:spPr>
          <a:xfrm xmlns:a="http://schemas.openxmlformats.org/drawingml/2006/main">
            <a:off x="857250" y="1562100"/>
            <a:ext cx="10477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375" b="1">
                <a:solidFill>
                  <a:srgbClr val="F7F7F2"/>
                </a:solidFill>
                <a:latin typeface="Nunito"/>
                <a:ea typeface="Nunito"/>
                <a:cs typeface="Nunito"/>
              </a:defRPr>
            </a:pPr>
            <a:r>
              <a:rPr sz="3375" b="1">
                <a:solidFill>
                  <a:srgbClr val="F7F7F2"/>
                </a:solidFill>
                <a:latin typeface="Nunito"/>
                <a:ea typeface="Nunito"/>
                <a:cs typeface="Nunito"/>
              </a:rPr>
              <a:t>On the other hand, ...</a:t>
            </a:r>
          </a:p>
        </p:txBody>
      </p:sp>
      <p:sp>
        <p:nvSpPr>
          <p:cNvPr id="4" name="text-155">
            <a:extLst xmlns:a="http://schemas.openxmlformats.org/drawingml/2006/main">
              <a:ext uri="{FF2B5EF4-FFF2-40B4-BE49-F238E27FC236}">
                <a16:creationId xmlns:a16="http://schemas.microsoft.com/office/drawing/2014/main" id="{251E389C-FA55-464D-8E0A-A7BA2B6018F2}"/>
              </a:ext>
            </a:extLst>
          </p:cNvPr>
          <p:cNvSpPr>
            <a:spLocks xmlns:a="http://schemas.openxmlformats.org/drawingml/2006/main" noGrp="1"/>
          </p:cNvSpPr>
          <p:nvPr/>
        </p:nvSpPr>
        <p:spPr>
          <a:xfrm xmlns:a="http://schemas.openxmlformats.org/drawingml/2006/main">
            <a:off x="952500" y="3143250"/>
            <a:ext cx="1028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325" b="1" lang="he-IL">
                <a:solidFill>
                  <a:srgbClr val="A9BDD2"/>
                </a:solidFill>
                <a:latin typeface="Heebo"/>
                <a:ea typeface="Heebo"/>
                <a:cs typeface="Heebo"/>
              </a:defRPr>
            </a:pPr>
            <a:r>
              <a:rPr sz="2325" b="1" lang="he-IL">
                <a:solidFill>
                  <a:srgbClr val="A9BDD2"/>
                </a:solidFill>
                <a:latin typeface="Heebo"/>
                <a:ea typeface="Heebo"/>
                <a:cs typeface="Heebo"/>
              </a:rPr>
              <a:t>איך משחק משותף יכול לעזור לתלמידים?</a:t>
            </a:r>
          </a:p>
        </p:txBody>
      </p:sp>
      <p:sp>
        <p:nvSpPr>
          <p:cNvPr id="5" name="text-156">
            <a:extLst xmlns:a="http://schemas.openxmlformats.org/drawingml/2006/main">
              <a:ext uri="{FF2B5EF4-FFF2-40B4-BE49-F238E27FC236}">
                <a16:creationId xmlns:a16="http://schemas.microsoft.com/office/drawing/2014/main" id="{D35CC8D2-300E-4F20-AD6F-338C5342275B}"/>
              </a:ext>
            </a:extLst>
          </p:cNvPr>
          <p:cNvSpPr>
            <a:spLocks xmlns:a="http://schemas.openxmlformats.org/drawingml/2006/main" noGrp="1"/>
          </p:cNvSpPr>
          <p:nvPr/>
        </p:nvSpPr>
        <p:spPr>
          <a:xfrm xmlns:a="http://schemas.openxmlformats.org/drawingml/2006/main">
            <a:off x="952500" y="43434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375" b="1">
                <a:solidFill>
                  <a:srgbClr val="FFC857"/>
                </a:solidFill>
                <a:latin typeface="Nunito"/>
                <a:ea typeface="Nunito"/>
                <a:cs typeface="Nunito"/>
              </a:defRPr>
            </a:pPr>
            <a:r>
              <a:rPr sz="6375" b="1">
                <a:solidFill>
                  <a:srgbClr val="FFC857"/>
                </a:solidFill>
                <a:latin typeface="Nunito"/>
                <a:ea typeface="Nunito"/>
                <a:cs typeface="Nunito"/>
              </a:rPr>
              <a:t>00:45</a:t>
            </a:r>
          </a:p>
        </p:txBody>
      </p:sp>
      <p:sp>
        <p:nvSpPr>
          <p:cNvPr id="6" name="text-157">
            <a:extLst xmlns:a="http://schemas.openxmlformats.org/drawingml/2006/main">
              <a:ext uri="{FF2B5EF4-FFF2-40B4-BE49-F238E27FC236}">
                <a16:creationId xmlns:a16="http://schemas.microsoft.com/office/drawing/2014/main" id="{30F0F5EE-72F9-494B-890A-6D831FC4FF7C}"/>
              </a:ext>
            </a:extLst>
          </p:cNvPr>
          <p:cNvSpPr>
            <a:spLocks xmlns:a="http://schemas.openxmlformats.org/drawingml/2006/main" noGrp="1"/>
          </p:cNvSpPr>
          <p:nvPr/>
        </p:nvSpPr>
        <p:spPr>
          <a:xfrm xmlns:a="http://schemas.openxmlformats.org/drawingml/2006/main">
            <a:off x="952500" y="5553075"/>
            <a:ext cx="1028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00" b="1" lang="he-IL">
                <a:solidFill>
                  <a:srgbClr val="4EE5FF"/>
                </a:solidFill>
                <a:latin typeface="Heebo"/>
                <a:ea typeface="Heebo"/>
                <a:cs typeface="Heebo"/>
              </a:defRPr>
            </a:pPr>
            <a:r>
              <a:rPr sz="1800" b="1" lang="he-IL">
                <a:solidFill>
                  <a:srgbClr val="4EE5FF"/>
                </a:solidFill>
                <a:latin typeface="Heebo"/>
                <a:ea typeface="Heebo"/>
                <a:cs typeface="Heebo"/>
                <a:hlinkClick xmlns:r="http://schemas.openxmlformats.org/officeDocument/2006/relationships" r:id="R126d058a0e9440a3"/>
              </a:rPr>
              <a:t>שעון פעיל במצגת באתר</a:t>
            </a:r>
          </a:p>
        </p:txBody>
      </p:sp>
      <p:sp>
        <p:nvSpPr>
          <p:cNvPr id="7" name="text-158">
            <a:extLst xmlns:a="http://schemas.openxmlformats.org/drawingml/2006/main">
              <a:ext uri="{FF2B5EF4-FFF2-40B4-BE49-F238E27FC236}">
                <a16:creationId xmlns:a16="http://schemas.microsoft.com/office/drawing/2014/main" id="{8D99BB82-C15F-4E20-95B4-3711DB8CF4F1}"/>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22 / 50</a:t>
            </a:r>
          </a:p>
        </p:txBody>
      </p:sp>
    </p:spTree>
    <p:extLst>
      <p:ext uri="{BB962C8B-B14F-4D97-AF65-F5344CB8AC3E}">
        <p14:creationId xmlns:p14="http://schemas.microsoft.com/office/powerpoint/2010/main" val="1047175776"/>
      </p:ext>
    </p:extLst>
  </p:cSld>
</p:sld>
</file>

<file path=ppt/slides/slide23.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159">
            <a:extLst xmlns:a="http://schemas.openxmlformats.org/drawingml/2006/main">
              <a:ext uri="{FF2B5EF4-FFF2-40B4-BE49-F238E27FC236}">
                <a16:creationId xmlns:a16="http://schemas.microsoft.com/office/drawing/2014/main" id="{E95DE2E1-EE22-4EB0-806B-49DE774DA234}"/>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b45bfe1ec63549e9"/>
              </a:rPr>
              <a:t>⌂</a:t>
            </a:r>
          </a:p>
        </p:txBody>
      </p:sp>
      <p:sp>
        <p:nvSpPr>
          <p:cNvPr id="2" name="title-160">
            <a:extLst xmlns:a="http://schemas.openxmlformats.org/drawingml/2006/main">
              <a:ext uri="{FF2B5EF4-FFF2-40B4-BE49-F238E27FC236}">
                <a16:creationId xmlns:a16="http://schemas.microsoft.com/office/drawing/2014/main" id="{92510C6C-E860-48CE-A1E2-8D958A4AED70}"/>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החיבור עד עכשיו</a:t>
            </a:r>
          </a:p>
        </p:txBody>
      </p:sp>
      <p:sp>
        <p:nvSpPr>
          <p:cNvPr id="3" name="text-161">
            <a:extLst xmlns:a="http://schemas.openxmlformats.org/drawingml/2006/main">
              <a:ext uri="{FF2B5EF4-FFF2-40B4-BE49-F238E27FC236}">
                <a16:creationId xmlns:a16="http://schemas.microsoft.com/office/drawing/2014/main" id="{6A09BEEE-1A88-483C-8DB0-8888F7846A65}"/>
              </a:ext>
            </a:extLst>
          </p:cNvPr>
          <p:cNvSpPr>
            <a:spLocks xmlns:a="http://schemas.openxmlformats.org/drawingml/2006/main" noGrp="1"/>
          </p:cNvSpPr>
          <p:nvPr/>
        </p:nvSpPr>
        <p:spPr>
          <a:xfrm xmlns:a="http://schemas.openxmlformats.org/drawingml/2006/main">
            <a:off x="838200" y="1257300"/>
            <a:ext cx="10515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School games are part of school life, but some students play better than others. I claim that every student should have a chance to play.</a:t>
            </a:r>
          </a:p>
        </p:txBody>
      </p:sp>
      <p:sp>
        <p:nvSpPr>
          <p:cNvPr id="4" name="text-162">
            <a:extLst xmlns:a="http://schemas.openxmlformats.org/drawingml/2006/main">
              <a:ext uri="{FF2B5EF4-FFF2-40B4-BE49-F238E27FC236}">
                <a16:creationId xmlns:a16="http://schemas.microsoft.com/office/drawing/2014/main" id="{D6E0CBEA-89A4-4348-97C4-9DEF3A9A290A}"/>
              </a:ext>
            </a:extLst>
          </p:cNvPr>
          <p:cNvSpPr>
            <a:spLocks xmlns:a="http://schemas.openxmlformats.org/drawingml/2006/main" noGrp="1"/>
          </p:cNvSpPr>
          <p:nvPr/>
        </p:nvSpPr>
        <p:spPr>
          <a:xfrm xmlns:a="http://schemas.openxmlformats.org/drawingml/2006/main">
            <a:off x="838200" y="2143125"/>
            <a:ext cx="105156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On the one hand, some students may make more mistakes during games. If they play, the team will sometimes lose since these mistakes can help the other team.</a:t>
            </a:r>
          </a:p>
        </p:txBody>
      </p:sp>
      <p:sp>
        <p:nvSpPr>
          <p:cNvPr id="5" name="text-163">
            <a:extLst xmlns:a="http://schemas.openxmlformats.org/drawingml/2006/main">
              <a:ext uri="{FF2B5EF4-FFF2-40B4-BE49-F238E27FC236}">
                <a16:creationId xmlns:a16="http://schemas.microsoft.com/office/drawing/2014/main" id="{FA4B7895-2680-4D1F-BB23-898CA92BA7BE}"/>
              </a:ext>
            </a:extLst>
          </p:cNvPr>
          <p:cNvSpPr>
            <a:spLocks xmlns:a="http://schemas.openxmlformats.org/drawingml/2006/main" noGrp="1"/>
          </p:cNvSpPr>
          <p:nvPr/>
        </p:nvSpPr>
        <p:spPr>
          <a:xfrm xmlns:a="http://schemas.openxmlformats.org/drawingml/2006/main">
            <a:off x="838200" y="3476625"/>
            <a:ext cx="105156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On the other hand, playing together can help students make friends and feel better.</a:t>
            </a:r>
          </a:p>
        </p:txBody>
      </p:sp>
      <p:sp>
        <p:nvSpPr>
          <p:cNvPr id="6" name="text-164">
            <a:extLst xmlns:a="http://schemas.openxmlformats.org/drawingml/2006/main">
              <a:ext uri="{FF2B5EF4-FFF2-40B4-BE49-F238E27FC236}">
                <a16:creationId xmlns:a16="http://schemas.microsoft.com/office/drawing/2014/main" id="{4F434966-296A-464E-8307-C9F9C87ACD39}"/>
              </a:ext>
            </a:extLst>
          </p:cNvPr>
          <p:cNvSpPr>
            <a:spLocks xmlns:a="http://schemas.openxmlformats.org/drawingml/2006/main" noGrp="1"/>
          </p:cNvSpPr>
          <p:nvPr/>
        </p:nvSpPr>
        <p:spPr>
          <a:xfrm xmlns:a="http://schemas.openxmlformats.org/drawingml/2006/main">
            <a:off x="85725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DFFF5B"/>
                </a:solidFill>
                <a:latin typeface="Heebo"/>
                <a:ea typeface="Heebo"/>
                <a:cs typeface="Heebo"/>
              </a:defRPr>
            </a:pPr>
            <a:r>
              <a:rPr sz="1650" b="1" lang="he-IL">
                <a:solidFill>
                  <a:srgbClr val="DFFF5B"/>
                </a:solidFill>
                <a:latin typeface="Heebo"/>
                <a:ea typeface="Heebo"/>
                <a:cs typeface="Heebo"/>
              </a:rPr>
              <a:t>שלב 5/10 · 67 מילים</a:t>
            </a:r>
          </a:p>
        </p:txBody>
      </p:sp>
      <p:sp>
        <p:nvSpPr>
          <p:cNvPr id="7" name="text-165">
            <a:extLst xmlns:a="http://schemas.openxmlformats.org/drawingml/2006/main">
              <a:ext uri="{FF2B5EF4-FFF2-40B4-BE49-F238E27FC236}">
                <a16:creationId xmlns:a16="http://schemas.microsoft.com/office/drawing/2014/main" id="{1FB7E22F-F395-4045-8DDD-7A693F810474}"/>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23 / 50</a:t>
            </a:r>
          </a:p>
        </p:txBody>
      </p:sp>
    </p:spTree>
    <p:extLst>
      <p:ext uri="{BB962C8B-B14F-4D97-AF65-F5344CB8AC3E}">
        <p14:creationId xmlns:p14="http://schemas.microsoft.com/office/powerpoint/2010/main" val="891805255"/>
      </p:ext>
    </p:extLst>
  </p:cSld>
</p:sld>
</file>

<file path=ppt/slides/slide24.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166">
            <a:extLst xmlns:a="http://schemas.openxmlformats.org/drawingml/2006/main">
              <a:ext uri="{FF2B5EF4-FFF2-40B4-BE49-F238E27FC236}">
                <a16:creationId xmlns:a16="http://schemas.microsoft.com/office/drawing/2014/main" id="{330ED131-F935-4C69-BEF2-0F3E974B0DD3}"/>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2e56702700bf471e"/>
              </a:rPr>
              <a:t>⌂</a:t>
            </a:r>
          </a:p>
        </p:txBody>
      </p:sp>
      <p:sp>
        <p:nvSpPr>
          <p:cNvPr id="2" name="title-167">
            <a:extLst xmlns:a="http://schemas.openxmlformats.org/drawingml/2006/main">
              <a:ext uri="{FF2B5EF4-FFF2-40B4-BE49-F238E27FC236}">
                <a16:creationId xmlns:a16="http://schemas.microsoft.com/office/drawing/2014/main" id="{94389DD0-85E9-4526-AA82-284393DBFC5B}"/>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הפוגה קצרה</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b8440d76c274ad8"/>
          <a:stretch xmlns:a="http://schemas.openxmlformats.org/drawingml/2006/main"/>
        </p:blipFill>
        <p:spPr>
          <a:xfrm xmlns:a="http://schemas.openxmlformats.org/drawingml/2006/main">
            <a:off x="4286250" y="1304925"/>
            <a:ext cx="3619500" cy="3619500"/>
          </a:xfrm>
          <a:prstGeom xmlns:a="http://schemas.openxmlformats.org/drawingml/2006/main" prst="rect">
            <a:avLst/>
          </a:prstGeom>
        </p:spPr>
      </p:pic>
      <p:sp>
        <p:nvSpPr>
          <p:cNvPr id="4" name="text-168">
            <a:extLst xmlns:a="http://schemas.openxmlformats.org/drawingml/2006/main">
              <a:ext uri="{FF2B5EF4-FFF2-40B4-BE49-F238E27FC236}">
                <a16:creationId xmlns:a16="http://schemas.microsoft.com/office/drawing/2014/main" id="{CE90B9BF-EED1-4944-BAE1-D98525C8B4B0}"/>
              </a:ext>
            </a:extLst>
          </p:cNvPr>
          <p:cNvSpPr>
            <a:spLocks xmlns:a="http://schemas.openxmlformats.org/drawingml/2006/main" noGrp="1"/>
          </p:cNvSpPr>
          <p:nvPr/>
        </p:nvSpPr>
        <p:spPr>
          <a:xfrm xmlns:a="http://schemas.openxmlformats.org/drawingml/2006/main">
            <a:off x="762000" y="514350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FC857"/>
                </a:solidFill>
                <a:latin typeface="Nunito"/>
                <a:ea typeface="Nunito"/>
                <a:cs typeface="Nunito"/>
              </a:defRPr>
            </a:pPr>
            <a:r>
              <a:rPr sz="2700" b="1">
                <a:solidFill>
                  <a:srgbClr val="FFC857"/>
                </a:solidFill>
                <a:latin typeface="Nunito"/>
                <a:ea typeface="Nunito"/>
                <a:cs typeface="Nunito"/>
              </a:rPr>
              <a:t>They have tried three times. Teamwork takes practice.</a:t>
            </a:r>
          </a:p>
        </p:txBody>
      </p:sp>
      <p:sp>
        <p:nvSpPr>
          <p:cNvPr id="5" name="text-169">
            <a:extLst xmlns:a="http://schemas.openxmlformats.org/drawingml/2006/main">
              <a:ext uri="{FF2B5EF4-FFF2-40B4-BE49-F238E27FC236}">
                <a16:creationId xmlns:a16="http://schemas.microsoft.com/office/drawing/2014/main" id="{5E562C30-9423-4438-ADF5-99983FA957F7}"/>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24 / 50</a:t>
            </a:r>
          </a:p>
        </p:txBody>
      </p:sp>
    </p:spTree>
    <p:extLst>
      <p:ext uri="{BB962C8B-B14F-4D97-AF65-F5344CB8AC3E}">
        <p14:creationId xmlns:p14="http://schemas.microsoft.com/office/powerpoint/2010/main" val="91323932"/>
      </p:ext>
    </p:extLst>
  </p:cSld>
</p:sld>
</file>

<file path=ppt/slides/slide25.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170">
            <a:extLst xmlns:a="http://schemas.openxmlformats.org/drawingml/2006/main">
              <a:ext uri="{FF2B5EF4-FFF2-40B4-BE49-F238E27FC236}">
                <a16:creationId xmlns:a16="http://schemas.microsoft.com/office/drawing/2014/main" id="{E667B9CB-B5A6-4265-9E98-FA090D1D44FE}"/>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40084a0c5a8f4adf"/>
              </a:rPr>
              <a:t>⌂</a:t>
            </a:r>
          </a:p>
        </p:txBody>
      </p:sp>
      <p:sp>
        <p:nvSpPr>
          <p:cNvPr id="2" name="title-171">
            <a:extLst xmlns:a="http://schemas.openxmlformats.org/drawingml/2006/main">
              <a:ext uri="{FF2B5EF4-FFF2-40B4-BE49-F238E27FC236}">
                <a16:creationId xmlns:a16="http://schemas.microsoft.com/office/drawing/2014/main" id="{7FD501E8-EAE5-4D13-9BE4-DBD8739FBDD1}"/>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4EE5FF"/>
                </a:solidFill>
                <a:latin typeface="Nunito"/>
                <a:ea typeface="Nunito"/>
                <a:cs typeface="Nunito"/>
              </a:defRPr>
            </a:pPr>
            <a:r>
              <a:rPr sz="2100" b="1">
                <a:solidFill>
                  <a:srgbClr val="4EE5FF"/>
                </a:solidFill>
                <a:latin typeface="Nunito"/>
                <a:ea typeface="Nunito"/>
                <a:cs typeface="Nunito"/>
              </a:rPr>
              <a:t>Present Perfect</a:t>
            </a:r>
          </a:p>
        </p:txBody>
      </p:sp>
      <p:sp>
        <p:nvSpPr>
          <p:cNvPr id="3" name="text-172">
            <a:extLst xmlns:a="http://schemas.openxmlformats.org/drawingml/2006/main">
              <a:ext uri="{FF2B5EF4-FFF2-40B4-BE49-F238E27FC236}">
                <a16:creationId xmlns:a16="http://schemas.microsoft.com/office/drawing/2014/main" id="{8497CFFB-96BF-4528-8F7E-FA70BC4D0D3B}"/>
              </a:ext>
            </a:extLst>
          </p:cNvPr>
          <p:cNvSpPr>
            <a:spLocks xmlns:a="http://schemas.openxmlformats.org/drawingml/2006/main" noGrp="1"/>
          </p:cNvSpPr>
          <p:nvPr/>
        </p:nvSpPr>
        <p:spPr>
          <a:xfrm xmlns:a="http://schemas.openxmlformats.org/drawingml/2006/main">
            <a:off x="809625" y="1438275"/>
            <a:ext cx="1057275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have / has + V3</a:t>
            </a:r>
          </a:p>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feel → felt → felt</a:t>
            </a:r>
          </a:p>
        </p:txBody>
      </p:sp>
      <p:sp>
        <p:nvSpPr>
          <p:cNvPr id="4" name="text-173">
            <a:extLst xmlns:a="http://schemas.openxmlformats.org/drawingml/2006/main">
              <a:ext uri="{FF2B5EF4-FFF2-40B4-BE49-F238E27FC236}">
                <a16:creationId xmlns:a16="http://schemas.microsoft.com/office/drawing/2014/main" id="{D506DF8A-D915-4726-BA7B-105A40ACD55D}"/>
              </a:ext>
            </a:extLst>
          </p:cNvPr>
          <p:cNvSpPr>
            <a:spLocks xmlns:a="http://schemas.openxmlformats.org/drawingml/2006/main" noGrp="1"/>
          </p:cNvSpPr>
          <p:nvPr/>
        </p:nvSpPr>
        <p:spPr>
          <a:xfrm xmlns:a="http://schemas.openxmlformats.org/drawingml/2006/main">
            <a:off x="876300" y="4524375"/>
            <a:ext cx="104394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1" lang="he-IL">
                <a:solidFill>
                  <a:srgbClr val="A9BDD2"/>
                </a:solidFill>
                <a:latin typeface="Heebo"/>
                <a:ea typeface="Heebo"/>
                <a:cs typeface="Heebo"/>
              </a:defRPr>
            </a:pPr>
            <a:r>
              <a:rPr sz="2475" b="1" lang="he-IL">
                <a:solidFill>
                  <a:srgbClr val="A9BDD2"/>
                </a:solidFill>
                <a:latin typeface="Heebo"/>
                <a:ea typeface="Heebo"/>
                <a:cs typeface="Heebo"/>
              </a:rPr>
              <a:t>ניסיון קודם שקשור לרעיון שלנו.</a:t>
            </a:r>
          </a:p>
        </p:txBody>
      </p:sp>
      <p:sp>
        <p:nvSpPr>
          <p:cNvPr id="5" name="text-174">
            <a:extLst xmlns:a="http://schemas.openxmlformats.org/drawingml/2006/main">
              <a:ext uri="{FF2B5EF4-FFF2-40B4-BE49-F238E27FC236}">
                <a16:creationId xmlns:a16="http://schemas.microsoft.com/office/drawing/2014/main" id="{C1343D89-F8DD-4A65-BC3F-5C18AA811586}"/>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25 / 50</a:t>
            </a:r>
          </a:p>
        </p:txBody>
      </p:sp>
    </p:spTree>
    <p:extLst>
      <p:ext uri="{BB962C8B-B14F-4D97-AF65-F5344CB8AC3E}">
        <p14:creationId xmlns:p14="http://schemas.microsoft.com/office/powerpoint/2010/main" val="1654277028"/>
      </p:ext>
    </p:extLst>
  </p:cSld>
</p:sld>
</file>

<file path=ppt/slides/slide26.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12" name="text-175">
            <a:extLst xmlns:a="http://schemas.openxmlformats.org/drawingml/2006/main">
              <a:ext uri="{FF2B5EF4-FFF2-40B4-BE49-F238E27FC236}">
                <a16:creationId xmlns:a16="http://schemas.microsoft.com/office/drawing/2014/main" id="{714CC7EB-7034-4F12-9476-29F058434EF8}"/>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a8fd79e5b7c6444d"/>
              </a:rPr>
              <a:t>⌂</a:t>
            </a:r>
          </a:p>
        </p:txBody>
      </p:sp>
      <p:sp>
        <p:nvSpPr>
          <p:cNvPr id="2" name="title-176">
            <a:extLst xmlns:a="http://schemas.openxmlformats.org/drawingml/2006/main">
              <a:ext uri="{FF2B5EF4-FFF2-40B4-BE49-F238E27FC236}">
                <a16:creationId xmlns:a16="http://schemas.microsoft.com/office/drawing/2014/main" id="{B5D46182-6B0B-48FB-AAEE-B366B518A7C6}"/>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ניסיון קודם</a:t>
            </a:r>
          </a:p>
        </p:txBody>
      </p:sp>
      <p:sp>
        <p:nvSpPr>
          <p:cNvPr id="3" name="text-177">
            <a:extLst xmlns:a="http://schemas.openxmlformats.org/drawingml/2006/main">
              <a:ext uri="{FF2B5EF4-FFF2-40B4-BE49-F238E27FC236}">
                <a16:creationId xmlns:a16="http://schemas.microsoft.com/office/drawing/2014/main" id="{3A865C05-FFB2-46AA-8FAC-88CAFA608AC3}"/>
              </a:ext>
            </a:extLst>
          </p:cNvPr>
          <p:cNvSpPr>
            <a:spLocks xmlns:a="http://schemas.openxmlformats.org/drawingml/2006/main" noGrp="1"/>
          </p:cNvSpPr>
          <p:nvPr/>
        </p:nvSpPr>
        <p:spPr>
          <a:xfrm xmlns:a="http://schemas.openxmlformats.org/drawingml/2006/main">
            <a:off x="2713809" y="2085975"/>
            <a:ext cx="1225426"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Some</a:t>
            </a:r>
          </a:p>
        </p:txBody>
      </p:sp>
      <p:sp>
        <p:nvSpPr>
          <p:cNvPr id="4" name="text-178">
            <a:extLst xmlns:a="http://schemas.openxmlformats.org/drawingml/2006/main">
              <a:ext uri="{FF2B5EF4-FFF2-40B4-BE49-F238E27FC236}">
                <a16:creationId xmlns:a16="http://schemas.microsoft.com/office/drawing/2014/main" id="{4452C7F9-317A-40FA-91A4-742AFB634C7D}"/>
              </a:ext>
            </a:extLst>
          </p:cNvPr>
          <p:cNvSpPr>
            <a:spLocks xmlns:a="http://schemas.openxmlformats.org/drawingml/2006/main" noGrp="1"/>
          </p:cNvSpPr>
          <p:nvPr/>
        </p:nvSpPr>
        <p:spPr>
          <a:xfrm xmlns:a="http://schemas.openxmlformats.org/drawingml/2006/main">
            <a:off x="4017025" y="2085975"/>
            <a:ext cx="1831132"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students</a:t>
            </a:r>
          </a:p>
        </p:txBody>
      </p:sp>
      <p:sp>
        <p:nvSpPr>
          <p:cNvPr id="5" name="text-179">
            <a:extLst xmlns:a="http://schemas.openxmlformats.org/drawingml/2006/main">
              <a:ext uri="{FF2B5EF4-FFF2-40B4-BE49-F238E27FC236}">
                <a16:creationId xmlns:a16="http://schemas.microsoft.com/office/drawing/2014/main" id="{8841E119-AEE0-40C5-9905-D98487C1505E}"/>
              </a:ext>
            </a:extLst>
          </p:cNvPr>
          <p:cNvSpPr>
            <a:spLocks xmlns:a="http://schemas.openxmlformats.org/drawingml/2006/main" noGrp="1"/>
          </p:cNvSpPr>
          <p:nvPr/>
        </p:nvSpPr>
        <p:spPr>
          <a:xfrm xmlns:a="http://schemas.openxmlformats.org/drawingml/2006/main">
            <a:off x="5944997" y="2085975"/>
            <a:ext cx="2158666"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DFFF5B"/>
                </a:solidFill>
                <a:latin typeface="Nunito"/>
                <a:ea typeface="Nunito"/>
                <a:cs typeface="Nunito"/>
              </a:defRPr>
            </a:pPr>
            <a:r>
              <a:rPr sz="3225" b="1">
                <a:solidFill>
                  <a:srgbClr val="DFFF5B"/>
                </a:solidFill>
                <a:latin typeface="Nunito"/>
                <a:ea typeface="Nunito"/>
                <a:cs typeface="Nunito"/>
              </a:rPr>
              <a:t> </a:t>
            </a:r>
          </a:p>
        </p:txBody>
      </p:sp>
      <p:sp>
        <p:nvSpPr>
          <p:cNvPr id="6" name="gap-line-26">
            <a:extLst xmlns:a="http://schemas.openxmlformats.org/drawingml/2006/main">
              <a:ext uri="{FF2B5EF4-FFF2-40B4-BE49-F238E27FC236}">
                <a16:creationId xmlns:a16="http://schemas.microsoft.com/office/drawing/2014/main" id="{0326CDED-E20F-46B1-8A43-39E6B3F746C7}"/>
              </a:ext>
            </a:extLst>
          </p:cNvPr>
          <p:cNvSpPr>
            <a:spLocks xmlns:a="http://schemas.openxmlformats.org/drawingml/2006/main" noGrp="1"/>
          </p:cNvSpPr>
          <p:nvPr/>
        </p:nvSpPr>
        <p:spPr>
          <a:xfrm xmlns:a="http://schemas.openxmlformats.org/drawingml/2006/main">
            <a:off x="5944997" y="2628900"/>
            <a:ext cx="2158666" cy="0"/>
          </a:xfrm>
          <a:prstGeom xmlns:a="http://schemas.openxmlformats.org/drawingml/2006/main" prst="line">
            <a:avLst/>
          </a:prstGeom>
          <a:ln xmlns:a="http://schemas.openxmlformats.org/drawingml/2006/main" w="19050">
            <a:solidFill>
              <a:srgbClr val="4EE5FF"/>
            </a:solidFill>
          </a:ln>
        </p:spPr>
      </p:sp>
      <p:sp>
        <p:nvSpPr>
          <p:cNvPr id="7" name="text-180">
            <a:extLst xmlns:a="http://schemas.openxmlformats.org/drawingml/2006/main">
              <a:ext uri="{FF2B5EF4-FFF2-40B4-BE49-F238E27FC236}">
                <a16:creationId xmlns:a16="http://schemas.microsoft.com/office/drawing/2014/main" id="{D60C6579-1C59-451B-838D-4D5D13165AEE}"/>
              </a:ext>
            </a:extLst>
          </p:cNvPr>
          <p:cNvSpPr>
            <a:spLocks xmlns:a="http://schemas.openxmlformats.org/drawingml/2006/main" noGrp="1"/>
          </p:cNvSpPr>
          <p:nvPr/>
        </p:nvSpPr>
        <p:spPr>
          <a:xfrm xmlns:a="http://schemas.openxmlformats.org/drawingml/2006/main">
            <a:off x="8200504" y="2085975"/>
            <a:ext cx="1277687"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alone.</a:t>
            </a:r>
          </a:p>
        </p:txBody>
      </p:sp>
      <p:sp>
        <p:nvSpPr>
          <p:cNvPr id="8" name="text-181">
            <a:extLst xmlns:a="http://schemas.openxmlformats.org/drawingml/2006/main">
              <a:ext uri="{FF2B5EF4-FFF2-40B4-BE49-F238E27FC236}">
                <a16:creationId xmlns:a16="http://schemas.microsoft.com/office/drawing/2014/main" id="{2FBB8CD0-BF14-41EF-A649-81231A82A586}"/>
              </a:ext>
            </a:extLst>
          </p:cNvPr>
          <p:cNvSpPr>
            <a:spLocks xmlns:a="http://schemas.openxmlformats.org/drawingml/2006/main" noGrp="1"/>
          </p:cNvSpPr>
          <p:nvPr/>
        </p:nvSpPr>
        <p:spPr>
          <a:xfrm xmlns:a="http://schemas.openxmlformats.org/drawingml/2006/main">
            <a:off x="85725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7F7F2"/>
                </a:solidFill>
                <a:latin typeface="Nunito"/>
                <a:ea typeface="Nunito"/>
                <a:cs typeface="Nunito"/>
              </a:defRPr>
            </a:pPr>
            <a:r>
              <a:rPr sz="2475" b="1">
                <a:solidFill>
                  <a:srgbClr val="F7F7F2"/>
                </a:solidFill>
                <a:latin typeface="Nunito"/>
                <a:ea typeface="Nunito"/>
                <a:cs typeface="Nunito"/>
              </a:rPr>
              <a:t>A   has felt</a:t>
            </a:r>
          </a:p>
        </p:txBody>
      </p:sp>
      <p:sp>
        <p:nvSpPr>
          <p:cNvPr id="9" name="text-182">
            <a:extLst xmlns:a="http://schemas.openxmlformats.org/drawingml/2006/main">
              <a:ext uri="{FF2B5EF4-FFF2-40B4-BE49-F238E27FC236}">
                <a16:creationId xmlns:a16="http://schemas.microsoft.com/office/drawing/2014/main" id="{DB13D8C6-B3B6-4096-8063-80BD122714DF}"/>
              </a:ext>
            </a:extLst>
          </p:cNvPr>
          <p:cNvSpPr>
            <a:spLocks xmlns:a="http://schemas.openxmlformats.org/drawingml/2006/main" noGrp="1"/>
          </p:cNvSpPr>
          <p:nvPr/>
        </p:nvSpPr>
        <p:spPr>
          <a:xfrm xmlns:a="http://schemas.openxmlformats.org/drawingml/2006/main">
            <a:off x="441960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7F7F2"/>
                </a:solidFill>
                <a:latin typeface="Nunito"/>
                <a:ea typeface="Nunito"/>
                <a:cs typeface="Nunito"/>
              </a:defRPr>
            </a:pPr>
            <a:r>
              <a:rPr sz="2475" b="1">
                <a:solidFill>
                  <a:srgbClr val="F7F7F2"/>
                </a:solidFill>
                <a:latin typeface="Nunito"/>
                <a:ea typeface="Nunito"/>
                <a:cs typeface="Nunito"/>
              </a:rPr>
              <a:t>B   have felt</a:t>
            </a:r>
          </a:p>
        </p:txBody>
      </p:sp>
      <p:sp>
        <p:nvSpPr>
          <p:cNvPr id="10" name="text-183">
            <a:extLst xmlns:a="http://schemas.openxmlformats.org/drawingml/2006/main">
              <a:ext uri="{FF2B5EF4-FFF2-40B4-BE49-F238E27FC236}">
                <a16:creationId xmlns:a16="http://schemas.microsoft.com/office/drawing/2014/main" id="{E5F93824-D441-4091-9089-7868F3CFE6B2}"/>
              </a:ext>
            </a:extLst>
          </p:cNvPr>
          <p:cNvSpPr>
            <a:spLocks xmlns:a="http://schemas.openxmlformats.org/drawingml/2006/main" noGrp="1"/>
          </p:cNvSpPr>
          <p:nvPr/>
        </p:nvSpPr>
        <p:spPr>
          <a:xfrm xmlns:a="http://schemas.openxmlformats.org/drawingml/2006/main">
            <a:off x="798195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7F7F2"/>
                </a:solidFill>
                <a:latin typeface="Nunito"/>
                <a:ea typeface="Nunito"/>
                <a:cs typeface="Nunito"/>
              </a:defRPr>
            </a:pPr>
            <a:r>
              <a:rPr sz="2475" b="1">
                <a:solidFill>
                  <a:srgbClr val="F7F7F2"/>
                </a:solidFill>
                <a:latin typeface="Nunito"/>
                <a:ea typeface="Nunito"/>
                <a:cs typeface="Nunito"/>
              </a:rPr>
              <a:t>C   have feel</a:t>
            </a:r>
          </a:p>
        </p:txBody>
      </p:sp>
      <p:sp>
        <p:nvSpPr>
          <p:cNvPr id="11" name="text-184">
            <a:extLst xmlns:a="http://schemas.openxmlformats.org/drawingml/2006/main">
              <a:ext uri="{FF2B5EF4-FFF2-40B4-BE49-F238E27FC236}">
                <a16:creationId xmlns:a16="http://schemas.microsoft.com/office/drawing/2014/main" id="{BC51C185-9B53-4882-9793-4C03644CE8AC}"/>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26 / 50</a:t>
            </a:r>
          </a:p>
        </p:txBody>
      </p:sp>
    </p:spTree>
    <p:extLst>
      <p:ext uri="{BB962C8B-B14F-4D97-AF65-F5344CB8AC3E}">
        <p14:creationId xmlns:p14="http://schemas.microsoft.com/office/powerpoint/2010/main" val="1303211859"/>
      </p:ext>
    </p:extLst>
  </p:cSld>
</p:sld>
</file>

<file path=ppt/slides/slide27.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13" name="text-185">
            <a:extLst xmlns:a="http://schemas.openxmlformats.org/drawingml/2006/main">
              <a:ext uri="{FF2B5EF4-FFF2-40B4-BE49-F238E27FC236}">
                <a16:creationId xmlns:a16="http://schemas.microsoft.com/office/drawing/2014/main" id="{374CDCA0-331D-4EAB-A8FE-CBBEAC834F3E}"/>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3e961c5244884d15"/>
              </a:rPr>
              <a:t>⌂</a:t>
            </a:r>
          </a:p>
        </p:txBody>
      </p:sp>
      <p:sp>
        <p:nvSpPr>
          <p:cNvPr id="2" name="title-186">
            <a:extLst xmlns:a="http://schemas.openxmlformats.org/drawingml/2006/main">
              <a:ext uri="{FF2B5EF4-FFF2-40B4-BE49-F238E27FC236}">
                <a16:creationId xmlns:a16="http://schemas.microsoft.com/office/drawing/2014/main" id="{597C196D-BF71-4EE0-B756-750C3C67ACE5}"/>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ניסיון קודם</a:t>
            </a:r>
          </a:p>
        </p:txBody>
      </p:sp>
      <p:sp>
        <p:nvSpPr>
          <p:cNvPr id="3" name="text-187">
            <a:extLst xmlns:a="http://schemas.openxmlformats.org/drawingml/2006/main">
              <a:ext uri="{FF2B5EF4-FFF2-40B4-BE49-F238E27FC236}">
                <a16:creationId xmlns:a16="http://schemas.microsoft.com/office/drawing/2014/main" id="{8FFD2072-99CC-434C-91E2-8EFEEB99602F}"/>
              </a:ext>
            </a:extLst>
          </p:cNvPr>
          <p:cNvSpPr>
            <a:spLocks xmlns:a="http://schemas.openxmlformats.org/drawingml/2006/main" noGrp="1"/>
          </p:cNvSpPr>
          <p:nvPr/>
        </p:nvSpPr>
        <p:spPr>
          <a:xfrm xmlns:a="http://schemas.openxmlformats.org/drawingml/2006/main">
            <a:off x="2713809" y="2085975"/>
            <a:ext cx="1225426"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Some</a:t>
            </a:r>
          </a:p>
        </p:txBody>
      </p:sp>
      <p:sp>
        <p:nvSpPr>
          <p:cNvPr id="4" name="text-188">
            <a:extLst xmlns:a="http://schemas.openxmlformats.org/drawingml/2006/main">
              <a:ext uri="{FF2B5EF4-FFF2-40B4-BE49-F238E27FC236}">
                <a16:creationId xmlns:a16="http://schemas.microsoft.com/office/drawing/2014/main" id="{86BF0B85-B6B2-4DE2-86B7-F162AA5B5D07}"/>
              </a:ext>
            </a:extLst>
          </p:cNvPr>
          <p:cNvSpPr>
            <a:spLocks xmlns:a="http://schemas.openxmlformats.org/drawingml/2006/main" noGrp="1"/>
          </p:cNvSpPr>
          <p:nvPr/>
        </p:nvSpPr>
        <p:spPr>
          <a:xfrm xmlns:a="http://schemas.openxmlformats.org/drawingml/2006/main">
            <a:off x="4017025" y="2085975"/>
            <a:ext cx="1831132"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students</a:t>
            </a:r>
          </a:p>
        </p:txBody>
      </p:sp>
      <p:sp>
        <p:nvSpPr>
          <p:cNvPr id="5" name="text-189">
            <a:extLst xmlns:a="http://schemas.openxmlformats.org/drawingml/2006/main">
              <a:ext uri="{FF2B5EF4-FFF2-40B4-BE49-F238E27FC236}">
                <a16:creationId xmlns:a16="http://schemas.microsoft.com/office/drawing/2014/main" id="{8F89EDD0-8954-4CDD-BF79-950F40720E66}"/>
              </a:ext>
            </a:extLst>
          </p:cNvPr>
          <p:cNvSpPr>
            <a:spLocks xmlns:a="http://schemas.openxmlformats.org/drawingml/2006/main" noGrp="1"/>
          </p:cNvSpPr>
          <p:nvPr/>
        </p:nvSpPr>
        <p:spPr>
          <a:xfrm xmlns:a="http://schemas.openxmlformats.org/drawingml/2006/main">
            <a:off x="5944997" y="2085975"/>
            <a:ext cx="2158666"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DFFF5B"/>
                </a:solidFill>
                <a:latin typeface="Nunito"/>
                <a:ea typeface="Nunito"/>
                <a:cs typeface="Nunito"/>
              </a:defRPr>
            </a:pPr>
            <a:r>
              <a:rPr sz="3225" b="1">
                <a:solidFill>
                  <a:srgbClr val="DFFF5B"/>
                </a:solidFill>
                <a:latin typeface="Nunito"/>
                <a:ea typeface="Nunito"/>
                <a:cs typeface="Nunito"/>
              </a:rPr>
              <a:t>have felt</a:t>
            </a:r>
          </a:p>
        </p:txBody>
      </p:sp>
      <p:sp>
        <p:nvSpPr>
          <p:cNvPr id="6" name="gap-line-27">
            <a:extLst xmlns:a="http://schemas.openxmlformats.org/drawingml/2006/main">
              <a:ext uri="{FF2B5EF4-FFF2-40B4-BE49-F238E27FC236}">
                <a16:creationId xmlns:a16="http://schemas.microsoft.com/office/drawing/2014/main" id="{A74AB82B-E79D-4D3E-8EAA-A69EA8251CD5}"/>
              </a:ext>
            </a:extLst>
          </p:cNvPr>
          <p:cNvSpPr>
            <a:spLocks xmlns:a="http://schemas.openxmlformats.org/drawingml/2006/main" noGrp="1"/>
          </p:cNvSpPr>
          <p:nvPr/>
        </p:nvSpPr>
        <p:spPr>
          <a:xfrm xmlns:a="http://schemas.openxmlformats.org/drawingml/2006/main">
            <a:off x="5944997" y="2628900"/>
            <a:ext cx="2158666" cy="0"/>
          </a:xfrm>
          <a:prstGeom xmlns:a="http://schemas.openxmlformats.org/drawingml/2006/main" prst="line">
            <a:avLst/>
          </a:prstGeom>
          <a:ln xmlns:a="http://schemas.openxmlformats.org/drawingml/2006/main" w="19050">
            <a:solidFill>
              <a:srgbClr val="DFFF5B"/>
            </a:solidFill>
          </a:ln>
        </p:spPr>
      </p:sp>
      <p:sp>
        <p:nvSpPr>
          <p:cNvPr id="7" name="text-190">
            <a:extLst xmlns:a="http://schemas.openxmlformats.org/drawingml/2006/main">
              <a:ext uri="{FF2B5EF4-FFF2-40B4-BE49-F238E27FC236}">
                <a16:creationId xmlns:a16="http://schemas.microsoft.com/office/drawing/2014/main" id="{516C914E-B1BC-42B6-9A19-A550B852D1C8}"/>
              </a:ext>
            </a:extLst>
          </p:cNvPr>
          <p:cNvSpPr>
            <a:spLocks xmlns:a="http://schemas.openxmlformats.org/drawingml/2006/main" noGrp="1"/>
          </p:cNvSpPr>
          <p:nvPr/>
        </p:nvSpPr>
        <p:spPr>
          <a:xfrm xmlns:a="http://schemas.openxmlformats.org/drawingml/2006/main">
            <a:off x="8200504" y="2085975"/>
            <a:ext cx="1277687"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alone.</a:t>
            </a:r>
          </a:p>
        </p:txBody>
      </p:sp>
      <p:sp>
        <p:nvSpPr>
          <p:cNvPr id="8" name="text-191">
            <a:extLst xmlns:a="http://schemas.openxmlformats.org/drawingml/2006/main">
              <a:ext uri="{FF2B5EF4-FFF2-40B4-BE49-F238E27FC236}">
                <a16:creationId xmlns:a16="http://schemas.microsoft.com/office/drawing/2014/main" id="{B4010EF9-28CF-4031-9BC4-DEDC7E88EAD7}"/>
              </a:ext>
            </a:extLst>
          </p:cNvPr>
          <p:cNvSpPr>
            <a:spLocks xmlns:a="http://schemas.openxmlformats.org/drawingml/2006/main" noGrp="1"/>
          </p:cNvSpPr>
          <p:nvPr/>
        </p:nvSpPr>
        <p:spPr>
          <a:xfrm xmlns:a="http://schemas.openxmlformats.org/drawingml/2006/main">
            <a:off x="85725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7F7F2"/>
                </a:solidFill>
                <a:latin typeface="Nunito"/>
                <a:ea typeface="Nunito"/>
                <a:cs typeface="Nunito"/>
              </a:defRPr>
            </a:pPr>
            <a:r>
              <a:rPr sz="2475" b="1">
                <a:solidFill>
                  <a:srgbClr val="F7F7F2"/>
                </a:solidFill>
                <a:latin typeface="Nunito"/>
                <a:ea typeface="Nunito"/>
                <a:cs typeface="Nunito"/>
              </a:rPr>
              <a:t>A   has felt</a:t>
            </a:r>
          </a:p>
        </p:txBody>
      </p:sp>
      <p:sp>
        <p:nvSpPr>
          <p:cNvPr id="9" name="text-192">
            <a:extLst xmlns:a="http://schemas.openxmlformats.org/drawingml/2006/main">
              <a:ext uri="{FF2B5EF4-FFF2-40B4-BE49-F238E27FC236}">
                <a16:creationId xmlns:a16="http://schemas.microsoft.com/office/drawing/2014/main" id="{8681C3B6-7D2C-4B89-A21D-41BF53E65306}"/>
              </a:ext>
            </a:extLst>
          </p:cNvPr>
          <p:cNvSpPr>
            <a:spLocks xmlns:a="http://schemas.openxmlformats.org/drawingml/2006/main" noGrp="1"/>
          </p:cNvSpPr>
          <p:nvPr/>
        </p:nvSpPr>
        <p:spPr>
          <a:xfrm xmlns:a="http://schemas.openxmlformats.org/drawingml/2006/main">
            <a:off x="441960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DFFF5B"/>
                </a:solidFill>
                <a:latin typeface="Nunito"/>
                <a:ea typeface="Nunito"/>
                <a:cs typeface="Nunito"/>
              </a:defRPr>
            </a:pPr>
            <a:r>
              <a:rPr sz="2475" b="1">
                <a:solidFill>
                  <a:srgbClr val="DFFF5B"/>
                </a:solidFill>
                <a:latin typeface="Nunito"/>
                <a:ea typeface="Nunito"/>
                <a:cs typeface="Nunito"/>
              </a:rPr>
              <a:t>B   have felt</a:t>
            </a:r>
          </a:p>
        </p:txBody>
      </p:sp>
      <p:sp>
        <p:nvSpPr>
          <p:cNvPr id="10" name="text-193">
            <a:extLst xmlns:a="http://schemas.openxmlformats.org/drawingml/2006/main">
              <a:ext uri="{FF2B5EF4-FFF2-40B4-BE49-F238E27FC236}">
                <a16:creationId xmlns:a16="http://schemas.microsoft.com/office/drawing/2014/main" id="{18FD4D3B-C53C-445D-8313-50363727D976}"/>
              </a:ext>
            </a:extLst>
          </p:cNvPr>
          <p:cNvSpPr>
            <a:spLocks xmlns:a="http://schemas.openxmlformats.org/drawingml/2006/main" noGrp="1"/>
          </p:cNvSpPr>
          <p:nvPr/>
        </p:nvSpPr>
        <p:spPr>
          <a:xfrm xmlns:a="http://schemas.openxmlformats.org/drawingml/2006/main">
            <a:off x="798195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7F7F2"/>
                </a:solidFill>
                <a:latin typeface="Nunito"/>
                <a:ea typeface="Nunito"/>
                <a:cs typeface="Nunito"/>
              </a:defRPr>
            </a:pPr>
            <a:r>
              <a:rPr sz="2475" b="1">
                <a:solidFill>
                  <a:srgbClr val="F7F7F2"/>
                </a:solidFill>
                <a:latin typeface="Nunito"/>
                <a:ea typeface="Nunito"/>
                <a:cs typeface="Nunito"/>
              </a:rPr>
              <a:t>C   have feel</a:t>
            </a:r>
          </a:p>
        </p:txBody>
      </p:sp>
      <p:sp>
        <p:nvSpPr>
          <p:cNvPr id="11" name="text-194">
            <a:extLst xmlns:a="http://schemas.openxmlformats.org/drawingml/2006/main">
              <a:ext uri="{FF2B5EF4-FFF2-40B4-BE49-F238E27FC236}">
                <a16:creationId xmlns:a16="http://schemas.microsoft.com/office/drawing/2014/main" id="{AE573306-EA1B-460F-B597-C21B739DFAB8}"/>
              </a:ext>
            </a:extLst>
          </p:cNvPr>
          <p:cNvSpPr>
            <a:spLocks xmlns:a="http://schemas.openxmlformats.org/drawingml/2006/main" noGrp="1"/>
          </p:cNvSpPr>
          <p:nvPr/>
        </p:nvSpPr>
        <p:spPr>
          <a:xfrm xmlns:a="http://schemas.openxmlformats.org/drawingml/2006/main">
            <a:off x="876300" y="4895850"/>
            <a:ext cx="104394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250" b="1" lang="he-IL">
                <a:solidFill>
                  <a:srgbClr val="DFFF5B"/>
                </a:solidFill>
                <a:latin typeface="Heebo"/>
                <a:ea typeface="Heebo"/>
                <a:cs typeface="Heebo"/>
              </a:defRPr>
            </a:pPr>
            <a:r>
              <a:rPr sz="2250" b="1" lang="he-IL">
                <a:solidFill>
                  <a:srgbClr val="DFFF5B"/>
                </a:solidFill>
                <a:latin typeface="Heebo"/>
                <a:ea typeface="Heebo"/>
                <a:cs typeface="Heebo"/>
              </a:rPr>
              <a:t>students הוא רבים: have felt.</a:t>
            </a:r>
          </a:p>
        </p:txBody>
      </p:sp>
      <p:sp>
        <p:nvSpPr>
          <p:cNvPr id="12" name="text-195">
            <a:extLst xmlns:a="http://schemas.openxmlformats.org/drawingml/2006/main">
              <a:ext uri="{FF2B5EF4-FFF2-40B4-BE49-F238E27FC236}">
                <a16:creationId xmlns:a16="http://schemas.microsoft.com/office/drawing/2014/main" id="{99E50EA9-9AB6-4270-AD2C-918B0735FFC1}"/>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27 / 50</a:t>
            </a:r>
          </a:p>
        </p:txBody>
      </p:sp>
    </p:spTree>
    <p:extLst>
      <p:ext uri="{BB962C8B-B14F-4D97-AF65-F5344CB8AC3E}">
        <p14:creationId xmlns:p14="http://schemas.microsoft.com/office/powerpoint/2010/main" val="922882607"/>
      </p:ext>
    </p:extLst>
  </p:cSld>
</p:sld>
</file>

<file path=ppt/slides/slide28.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196">
            <a:extLst xmlns:a="http://schemas.openxmlformats.org/drawingml/2006/main">
              <a:ext uri="{FF2B5EF4-FFF2-40B4-BE49-F238E27FC236}">
                <a16:creationId xmlns:a16="http://schemas.microsoft.com/office/drawing/2014/main" id="{302BCA86-E7D4-423F-88CB-899E08473B58}"/>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c0e8cdf055554991"/>
              </a:rPr>
              <a:t>⌂</a:t>
            </a:r>
          </a:p>
        </p:txBody>
      </p:sp>
      <p:sp>
        <p:nvSpPr>
          <p:cNvPr id="2" name="title-197">
            <a:extLst xmlns:a="http://schemas.openxmlformats.org/drawingml/2006/main">
              <a:ext uri="{FF2B5EF4-FFF2-40B4-BE49-F238E27FC236}">
                <a16:creationId xmlns:a16="http://schemas.microsoft.com/office/drawing/2014/main" id="{8B903388-C9BB-4A0F-8C05-1B4460625CBE}"/>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6 · ניסיון קודם</a:t>
            </a:r>
          </a:p>
        </p:txBody>
      </p:sp>
      <p:sp>
        <p:nvSpPr>
          <p:cNvPr id="3" name="text-198">
            <a:extLst xmlns:a="http://schemas.openxmlformats.org/drawingml/2006/main">
              <a:ext uri="{FF2B5EF4-FFF2-40B4-BE49-F238E27FC236}">
                <a16:creationId xmlns:a16="http://schemas.microsoft.com/office/drawing/2014/main" id="{C103FA59-B0D0-4D20-B09E-0E9B5C78E7A6}"/>
              </a:ext>
            </a:extLst>
          </p:cNvPr>
          <p:cNvSpPr>
            <a:spLocks xmlns:a="http://schemas.openxmlformats.org/drawingml/2006/main" noGrp="1"/>
          </p:cNvSpPr>
          <p:nvPr/>
        </p:nvSpPr>
        <p:spPr>
          <a:xfrm xmlns:a="http://schemas.openxmlformats.org/drawingml/2006/main">
            <a:off x="857250" y="1562100"/>
            <a:ext cx="10477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375" b="1">
                <a:solidFill>
                  <a:srgbClr val="F7F7F2"/>
                </a:solidFill>
                <a:latin typeface="Nunito"/>
                <a:ea typeface="Nunito"/>
                <a:cs typeface="Nunito"/>
              </a:defRPr>
            </a:pPr>
            <a:r>
              <a:rPr sz="3375" b="1">
                <a:solidFill>
                  <a:srgbClr val="F7F7F2"/>
                </a:solidFill>
                <a:latin typeface="Nunito"/>
                <a:ea typeface="Nunito"/>
                <a:cs typeface="Nunito"/>
              </a:rPr>
              <a:t>Some students have felt ... , so ...</a:t>
            </a:r>
          </a:p>
        </p:txBody>
      </p:sp>
      <p:sp>
        <p:nvSpPr>
          <p:cNvPr id="4" name="text-199">
            <a:extLst xmlns:a="http://schemas.openxmlformats.org/drawingml/2006/main">
              <a:ext uri="{FF2B5EF4-FFF2-40B4-BE49-F238E27FC236}">
                <a16:creationId xmlns:a16="http://schemas.microsoft.com/office/drawing/2014/main" id="{54B46BDF-E8A5-4D3F-9F0F-667129C71FE6}"/>
              </a:ext>
            </a:extLst>
          </p:cNvPr>
          <p:cNvSpPr>
            <a:spLocks xmlns:a="http://schemas.openxmlformats.org/drawingml/2006/main" noGrp="1"/>
          </p:cNvSpPr>
          <p:nvPr/>
        </p:nvSpPr>
        <p:spPr>
          <a:xfrm xmlns:a="http://schemas.openxmlformats.org/drawingml/2006/main">
            <a:off x="952500" y="3143250"/>
            <a:ext cx="1028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325" b="1" lang="he-IL">
                <a:solidFill>
                  <a:srgbClr val="A9BDD2"/>
                </a:solidFill>
                <a:latin typeface="Heebo"/>
                <a:ea typeface="Heebo"/>
                <a:cs typeface="Heebo"/>
              </a:defRPr>
            </a:pPr>
            <a:r>
              <a:rPr sz="2325" b="1" lang="he-IL">
                <a:solidFill>
                  <a:srgbClr val="A9BDD2"/>
                </a:solidFill>
                <a:latin typeface="Heebo"/>
                <a:ea typeface="Heebo"/>
                <a:cs typeface="Heebo"/>
              </a:rPr>
              <a:t>חברו את הניסיון הקודם ליתרון של משחק משותף.</a:t>
            </a:r>
          </a:p>
        </p:txBody>
      </p:sp>
      <p:sp>
        <p:nvSpPr>
          <p:cNvPr id="5" name="text-200">
            <a:extLst xmlns:a="http://schemas.openxmlformats.org/drawingml/2006/main">
              <a:ext uri="{FF2B5EF4-FFF2-40B4-BE49-F238E27FC236}">
                <a16:creationId xmlns:a16="http://schemas.microsoft.com/office/drawing/2014/main" id="{6B12F49E-0549-4764-9B3A-E79819D844A0}"/>
              </a:ext>
            </a:extLst>
          </p:cNvPr>
          <p:cNvSpPr>
            <a:spLocks xmlns:a="http://schemas.openxmlformats.org/drawingml/2006/main" noGrp="1"/>
          </p:cNvSpPr>
          <p:nvPr/>
        </p:nvSpPr>
        <p:spPr>
          <a:xfrm xmlns:a="http://schemas.openxmlformats.org/drawingml/2006/main">
            <a:off x="952500" y="43434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375" b="1">
                <a:solidFill>
                  <a:srgbClr val="FFC857"/>
                </a:solidFill>
                <a:latin typeface="Nunito"/>
                <a:ea typeface="Nunito"/>
                <a:cs typeface="Nunito"/>
              </a:defRPr>
            </a:pPr>
            <a:r>
              <a:rPr sz="6375" b="1">
                <a:solidFill>
                  <a:srgbClr val="FFC857"/>
                </a:solidFill>
                <a:latin typeface="Nunito"/>
                <a:ea typeface="Nunito"/>
                <a:cs typeface="Nunito"/>
              </a:rPr>
              <a:t>00:45</a:t>
            </a:r>
          </a:p>
        </p:txBody>
      </p:sp>
      <p:sp>
        <p:nvSpPr>
          <p:cNvPr id="6" name="text-201">
            <a:extLst xmlns:a="http://schemas.openxmlformats.org/drawingml/2006/main">
              <a:ext uri="{FF2B5EF4-FFF2-40B4-BE49-F238E27FC236}">
                <a16:creationId xmlns:a16="http://schemas.microsoft.com/office/drawing/2014/main" id="{B08C5AB8-C6C9-457C-8F2C-06EDA8313C7F}"/>
              </a:ext>
            </a:extLst>
          </p:cNvPr>
          <p:cNvSpPr>
            <a:spLocks xmlns:a="http://schemas.openxmlformats.org/drawingml/2006/main" noGrp="1"/>
          </p:cNvSpPr>
          <p:nvPr/>
        </p:nvSpPr>
        <p:spPr>
          <a:xfrm xmlns:a="http://schemas.openxmlformats.org/drawingml/2006/main">
            <a:off x="952500" y="5553075"/>
            <a:ext cx="1028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00" b="1" lang="he-IL">
                <a:solidFill>
                  <a:srgbClr val="4EE5FF"/>
                </a:solidFill>
                <a:latin typeface="Heebo"/>
                <a:ea typeface="Heebo"/>
                <a:cs typeface="Heebo"/>
              </a:defRPr>
            </a:pPr>
            <a:r>
              <a:rPr sz="1800" b="1" lang="he-IL">
                <a:solidFill>
                  <a:srgbClr val="4EE5FF"/>
                </a:solidFill>
                <a:latin typeface="Heebo"/>
                <a:ea typeface="Heebo"/>
                <a:cs typeface="Heebo"/>
                <a:hlinkClick xmlns:r="http://schemas.openxmlformats.org/officeDocument/2006/relationships" r:id="R557a1af2e0d64cf0"/>
              </a:rPr>
              <a:t>שעון פעיל במצגת באתר</a:t>
            </a:r>
          </a:p>
        </p:txBody>
      </p:sp>
      <p:sp>
        <p:nvSpPr>
          <p:cNvPr id="7" name="text-202">
            <a:extLst xmlns:a="http://schemas.openxmlformats.org/drawingml/2006/main">
              <a:ext uri="{FF2B5EF4-FFF2-40B4-BE49-F238E27FC236}">
                <a16:creationId xmlns:a16="http://schemas.microsoft.com/office/drawing/2014/main" id="{B41F7E0C-7BA4-40E5-A74A-BE25DB6F21B5}"/>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28 / 50</a:t>
            </a:r>
          </a:p>
        </p:txBody>
      </p:sp>
    </p:spTree>
    <p:extLst>
      <p:ext uri="{BB962C8B-B14F-4D97-AF65-F5344CB8AC3E}">
        <p14:creationId xmlns:p14="http://schemas.microsoft.com/office/powerpoint/2010/main" val="852034960"/>
      </p:ext>
    </p:extLst>
  </p:cSld>
</p:sld>
</file>

<file path=ppt/slides/slide29.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203">
            <a:extLst xmlns:a="http://schemas.openxmlformats.org/drawingml/2006/main">
              <a:ext uri="{FF2B5EF4-FFF2-40B4-BE49-F238E27FC236}">
                <a16:creationId xmlns:a16="http://schemas.microsoft.com/office/drawing/2014/main" id="{CA2A2C3E-B971-47F2-A540-EAAF492A5A4D}"/>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ce6e2e79eee84eb2"/>
              </a:rPr>
              <a:t>⌂</a:t>
            </a:r>
          </a:p>
        </p:txBody>
      </p:sp>
      <p:sp>
        <p:nvSpPr>
          <p:cNvPr id="2" name="title-204">
            <a:extLst xmlns:a="http://schemas.openxmlformats.org/drawingml/2006/main">
              <a:ext uri="{FF2B5EF4-FFF2-40B4-BE49-F238E27FC236}">
                <a16:creationId xmlns:a16="http://schemas.microsoft.com/office/drawing/2014/main" id="{E500E7F0-4A85-4DC4-85FD-F71E195BCCEA}"/>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החיבור עד עכשיו</a:t>
            </a:r>
          </a:p>
        </p:txBody>
      </p:sp>
      <p:sp>
        <p:nvSpPr>
          <p:cNvPr id="3" name="text-205">
            <a:extLst xmlns:a="http://schemas.openxmlformats.org/drawingml/2006/main">
              <a:ext uri="{FF2B5EF4-FFF2-40B4-BE49-F238E27FC236}">
                <a16:creationId xmlns:a16="http://schemas.microsoft.com/office/drawing/2014/main" id="{27D35CAE-91EB-47A8-9511-EA4C9BE3D4BD}"/>
              </a:ext>
            </a:extLst>
          </p:cNvPr>
          <p:cNvSpPr>
            <a:spLocks xmlns:a="http://schemas.openxmlformats.org/drawingml/2006/main" noGrp="1"/>
          </p:cNvSpPr>
          <p:nvPr/>
        </p:nvSpPr>
        <p:spPr>
          <a:xfrm xmlns:a="http://schemas.openxmlformats.org/drawingml/2006/main">
            <a:off x="838200" y="1257300"/>
            <a:ext cx="10515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School games are part of school life, but some students play better than others. I claim that every student should have a chance to play.</a:t>
            </a:r>
          </a:p>
        </p:txBody>
      </p:sp>
      <p:sp>
        <p:nvSpPr>
          <p:cNvPr id="4" name="text-206">
            <a:extLst xmlns:a="http://schemas.openxmlformats.org/drawingml/2006/main">
              <a:ext uri="{FF2B5EF4-FFF2-40B4-BE49-F238E27FC236}">
                <a16:creationId xmlns:a16="http://schemas.microsoft.com/office/drawing/2014/main" id="{2B650C16-37C4-4F31-84AE-38EF3B77BA62}"/>
              </a:ext>
            </a:extLst>
          </p:cNvPr>
          <p:cNvSpPr>
            <a:spLocks xmlns:a="http://schemas.openxmlformats.org/drawingml/2006/main" noGrp="1"/>
          </p:cNvSpPr>
          <p:nvPr/>
        </p:nvSpPr>
        <p:spPr>
          <a:xfrm xmlns:a="http://schemas.openxmlformats.org/drawingml/2006/main">
            <a:off x="838200" y="2143125"/>
            <a:ext cx="105156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On the one hand, some students may make more mistakes during games. If they play, the team will sometimes lose since these mistakes can help the other team.</a:t>
            </a:r>
          </a:p>
        </p:txBody>
      </p:sp>
      <p:sp>
        <p:nvSpPr>
          <p:cNvPr id="5" name="text-207">
            <a:extLst xmlns:a="http://schemas.openxmlformats.org/drawingml/2006/main">
              <a:ext uri="{FF2B5EF4-FFF2-40B4-BE49-F238E27FC236}">
                <a16:creationId xmlns:a16="http://schemas.microsoft.com/office/drawing/2014/main" id="{ECD99D10-41CA-463E-BF1B-98643B6B9627}"/>
              </a:ext>
            </a:extLst>
          </p:cNvPr>
          <p:cNvSpPr>
            <a:spLocks xmlns:a="http://schemas.openxmlformats.org/drawingml/2006/main" noGrp="1"/>
          </p:cNvSpPr>
          <p:nvPr/>
        </p:nvSpPr>
        <p:spPr>
          <a:xfrm xmlns:a="http://schemas.openxmlformats.org/drawingml/2006/main">
            <a:off x="838200" y="3476625"/>
            <a:ext cx="105156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On the other hand, playing together can help students make friends and feel better. Some students have felt alone, so joining a team can help them.</a:t>
            </a:r>
          </a:p>
        </p:txBody>
      </p:sp>
      <p:sp>
        <p:nvSpPr>
          <p:cNvPr id="6" name="text-208">
            <a:extLst xmlns:a="http://schemas.openxmlformats.org/drawingml/2006/main">
              <a:ext uri="{FF2B5EF4-FFF2-40B4-BE49-F238E27FC236}">
                <a16:creationId xmlns:a16="http://schemas.microsoft.com/office/drawing/2014/main" id="{D823792A-6249-416A-9CEC-6427A4418948}"/>
              </a:ext>
            </a:extLst>
          </p:cNvPr>
          <p:cNvSpPr>
            <a:spLocks xmlns:a="http://schemas.openxmlformats.org/drawingml/2006/main" noGrp="1"/>
          </p:cNvSpPr>
          <p:nvPr/>
        </p:nvSpPr>
        <p:spPr>
          <a:xfrm xmlns:a="http://schemas.openxmlformats.org/drawingml/2006/main">
            <a:off x="85725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DFFF5B"/>
                </a:solidFill>
                <a:latin typeface="Heebo"/>
                <a:ea typeface="Heebo"/>
                <a:cs typeface="Heebo"/>
              </a:defRPr>
            </a:pPr>
            <a:r>
              <a:rPr sz="1650" b="1" lang="he-IL">
                <a:solidFill>
                  <a:srgbClr val="DFFF5B"/>
                </a:solidFill>
                <a:latin typeface="Heebo"/>
                <a:ea typeface="Heebo"/>
                <a:cs typeface="Heebo"/>
              </a:rPr>
              <a:t>שלב 6/10 · 79 מילים</a:t>
            </a:r>
          </a:p>
        </p:txBody>
      </p:sp>
      <p:sp>
        <p:nvSpPr>
          <p:cNvPr id="7" name="text-209">
            <a:extLst xmlns:a="http://schemas.openxmlformats.org/drawingml/2006/main">
              <a:ext uri="{FF2B5EF4-FFF2-40B4-BE49-F238E27FC236}">
                <a16:creationId xmlns:a16="http://schemas.microsoft.com/office/drawing/2014/main" id="{843FE5ED-2F19-4E53-9E0C-CC650B2BFE5E}"/>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29 / 50</a:t>
            </a:r>
          </a:p>
        </p:txBody>
      </p:sp>
    </p:spTree>
    <p:extLst>
      <p:ext uri="{BB962C8B-B14F-4D97-AF65-F5344CB8AC3E}">
        <p14:creationId xmlns:p14="http://schemas.microsoft.com/office/powerpoint/2010/main" val="942590843"/>
      </p:ext>
    </p:extLst>
  </p:cSld>
</p:sld>
</file>

<file path=ppt/slides/slide30.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210">
            <a:extLst xmlns:a="http://schemas.openxmlformats.org/drawingml/2006/main">
              <a:ext uri="{FF2B5EF4-FFF2-40B4-BE49-F238E27FC236}">
                <a16:creationId xmlns:a16="http://schemas.microsoft.com/office/drawing/2014/main" id="{E6A0A11E-47BE-4F77-A2C4-F0D4254F067F}"/>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2eeb74aabdff4a39"/>
              </a:rPr>
              <a:t>⌂</a:t>
            </a:r>
          </a:p>
        </p:txBody>
      </p:sp>
      <p:sp>
        <p:nvSpPr>
          <p:cNvPr id="2" name="title-211">
            <a:extLst xmlns:a="http://schemas.openxmlformats.org/drawingml/2006/main">
              <a:ext uri="{FF2B5EF4-FFF2-40B4-BE49-F238E27FC236}">
                <a16:creationId xmlns:a16="http://schemas.microsoft.com/office/drawing/2014/main" id="{E3922DCB-0771-4423-8A94-4DB76178CB67}"/>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7 · סיכום הדעה</a:t>
            </a:r>
          </a:p>
        </p:txBody>
      </p:sp>
      <p:sp>
        <p:nvSpPr>
          <p:cNvPr id="3" name="text-212">
            <a:extLst xmlns:a="http://schemas.openxmlformats.org/drawingml/2006/main">
              <a:ext uri="{FF2B5EF4-FFF2-40B4-BE49-F238E27FC236}">
                <a16:creationId xmlns:a16="http://schemas.microsoft.com/office/drawing/2014/main" id="{5CA3CF77-C434-4290-8F26-6A11CE8E0E62}"/>
              </a:ext>
            </a:extLst>
          </p:cNvPr>
          <p:cNvSpPr>
            <a:spLocks xmlns:a="http://schemas.openxmlformats.org/drawingml/2006/main" noGrp="1"/>
          </p:cNvSpPr>
          <p:nvPr/>
        </p:nvSpPr>
        <p:spPr>
          <a:xfrm xmlns:a="http://schemas.openxmlformats.org/drawingml/2006/main">
            <a:off x="857250" y="1562100"/>
            <a:ext cx="10477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375" b="1">
                <a:solidFill>
                  <a:srgbClr val="F7F7F2"/>
                </a:solidFill>
                <a:latin typeface="Nunito"/>
                <a:ea typeface="Nunito"/>
                <a:cs typeface="Nunito"/>
              </a:defRPr>
            </a:pPr>
            <a:r>
              <a:rPr sz="3375" b="1">
                <a:solidFill>
                  <a:srgbClr val="F7F7F2"/>
                </a:solidFill>
                <a:latin typeface="Nunito"/>
                <a:ea typeface="Nunito"/>
                <a:cs typeface="Nunito"/>
              </a:rPr>
              <a:t>In conclusion, I believe that ...</a:t>
            </a:r>
          </a:p>
        </p:txBody>
      </p:sp>
      <p:sp>
        <p:nvSpPr>
          <p:cNvPr id="4" name="text-213">
            <a:extLst xmlns:a="http://schemas.openxmlformats.org/drawingml/2006/main">
              <a:ext uri="{FF2B5EF4-FFF2-40B4-BE49-F238E27FC236}">
                <a16:creationId xmlns:a16="http://schemas.microsoft.com/office/drawing/2014/main" id="{0BDB0A5C-C95B-49E7-8263-7F47A8285E96}"/>
              </a:ext>
            </a:extLst>
          </p:cNvPr>
          <p:cNvSpPr>
            <a:spLocks xmlns:a="http://schemas.openxmlformats.org/drawingml/2006/main" noGrp="1"/>
          </p:cNvSpPr>
          <p:nvPr/>
        </p:nvSpPr>
        <p:spPr>
          <a:xfrm xmlns:a="http://schemas.openxmlformats.org/drawingml/2006/main">
            <a:off x="952500" y="3143250"/>
            <a:ext cx="1028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325" b="1" lang="he-IL">
                <a:solidFill>
                  <a:srgbClr val="A9BDD2"/>
                </a:solidFill>
                <a:latin typeface="Heebo"/>
                <a:ea typeface="Heebo"/>
                <a:cs typeface="Heebo"/>
              </a:defRPr>
            </a:pPr>
            <a:r>
              <a:rPr sz="2325" b="1" lang="he-IL">
                <a:solidFill>
                  <a:srgbClr val="A9BDD2"/>
                </a:solidFill>
                <a:latin typeface="Heebo"/>
                <a:ea typeface="Heebo"/>
                <a:cs typeface="Heebo"/>
              </a:rPr>
              <a:t>חזרו לעמדה בקצרה. אל תוסיפו טענה חדשה.</a:t>
            </a:r>
          </a:p>
        </p:txBody>
      </p:sp>
      <p:sp>
        <p:nvSpPr>
          <p:cNvPr id="5" name="text-214">
            <a:extLst xmlns:a="http://schemas.openxmlformats.org/drawingml/2006/main">
              <a:ext uri="{FF2B5EF4-FFF2-40B4-BE49-F238E27FC236}">
                <a16:creationId xmlns:a16="http://schemas.microsoft.com/office/drawing/2014/main" id="{71CF573C-3C0A-4BDE-8F66-1EED3F02B1EE}"/>
              </a:ext>
            </a:extLst>
          </p:cNvPr>
          <p:cNvSpPr>
            <a:spLocks xmlns:a="http://schemas.openxmlformats.org/drawingml/2006/main" noGrp="1"/>
          </p:cNvSpPr>
          <p:nvPr/>
        </p:nvSpPr>
        <p:spPr>
          <a:xfrm xmlns:a="http://schemas.openxmlformats.org/drawingml/2006/main">
            <a:off x="952500" y="43434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375" b="1">
                <a:solidFill>
                  <a:srgbClr val="FFC857"/>
                </a:solidFill>
                <a:latin typeface="Nunito"/>
                <a:ea typeface="Nunito"/>
                <a:cs typeface="Nunito"/>
              </a:defRPr>
            </a:pPr>
            <a:r>
              <a:rPr sz="6375" b="1">
                <a:solidFill>
                  <a:srgbClr val="FFC857"/>
                </a:solidFill>
                <a:latin typeface="Nunito"/>
                <a:ea typeface="Nunito"/>
                <a:cs typeface="Nunito"/>
              </a:rPr>
              <a:t>00:45</a:t>
            </a:r>
          </a:p>
        </p:txBody>
      </p:sp>
      <p:sp>
        <p:nvSpPr>
          <p:cNvPr id="6" name="text-215">
            <a:extLst xmlns:a="http://schemas.openxmlformats.org/drawingml/2006/main">
              <a:ext uri="{FF2B5EF4-FFF2-40B4-BE49-F238E27FC236}">
                <a16:creationId xmlns:a16="http://schemas.microsoft.com/office/drawing/2014/main" id="{5A278621-FEB8-4D58-B8F6-6478B6A0B099}"/>
              </a:ext>
            </a:extLst>
          </p:cNvPr>
          <p:cNvSpPr>
            <a:spLocks xmlns:a="http://schemas.openxmlformats.org/drawingml/2006/main" noGrp="1"/>
          </p:cNvSpPr>
          <p:nvPr/>
        </p:nvSpPr>
        <p:spPr>
          <a:xfrm xmlns:a="http://schemas.openxmlformats.org/drawingml/2006/main">
            <a:off x="952500" y="5553075"/>
            <a:ext cx="1028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00" b="1" lang="he-IL">
                <a:solidFill>
                  <a:srgbClr val="4EE5FF"/>
                </a:solidFill>
                <a:latin typeface="Heebo"/>
                <a:ea typeface="Heebo"/>
                <a:cs typeface="Heebo"/>
              </a:defRPr>
            </a:pPr>
            <a:r>
              <a:rPr sz="1800" b="1" lang="he-IL">
                <a:solidFill>
                  <a:srgbClr val="4EE5FF"/>
                </a:solidFill>
                <a:latin typeface="Heebo"/>
                <a:ea typeface="Heebo"/>
                <a:cs typeface="Heebo"/>
                <a:hlinkClick xmlns:r="http://schemas.openxmlformats.org/officeDocument/2006/relationships" r:id="R1f2befd9d2584160"/>
              </a:rPr>
              <a:t>שעון פעיל במצגת באתר</a:t>
            </a:r>
          </a:p>
        </p:txBody>
      </p:sp>
      <p:sp>
        <p:nvSpPr>
          <p:cNvPr id="7" name="text-216">
            <a:extLst xmlns:a="http://schemas.openxmlformats.org/drawingml/2006/main">
              <a:ext uri="{FF2B5EF4-FFF2-40B4-BE49-F238E27FC236}">
                <a16:creationId xmlns:a16="http://schemas.microsoft.com/office/drawing/2014/main" id="{39AF2342-0D05-4F26-8B33-CDD09EC9FD8B}"/>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30 / 50</a:t>
            </a:r>
          </a:p>
        </p:txBody>
      </p:sp>
    </p:spTree>
    <p:extLst>
      <p:ext uri="{BB962C8B-B14F-4D97-AF65-F5344CB8AC3E}">
        <p14:creationId xmlns:p14="http://schemas.microsoft.com/office/powerpoint/2010/main" val="1695124703"/>
      </p:ext>
    </p:extLst>
  </p:cSld>
</p:sld>
</file>

<file path=ppt/slides/slide31.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9" name="text-217">
            <a:extLst xmlns:a="http://schemas.openxmlformats.org/drawingml/2006/main">
              <a:ext uri="{FF2B5EF4-FFF2-40B4-BE49-F238E27FC236}">
                <a16:creationId xmlns:a16="http://schemas.microsoft.com/office/drawing/2014/main" id="{DF8E651D-3CED-4B07-B919-0558C25D2F6F}"/>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2ba7496ec8b441e2"/>
              </a:rPr>
              <a:t>⌂</a:t>
            </a:r>
          </a:p>
        </p:txBody>
      </p:sp>
      <p:sp>
        <p:nvSpPr>
          <p:cNvPr id="2" name="title-218">
            <a:extLst xmlns:a="http://schemas.openxmlformats.org/drawingml/2006/main">
              <a:ext uri="{FF2B5EF4-FFF2-40B4-BE49-F238E27FC236}">
                <a16:creationId xmlns:a16="http://schemas.microsoft.com/office/drawing/2014/main" id="{CFD84317-4E87-48C7-9961-2611BB496CB0}"/>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החיבור עד עכשיו</a:t>
            </a:r>
          </a:p>
        </p:txBody>
      </p:sp>
      <p:sp>
        <p:nvSpPr>
          <p:cNvPr id="3" name="text-219">
            <a:extLst xmlns:a="http://schemas.openxmlformats.org/drawingml/2006/main">
              <a:ext uri="{FF2B5EF4-FFF2-40B4-BE49-F238E27FC236}">
                <a16:creationId xmlns:a16="http://schemas.microsoft.com/office/drawing/2014/main" id="{FECDA49C-3CCD-44E7-B186-8ED3DCD41160}"/>
              </a:ext>
            </a:extLst>
          </p:cNvPr>
          <p:cNvSpPr>
            <a:spLocks xmlns:a="http://schemas.openxmlformats.org/drawingml/2006/main" noGrp="1"/>
          </p:cNvSpPr>
          <p:nvPr/>
        </p:nvSpPr>
        <p:spPr>
          <a:xfrm xmlns:a="http://schemas.openxmlformats.org/drawingml/2006/main">
            <a:off x="838200" y="1257300"/>
            <a:ext cx="10515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School games are part of school life, but some students play better than others. I claim that every student should have a chance to play.</a:t>
            </a:r>
          </a:p>
        </p:txBody>
      </p:sp>
      <p:sp>
        <p:nvSpPr>
          <p:cNvPr id="4" name="text-220">
            <a:extLst xmlns:a="http://schemas.openxmlformats.org/drawingml/2006/main">
              <a:ext uri="{FF2B5EF4-FFF2-40B4-BE49-F238E27FC236}">
                <a16:creationId xmlns:a16="http://schemas.microsoft.com/office/drawing/2014/main" id="{186E89FC-027B-4CF8-83C7-A1E503C954AC}"/>
              </a:ext>
            </a:extLst>
          </p:cNvPr>
          <p:cNvSpPr>
            <a:spLocks xmlns:a="http://schemas.openxmlformats.org/drawingml/2006/main" noGrp="1"/>
          </p:cNvSpPr>
          <p:nvPr/>
        </p:nvSpPr>
        <p:spPr>
          <a:xfrm xmlns:a="http://schemas.openxmlformats.org/drawingml/2006/main">
            <a:off x="838200" y="2143125"/>
            <a:ext cx="105156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On the one hand, some students may make more mistakes during games. If they play, the team will sometimes lose since these mistakes can help the other team.</a:t>
            </a:r>
          </a:p>
        </p:txBody>
      </p:sp>
      <p:sp>
        <p:nvSpPr>
          <p:cNvPr id="5" name="text-221">
            <a:extLst xmlns:a="http://schemas.openxmlformats.org/drawingml/2006/main">
              <a:ext uri="{FF2B5EF4-FFF2-40B4-BE49-F238E27FC236}">
                <a16:creationId xmlns:a16="http://schemas.microsoft.com/office/drawing/2014/main" id="{264D1850-18B0-46E9-9D5A-68A67DB5539B}"/>
              </a:ext>
            </a:extLst>
          </p:cNvPr>
          <p:cNvSpPr>
            <a:spLocks xmlns:a="http://schemas.openxmlformats.org/drawingml/2006/main" noGrp="1"/>
          </p:cNvSpPr>
          <p:nvPr/>
        </p:nvSpPr>
        <p:spPr>
          <a:xfrm xmlns:a="http://schemas.openxmlformats.org/drawingml/2006/main">
            <a:off x="838200" y="3476625"/>
            <a:ext cx="105156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On the other hand, playing together can help students make friends and feel better. Some students have felt alone, so joining a team can help them.</a:t>
            </a:r>
          </a:p>
        </p:txBody>
      </p:sp>
      <p:sp>
        <p:nvSpPr>
          <p:cNvPr id="6" name="text-222">
            <a:extLst xmlns:a="http://schemas.openxmlformats.org/drawingml/2006/main">
              <a:ext uri="{FF2B5EF4-FFF2-40B4-BE49-F238E27FC236}">
                <a16:creationId xmlns:a16="http://schemas.microsoft.com/office/drawing/2014/main" id="{E0476D4B-8887-41D5-9181-DD029FB21BBF}"/>
              </a:ext>
            </a:extLst>
          </p:cNvPr>
          <p:cNvSpPr>
            <a:spLocks xmlns:a="http://schemas.openxmlformats.org/drawingml/2006/main" noGrp="1"/>
          </p:cNvSpPr>
          <p:nvPr/>
        </p:nvSpPr>
        <p:spPr>
          <a:xfrm xmlns:a="http://schemas.openxmlformats.org/drawingml/2006/main">
            <a:off x="838200" y="4810125"/>
            <a:ext cx="10515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In conclusion, I believe that everyone should have a chance to play.</a:t>
            </a:r>
          </a:p>
        </p:txBody>
      </p:sp>
      <p:sp>
        <p:nvSpPr>
          <p:cNvPr id="7" name="text-223">
            <a:extLst xmlns:a="http://schemas.openxmlformats.org/drawingml/2006/main">
              <a:ext uri="{FF2B5EF4-FFF2-40B4-BE49-F238E27FC236}">
                <a16:creationId xmlns:a16="http://schemas.microsoft.com/office/drawing/2014/main" id="{093ED9E3-9529-43F3-88FF-AB6B539ADD0E}"/>
              </a:ext>
            </a:extLst>
          </p:cNvPr>
          <p:cNvSpPr>
            <a:spLocks xmlns:a="http://schemas.openxmlformats.org/drawingml/2006/main" noGrp="1"/>
          </p:cNvSpPr>
          <p:nvPr/>
        </p:nvSpPr>
        <p:spPr>
          <a:xfrm xmlns:a="http://schemas.openxmlformats.org/drawingml/2006/main">
            <a:off x="85725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DFFF5B"/>
                </a:solidFill>
                <a:latin typeface="Heebo"/>
                <a:ea typeface="Heebo"/>
                <a:cs typeface="Heebo"/>
              </a:defRPr>
            </a:pPr>
            <a:r>
              <a:rPr sz="1650" b="1" lang="he-IL">
                <a:solidFill>
                  <a:srgbClr val="DFFF5B"/>
                </a:solidFill>
                <a:latin typeface="Heebo"/>
                <a:ea typeface="Heebo"/>
                <a:cs typeface="Heebo"/>
              </a:rPr>
              <a:t>שלב 7/10 · 91 מילים</a:t>
            </a:r>
          </a:p>
        </p:txBody>
      </p:sp>
      <p:sp>
        <p:nvSpPr>
          <p:cNvPr id="8" name="text-224">
            <a:extLst xmlns:a="http://schemas.openxmlformats.org/drawingml/2006/main">
              <a:ext uri="{FF2B5EF4-FFF2-40B4-BE49-F238E27FC236}">
                <a16:creationId xmlns:a16="http://schemas.microsoft.com/office/drawing/2014/main" id="{69E5934E-4D78-425E-A8D9-1BF558257606}"/>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31 / 50</a:t>
            </a:r>
          </a:p>
        </p:txBody>
      </p:sp>
    </p:spTree>
    <p:extLst>
      <p:ext uri="{BB962C8B-B14F-4D97-AF65-F5344CB8AC3E}">
        <p14:creationId xmlns:p14="http://schemas.microsoft.com/office/powerpoint/2010/main" val="1713547893"/>
      </p:ext>
    </p:extLst>
  </p:cSld>
</p:sld>
</file>

<file path=ppt/slides/slide32.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225">
            <a:extLst xmlns:a="http://schemas.openxmlformats.org/drawingml/2006/main">
              <a:ext uri="{FF2B5EF4-FFF2-40B4-BE49-F238E27FC236}">
                <a16:creationId xmlns:a16="http://schemas.microsoft.com/office/drawing/2014/main" id="{5772738B-FD99-4332-B3E3-114D70D69DB0}"/>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6ee2b31747454678"/>
              </a:rPr>
              <a:t>⌂</a:t>
            </a:r>
          </a:p>
        </p:txBody>
      </p:sp>
      <p:sp>
        <p:nvSpPr>
          <p:cNvPr id="2" name="title-226">
            <a:extLst xmlns:a="http://schemas.openxmlformats.org/drawingml/2006/main">
              <a:ext uri="{FF2B5EF4-FFF2-40B4-BE49-F238E27FC236}">
                <a16:creationId xmlns:a16="http://schemas.microsoft.com/office/drawing/2014/main" id="{F9373AF6-8072-4B79-8F39-6F1D86B14F56}"/>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4EE5FF"/>
                </a:solidFill>
                <a:latin typeface="Nunito"/>
                <a:ea typeface="Nunito"/>
                <a:cs typeface="Nunito"/>
              </a:defRPr>
            </a:pPr>
            <a:r>
              <a:rPr sz="2100" b="1">
                <a:solidFill>
                  <a:srgbClr val="4EE5FF"/>
                </a:solidFill>
                <a:latin typeface="Nunito"/>
                <a:ea typeface="Nunito"/>
                <a:cs typeface="Nunito"/>
              </a:rPr>
              <a:t>Passive</a:t>
            </a:r>
          </a:p>
        </p:txBody>
      </p:sp>
      <p:sp>
        <p:nvSpPr>
          <p:cNvPr id="3" name="text-227">
            <a:extLst xmlns:a="http://schemas.openxmlformats.org/drawingml/2006/main">
              <a:ext uri="{FF2B5EF4-FFF2-40B4-BE49-F238E27FC236}">
                <a16:creationId xmlns:a16="http://schemas.microsoft.com/office/drawing/2014/main" id="{32BBB457-EFF4-4A71-8033-17F64393A828}"/>
              </a:ext>
            </a:extLst>
          </p:cNvPr>
          <p:cNvSpPr>
            <a:spLocks xmlns:a="http://schemas.openxmlformats.org/drawingml/2006/main" noGrp="1"/>
          </p:cNvSpPr>
          <p:nvPr/>
        </p:nvSpPr>
        <p:spPr>
          <a:xfrm xmlns:a="http://schemas.openxmlformats.org/drawingml/2006/main">
            <a:off x="809625" y="1438275"/>
            <a:ext cx="1057275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should be + V3</a:t>
            </a:r>
          </a:p>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include → included</a:t>
            </a:r>
          </a:p>
        </p:txBody>
      </p:sp>
      <p:sp>
        <p:nvSpPr>
          <p:cNvPr id="4" name="text-228">
            <a:extLst xmlns:a="http://schemas.openxmlformats.org/drawingml/2006/main">
              <a:ext uri="{FF2B5EF4-FFF2-40B4-BE49-F238E27FC236}">
                <a16:creationId xmlns:a16="http://schemas.microsoft.com/office/drawing/2014/main" id="{5D0AA6CD-D54B-485E-8EB7-79E5D026F057}"/>
              </a:ext>
            </a:extLst>
          </p:cNvPr>
          <p:cNvSpPr>
            <a:spLocks xmlns:a="http://schemas.openxmlformats.org/drawingml/2006/main" noGrp="1"/>
          </p:cNvSpPr>
          <p:nvPr/>
        </p:nvSpPr>
        <p:spPr>
          <a:xfrm xmlns:a="http://schemas.openxmlformats.org/drawingml/2006/main">
            <a:off x="876300" y="4524375"/>
            <a:ext cx="104394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1" lang="he-IL">
                <a:solidFill>
                  <a:srgbClr val="A9BDD2"/>
                </a:solidFill>
                <a:latin typeface="Heebo"/>
                <a:ea typeface="Heebo"/>
                <a:cs typeface="Heebo"/>
              </a:defRPr>
            </a:pPr>
            <a:r>
              <a:rPr sz="2475" b="1" lang="he-IL">
                <a:solidFill>
                  <a:srgbClr val="A9BDD2"/>
                </a:solidFill>
                <a:latin typeface="Heebo"/>
                <a:ea typeface="Heebo"/>
                <a:cs typeface="Heebo"/>
              </a:rPr>
              <a:t>המלצה על מה שצריך לקרות לתלמידים.</a:t>
            </a:r>
          </a:p>
        </p:txBody>
      </p:sp>
      <p:sp>
        <p:nvSpPr>
          <p:cNvPr id="5" name="text-229">
            <a:extLst xmlns:a="http://schemas.openxmlformats.org/drawingml/2006/main">
              <a:ext uri="{FF2B5EF4-FFF2-40B4-BE49-F238E27FC236}">
                <a16:creationId xmlns:a16="http://schemas.microsoft.com/office/drawing/2014/main" id="{49C0CE42-69E1-47B8-B5E2-93BF0280DC51}"/>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32 / 50</a:t>
            </a:r>
          </a:p>
        </p:txBody>
      </p:sp>
    </p:spTree>
    <p:extLst>
      <p:ext uri="{BB962C8B-B14F-4D97-AF65-F5344CB8AC3E}">
        <p14:creationId xmlns:p14="http://schemas.microsoft.com/office/powerpoint/2010/main" val="130309897"/>
      </p:ext>
    </p:extLst>
  </p:cSld>
</p:sld>
</file>

<file path=ppt/slides/slide33.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15" name="text-230">
            <a:extLst xmlns:a="http://schemas.openxmlformats.org/drawingml/2006/main">
              <a:ext uri="{FF2B5EF4-FFF2-40B4-BE49-F238E27FC236}">
                <a16:creationId xmlns:a16="http://schemas.microsoft.com/office/drawing/2014/main" id="{ABA24DB5-66B2-4871-8C7F-22039963B2B1}"/>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ac89f4183e454b26"/>
              </a:rPr>
              <a:t>⌂</a:t>
            </a:r>
          </a:p>
        </p:txBody>
      </p:sp>
      <p:sp>
        <p:nvSpPr>
          <p:cNvPr id="2" name="title-231">
            <a:extLst xmlns:a="http://schemas.openxmlformats.org/drawingml/2006/main">
              <a:ext uri="{FF2B5EF4-FFF2-40B4-BE49-F238E27FC236}">
                <a16:creationId xmlns:a16="http://schemas.microsoft.com/office/drawing/2014/main" id="{2C80D794-C21D-4D0A-9196-846B160B3412}"/>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סביל בהמלצה</a:t>
            </a:r>
          </a:p>
        </p:txBody>
      </p:sp>
      <p:sp>
        <p:nvSpPr>
          <p:cNvPr id="3" name="text-232">
            <a:extLst xmlns:a="http://schemas.openxmlformats.org/drawingml/2006/main">
              <a:ext uri="{FF2B5EF4-FFF2-40B4-BE49-F238E27FC236}">
                <a16:creationId xmlns:a16="http://schemas.microsoft.com/office/drawing/2014/main" id="{C721016B-1EC8-4AFF-872A-6A1F1E960CF5}"/>
              </a:ext>
            </a:extLst>
          </p:cNvPr>
          <p:cNvSpPr>
            <a:spLocks xmlns:a="http://schemas.openxmlformats.org/drawingml/2006/main" noGrp="1"/>
          </p:cNvSpPr>
          <p:nvPr/>
        </p:nvSpPr>
        <p:spPr>
          <a:xfrm xmlns:a="http://schemas.openxmlformats.org/drawingml/2006/main">
            <a:off x="1680520" y="1776413"/>
            <a:ext cx="1198797"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Every</a:t>
            </a:r>
          </a:p>
        </p:txBody>
      </p:sp>
      <p:sp>
        <p:nvSpPr>
          <p:cNvPr id="4" name="text-233">
            <a:extLst xmlns:a="http://schemas.openxmlformats.org/drawingml/2006/main">
              <a:ext uri="{FF2B5EF4-FFF2-40B4-BE49-F238E27FC236}">
                <a16:creationId xmlns:a16="http://schemas.microsoft.com/office/drawing/2014/main" id="{1310F05C-A348-4616-AE3B-3582117B1609}"/>
              </a:ext>
            </a:extLst>
          </p:cNvPr>
          <p:cNvSpPr>
            <a:spLocks xmlns:a="http://schemas.openxmlformats.org/drawingml/2006/main" noGrp="1"/>
          </p:cNvSpPr>
          <p:nvPr/>
        </p:nvSpPr>
        <p:spPr>
          <a:xfrm xmlns:a="http://schemas.openxmlformats.org/drawingml/2006/main">
            <a:off x="2957108" y="1776413"/>
            <a:ext cx="1605511"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student</a:t>
            </a:r>
          </a:p>
        </p:txBody>
      </p:sp>
      <p:sp>
        <p:nvSpPr>
          <p:cNvPr id="5" name="text-234">
            <a:extLst xmlns:a="http://schemas.openxmlformats.org/drawingml/2006/main">
              <a:ext uri="{FF2B5EF4-FFF2-40B4-BE49-F238E27FC236}">
                <a16:creationId xmlns:a16="http://schemas.microsoft.com/office/drawing/2014/main" id="{A3813CBE-55D9-44B3-B020-5EA98B822824}"/>
              </a:ext>
            </a:extLst>
          </p:cNvPr>
          <p:cNvSpPr>
            <a:spLocks xmlns:a="http://schemas.openxmlformats.org/drawingml/2006/main" noGrp="1"/>
          </p:cNvSpPr>
          <p:nvPr/>
        </p:nvSpPr>
        <p:spPr>
          <a:xfrm xmlns:a="http://schemas.openxmlformats.org/drawingml/2006/main">
            <a:off x="4640410" y="1776413"/>
            <a:ext cx="1439224"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should</a:t>
            </a:r>
          </a:p>
        </p:txBody>
      </p:sp>
      <p:sp>
        <p:nvSpPr>
          <p:cNvPr id="6" name="text-235">
            <a:extLst xmlns:a="http://schemas.openxmlformats.org/drawingml/2006/main">
              <a:ext uri="{FF2B5EF4-FFF2-40B4-BE49-F238E27FC236}">
                <a16:creationId xmlns:a16="http://schemas.microsoft.com/office/drawing/2014/main" id="{2668F61C-FDB1-4979-9A1E-11C7051B7373}"/>
              </a:ext>
            </a:extLst>
          </p:cNvPr>
          <p:cNvSpPr>
            <a:spLocks xmlns:a="http://schemas.openxmlformats.org/drawingml/2006/main" noGrp="1"/>
          </p:cNvSpPr>
          <p:nvPr/>
        </p:nvSpPr>
        <p:spPr>
          <a:xfrm xmlns:a="http://schemas.openxmlformats.org/drawingml/2006/main">
            <a:off x="6176474" y="1776413"/>
            <a:ext cx="2678411"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DFFF5B"/>
                </a:solidFill>
                <a:latin typeface="Nunito"/>
                <a:ea typeface="Nunito"/>
                <a:cs typeface="Nunito"/>
              </a:defRPr>
            </a:pPr>
            <a:r>
              <a:rPr sz="3225" b="1">
                <a:solidFill>
                  <a:srgbClr val="DFFF5B"/>
                </a:solidFill>
                <a:latin typeface="Nunito"/>
                <a:ea typeface="Nunito"/>
                <a:cs typeface="Nunito"/>
              </a:rPr>
              <a:t> </a:t>
            </a:r>
          </a:p>
        </p:txBody>
      </p:sp>
      <p:sp>
        <p:nvSpPr>
          <p:cNvPr id="7" name="gap-line-33">
            <a:extLst xmlns:a="http://schemas.openxmlformats.org/drawingml/2006/main">
              <a:ext uri="{FF2B5EF4-FFF2-40B4-BE49-F238E27FC236}">
                <a16:creationId xmlns:a16="http://schemas.microsoft.com/office/drawing/2014/main" id="{D5164626-2420-47F9-A3CC-34C0D22AAA33}"/>
              </a:ext>
            </a:extLst>
          </p:cNvPr>
          <p:cNvSpPr>
            <a:spLocks xmlns:a="http://schemas.openxmlformats.org/drawingml/2006/main" noGrp="1"/>
          </p:cNvSpPr>
          <p:nvPr/>
        </p:nvSpPr>
        <p:spPr>
          <a:xfrm xmlns:a="http://schemas.openxmlformats.org/drawingml/2006/main">
            <a:off x="6176474" y="2319338"/>
            <a:ext cx="2678411" cy="0"/>
          </a:xfrm>
          <a:prstGeom xmlns:a="http://schemas.openxmlformats.org/drawingml/2006/main" prst="line">
            <a:avLst/>
          </a:prstGeom>
          <a:ln xmlns:a="http://schemas.openxmlformats.org/drawingml/2006/main" w="19050">
            <a:solidFill>
              <a:srgbClr val="4EE5FF"/>
            </a:solidFill>
          </a:ln>
        </p:spPr>
      </p:sp>
      <p:sp>
        <p:nvSpPr>
          <p:cNvPr id="8" name="text-236">
            <a:extLst xmlns:a="http://schemas.openxmlformats.org/drawingml/2006/main">
              <a:ext uri="{FF2B5EF4-FFF2-40B4-BE49-F238E27FC236}">
                <a16:creationId xmlns:a16="http://schemas.microsoft.com/office/drawing/2014/main" id="{CC9DFDAD-27AE-4B54-A8C0-DFDCF9702BA9}"/>
              </a:ext>
            </a:extLst>
          </p:cNvPr>
          <p:cNvSpPr>
            <a:spLocks xmlns:a="http://schemas.openxmlformats.org/drawingml/2006/main" noGrp="1"/>
          </p:cNvSpPr>
          <p:nvPr/>
        </p:nvSpPr>
        <p:spPr>
          <a:xfrm xmlns:a="http://schemas.openxmlformats.org/drawingml/2006/main">
            <a:off x="8951726" y="1776413"/>
            <a:ext cx="401502"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in</a:t>
            </a:r>
          </a:p>
        </p:txBody>
      </p:sp>
      <p:sp>
        <p:nvSpPr>
          <p:cNvPr id="9" name="text-237">
            <a:extLst xmlns:a="http://schemas.openxmlformats.org/drawingml/2006/main">
              <a:ext uri="{FF2B5EF4-FFF2-40B4-BE49-F238E27FC236}">
                <a16:creationId xmlns:a16="http://schemas.microsoft.com/office/drawing/2014/main" id="{4509F379-29CB-457F-98A1-38E0823356AF}"/>
              </a:ext>
            </a:extLst>
          </p:cNvPr>
          <p:cNvSpPr>
            <a:spLocks xmlns:a="http://schemas.openxmlformats.org/drawingml/2006/main" noGrp="1"/>
          </p:cNvSpPr>
          <p:nvPr/>
        </p:nvSpPr>
        <p:spPr>
          <a:xfrm xmlns:a="http://schemas.openxmlformats.org/drawingml/2006/main">
            <a:off x="9431018" y="1776413"/>
            <a:ext cx="1080463"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class</a:t>
            </a:r>
          </a:p>
        </p:txBody>
      </p:sp>
      <p:sp>
        <p:nvSpPr>
          <p:cNvPr id="10" name="text-238">
            <a:extLst xmlns:a="http://schemas.openxmlformats.org/drawingml/2006/main">
              <a:ext uri="{FF2B5EF4-FFF2-40B4-BE49-F238E27FC236}">
                <a16:creationId xmlns:a16="http://schemas.microsoft.com/office/drawing/2014/main" id="{19B7FAAC-19F0-4DA0-918A-01C73D5044C8}"/>
              </a:ext>
            </a:extLst>
          </p:cNvPr>
          <p:cNvSpPr>
            <a:spLocks xmlns:a="http://schemas.openxmlformats.org/drawingml/2006/main" noGrp="1"/>
          </p:cNvSpPr>
          <p:nvPr/>
        </p:nvSpPr>
        <p:spPr>
          <a:xfrm xmlns:a="http://schemas.openxmlformats.org/drawingml/2006/main">
            <a:off x="5334347" y="2395538"/>
            <a:ext cx="1523307"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games.</a:t>
            </a:r>
          </a:p>
        </p:txBody>
      </p:sp>
      <p:sp>
        <p:nvSpPr>
          <p:cNvPr id="11" name="text-239">
            <a:extLst xmlns:a="http://schemas.openxmlformats.org/drawingml/2006/main">
              <a:ext uri="{FF2B5EF4-FFF2-40B4-BE49-F238E27FC236}">
                <a16:creationId xmlns:a16="http://schemas.microsoft.com/office/drawing/2014/main" id="{3148679B-1569-41D0-84BA-069DCCFC83E1}"/>
              </a:ext>
            </a:extLst>
          </p:cNvPr>
          <p:cNvSpPr>
            <a:spLocks xmlns:a="http://schemas.openxmlformats.org/drawingml/2006/main" noGrp="1"/>
          </p:cNvSpPr>
          <p:nvPr/>
        </p:nvSpPr>
        <p:spPr>
          <a:xfrm xmlns:a="http://schemas.openxmlformats.org/drawingml/2006/main">
            <a:off x="85725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7F7F2"/>
                </a:solidFill>
                <a:latin typeface="Nunito"/>
                <a:ea typeface="Nunito"/>
                <a:cs typeface="Nunito"/>
              </a:defRPr>
            </a:pPr>
            <a:r>
              <a:rPr sz="2475" b="1">
                <a:solidFill>
                  <a:srgbClr val="F7F7F2"/>
                </a:solidFill>
                <a:latin typeface="Nunito"/>
                <a:ea typeface="Nunito"/>
                <a:cs typeface="Nunito"/>
              </a:rPr>
              <a:t>A   include</a:t>
            </a:r>
          </a:p>
        </p:txBody>
      </p:sp>
      <p:sp>
        <p:nvSpPr>
          <p:cNvPr id="12" name="text-240">
            <a:extLst xmlns:a="http://schemas.openxmlformats.org/drawingml/2006/main">
              <a:ext uri="{FF2B5EF4-FFF2-40B4-BE49-F238E27FC236}">
                <a16:creationId xmlns:a16="http://schemas.microsoft.com/office/drawing/2014/main" id="{3CC13923-4338-4C12-9D0A-53B6374DDFD3}"/>
              </a:ext>
            </a:extLst>
          </p:cNvPr>
          <p:cNvSpPr>
            <a:spLocks xmlns:a="http://schemas.openxmlformats.org/drawingml/2006/main" noGrp="1"/>
          </p:cNvSpPr>
          <p:nvPr/>
        </p:nvSpPr>
        <p:spPr>
          <a:xfrm xmlns:a="http://schemas.openxmlformats.org/drawingml/2006/main">
            <a:off x="441960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7F7F2"/>
                </a:solidFill>
                <a:latin typeface="Nunito"/>
                <a:ea typeface="Nunito"/>
                <a:cs typeface="Nunito"/>
              </a:defRPr>
            </a:pPr>
            <a:r>
              <a:rPr sz="2475" b="1">
                <a:solidFill>
                  <a:srgbClr val="F7F7F2"/>
                </a:solidFill>
                <a:latin typeface="Nunito"/>
                <a:ea typeface="Nunito"/>
                <a:cs typeface="Nunito"/>
              </a:rPr>
              <a:t>B   be included</a:t>
            </a:r>
          </a:p>
        </p:txBody>
      </p:sp>
      <p:sp>
        <p:nvSpPr>
          <p:cNvPr id="13" name="text-241">
            <a:extLst xmlns:a="http://schemas.openxmlformats.org/drawingml/2006/main">
              <a:ext uri="{FF2B5EF4-FFF2-40B4-BE49-F238E27FC236}">
                <a16:creationId xmlns:a16="http://schemas.microsoft.com/office/drawing/2014/main" id="{582E1B9D-C013-4439-84D8-74F4A1A9AE2F}"/>
              </a:ext>
            </a:extLst>
          </p:cNvPr>
          <p:cNvSpPr>
            <a:spLocks xmlns:a="http://schemas.openxmlformats.org/drawingml/2006/main" noGrp="1"/>
          </p:cNvSpPr>
          <p:nvPr/>
        </p:nvSpPr>
        <p:spPr>
          <a:xfrm xmlns:a="http://schemas.openxmlformats.org/drawingml/2006/main">
            <a:off x="798195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7F7F2"/>
                </a:solidFill>
                <a:latin typeface="Nunito"/>
                <a:ea typeface="Nunito"/>
                <a:cs typeface="Nunito"/>
              </a:defRPr>
            </a:pPr>
            <a:r>
              <a:rPr sz="2475" b="1">
                <a:solidFill>
                  <a:srgbClr val="F7F7F2"/>
                </a:solidFill>
                <a:latin typeface="Nunito"/>
                <a:ea typeface="Nunito"/>
                <a:cs typeface="Nunito"/>
              </a:rPr>
              <a:t>C   be include</a:t>
            </a:r>
          </a:p>
        </p:txBody>
      </p:sp>
      <p:sp>
        <p:nvSpPr>
          <p:cNvPr id="14" name="text-242">
            <a:extLst xmlns:a="http://schemas.openxmlformats.org/drawingml/2006/main">
              <a:ext uri="{FF2B5EF4-FFF2-40B4-BE49-F238E27FC236}">
                <a16:creationId xmlns:a16="http://schemas.microsoft.com/office/drawing/2014/main" id="{45601B33-8209-4ABC-AC9F-66A84E080C7F}"/>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33 / 50</a:t>
            </a:r>
          </a:p>
        </p:txBody>
      </p:sp>
    </p:spTree>
    <p:extLst>
      <p:ext uri="{BB962C8B-B14F-4D97-AF65-F5344CB8AC3E}">
        <p14:creationId xmlns:p14="http://schemas.microsoft.com/office/powerpoint/2010/main" val="1165022792"/>
      </p:ext>
    </p:extLst>
  </p:cSld>
</p:sld>
</file>

<file path=ppt/slides/slide34.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16" name="text-243">
            <a:extLst xmlns:a="http://schemas.openxmlformats.org/drawingml/2006/main">
              <a:ext uri="{FF2B5EF4-FFF2-40B4-BE49-F238E27FC236}">
                <a16:creationId xmlns:a16="http://schemas.microsoft.com/office/drawing/2014/main" id="{7D728C34-D848-41EF-AA9D-61EAC58C4439}"/>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a892bc811ec9462e"/>
              </a:rPr>
              <a:t>⌂</a:t>
            </a:r>
          </a:p>
        </p:txBody>
      </p:sp>
      <p:sp>
        <p:nvSpPr>
          <p:cNvPr id="2" name="title-244">
            <a:extLst xmlns:a="http://schemas.openxmlformats.org/drawingml/2006/main">
              <a:ext uri="{FF2B5EF4-FFF2-40B4-BE49-F238E27FC236}">
                <a16:creationId xmlns:a16="http://schemas.microsoft.com/office/drawing/2014/main" id="{917863E8-769B-4F92-AFC8-9425C25A04FE}"/>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סביל בהמלצה</a:t>
            </a:r>
          </a:p>
        </p:txBody>
      </p:sp>
      <p:sp>
        <p:nvSpPr>
          <p:cNvPr id="3" name="text-245">
            <a:extLst xmlns:a="http://schemas.openxmlformats.org/drawingml/2006/main">
              <a:ext uri="{FF2B5EF4-FFF2-40B4-BE49-F238E27FC236}">
                <a16:creationId xmlns:a16="http://schemas.microsoft.com/office/drawing/2014/main" id="{D66F33EE-6830-440B-9EEF-A16617FB7E4F}"/>
              </a:ext>
            </a:extLst>
          </p:cNvPr>
          <p:cNvSpPr>
            <a:spLocks xmlns:a="http://schemas.openxmlformats.org/drawingml/2006/main" noGrp="1"/>
          </p:cNvSpPr>
          <p:nvPr/>
        </p:nvSpPr>
        <p:spPr>
          <a:xfrm xmlns:a="http://schemas.openxmlformats.org/drawingml/2006/main">
            <a:off x="1680520" y="1776413"/>
            <a:ext cx="1198797"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Every</a:t>
            </a:r>
          </a:p>
        </p:txBody>
      </p:sp>
      <p:sp>
        <p:nvSpPr>
          <p:cNvPr id="4" name="text-246">
            <a:extLst xmlns:a="http://schemas.openxmlformats.org/drawingml/2006/main">
              <a:ext uri="{FF2B5EF4-FFF2-40B4-BE49-F238E27FC236}">
                <a16:creationId xmlns:a16="http://schemas.microsoft.com/office/drawing/2014/main" id="{CD1219D9-20AC-43BD-BCF6-236A5E90A3F9}"/>
              </a:ext>
            </a:extLst>
          </p:cNvPr>
          <p:cNvSpPr>
            <a:spLocks xmlns:a="http://schemas.openxmlformats.org/drawingml/2006/main" noGrp="1"/>
          </p:cNvSpPr>
          <p:nvPr/>
        </p:nvSpPr>
        <p:spPr>
          <a:xfrm xmlns:a="http://schemas.openxmlformats.org/drawingml/2006/main">
            <a:off x="2957108" y="1776413"/>
            <a:ext cx="1605511"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student</a:t>
            </a:r>
          </a:p>
        </p:txBody>
      </p:sp>
      <p:sp>
        <p:nvSpPr>
          <p:cNvPr id="5" name="text-247">
            <a:extLst xmlns:a="http://schemas.openxmlformats.org/drawingml/2006/main">
              <a:ext uri="{FF2B5EF4-FFF2-40B4-BE49-F238E27FC236}">
                <a16:creationId xmlns:a16="http://schemas.microsoft.com/office/drawing/2014/main" id="{5C644303-2CED-4CB1-A590-96FE685A6ADA}"/>
              </a:ext>
            </a:extLst>
          </p:cNvPr>
          <p:cNvSpPr>
            <a:spLocks xmlns:a="http://schemas.openxmlformats.org/drawingml/2006/main" noGrp="1"/>
          </p:cNvSpPr>
          <p:nvPr/>
        </p:nvSpPr>
        <p:spPr>
          <a:xfrm xmlns:a="http://schemas.openxmlformats.org/drawingml/2006/main">
            <a:off x="4640410" y="1776413"/>
            <a:ext cx="1439224"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should</a:t>
            </a:r>
          </a:p>
        </p:txBody>
      </p:sp>
      <p:sp>
        <p:nvSpPr>
          <p:cNvPr id="6" name="text-248">
            <a:extLst xmlns:a="http://schemas.openxmlformats.org/drawingml/2006/main">
              <a:ext uri="{FF2B5EF4-FFF2-40B4-BE49-F238E27FC236}">
                <a16:creationId xmlns:a16="http://schemas.microsoft.com/office/drawing/2014/main" id="{E846CD97-DA77-4BE7-9AA3-DAF8464A5263}"/>
              </a:ext>
            </a:extLst>
          </p:cNvPr>
          <p:cNvSpPr>
            <a:spLocks xmlns:a="http://schemas.openxmlformats.org/drawingml/2006/main" noGrp="1"/>
          </p:cNvSpPr>
          <p:nvPr/>
        </p:nvSpPr>
        <p:spPr>
          <a:xfrm xmlns:a="http://schemas.openxmlformats.org/drawingml/2006/main">
            <a:off x="6176474" y="1776413"/>
            <a:ext cx="2678411"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DFFF5B"/>
                </a:solidFill>
                <a:latin typeface="Nunito"/>
                <a:ea typeface="Nunito"/>
                <a:cs typeface="Nunito"/>
              </a:defRPr>
            </a:pPr>
            <a:r>
              <a:rPr sz="3225" b="1">
                <a:solidFill>
                  <a:srgbClr val="DFFF5B"/>
                </a:solidFill>
                <a:latin typeface="Nunito"/>
                <a:ea typeface="Nunito"/>
                <a:cs typeface="Nunito"/>
              </a:rPr>
              <a:t>be included</a:t>
            </a:r>
          </a:p>
        </p:txBody>
      </p:sp>
      <p:sp>
        <p:nvSpPr>
          <p:cNvPr id="7" name="gap-line-34">
            <a:extLst xmlns:a="http://schemas.openxmlformats.org/drawingml/2006/main">
              <a:ext uri="{FF2B5EF4-FFF2-40B4-BE49-F238E27FC236}">
                <a16:creationId xmlns:a16="http://schemas.microsoft.com/office/drawing/2014/main" id="{F3743A1D-A3C0-4BA8-901C-F0FABBAD2131}"/>
              </a:ext>
            </a:extLst>
          </p:cNvPr>
          <p:cNvSpPr>
            <a:spLocks xmlns:a="http://schemas.openxmlformats.org/drawingml/2006/main" noGrp="1"/>
          </p:cNvSpPr>
          <p:nvPr/>
        </p:nvSpPr>
        <p:spPr>
          <a:xfrm xmlns:a="http://schemas.openxmlformats.org/drawingml/2006/main">
            <a:off x="6176474" y="2319338"/>
            <a:ext cx="2678411" cy="0"/>
          </a:xfrm>
          <a:prstGeom xmlns:a="http://schemas.openxmlformats.org/drawingml/2006/main" prst="line">
            <a:avLst/>
          </a:prstGeom>
          <a:ln xmlns:a="http://schemas.openxmlformats.org/drawingml/2006/main" w="19050">
            <a:solidFill>
              <a:srgbClr val="DFFF5B"/>
            </a:solidFill>
          </a:ln>
        </p:spPr>
      </p:sp>
      <p:sp>
        <p:nvSpPr>
          <p:cNvPr id="8" name="text-249">
            <a:extLst xmlns:a="http://schemas.openxmlformats.org/drawingml/2006/main">
              <a:ext uri="{FF2B5EF4-FFF2-40B4-BE49-F238E27FC236}">
                <a16:creationId xmlns:a16="http://schemas.microsoft.com/office/drawing/2014/main" id="{EBB704BC-784A-4753-9EA3-811F967C14FC}"/>
              </a:ext>
            </a:extLst>
          </p:cNvPr>
          <p:cNvSpPr>
            <a:spLocks xmlns:a="http://schemas.openxmlformats.org/drawingml/2006/main" noGrp="1"/>
          </p:cNvSpPr>
          <p:nvPr/>
        </p:nvSpPr>
        <p:spPr>
          <a:xfrm xmlns:a="http://schemas.openxmlformats.org/drawingml/2006/main">
            <a:off x="8951726" y="1776413"/>
            <a:ext cx="401502"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in</a:t>
            </a:r>
          </a:p>
        </p:txBody>
      </p:sp>
      <p:sp>
        <p:nvSpPr>
          <p:cNvPr id="9" name="text-250">
            <a:extLst xmlns:a="http://schemas.openxmlformats.org/drawingml/2006/main">
              <a:ext uri="{FF2B5EF4-FFF2-40B4-BE49-F238E27FC236}">
                <a16:creationId xmlns:a16="http://schemas.microsoft.com/office/drawing/2014/main" id="{F68DC34C-EE2B-4840-9973-34C93041E17F}"/>
              </a:ext>
            </a:extLst>
          </p:cNvPr>
          <p:cNvSpPr>
            <a:spLocks xmlns:a="http://schemas.openxmlformats.org/drawingml/2006/main" noGrp="1"/>
          </p:cNvSpPr>
          <p:nvPr/>
        </p:nvSpPr>
        <p:spPr>
          <a:xfrm xmlns:a="http://schemas.openxmlformats.org/drawingml/2006/main">
            <a:off x="9431018" y="1776413"/>
            <a:ext cx="1080463"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class</a:t>
            </a:r>
          </a:p>
        </p:txBody>
      </p:sp>
      <p:sp>
        <p:nvSpPr>
          <p:cNvPr id="10" name="text-251">
            <a:extLst xmlns:a="http://schemas.openxmlformats.org/drawingml/2006/main">
              <a:ext uri="{FF2B5EF4-FFF2-40B4-BE49-F238E27FC236}">
                <a16:creationId xmlns:a16="http://schemas.microsoft.com/office/drawing/2014/main" id="{453AF3E1-701E-4AAD-8394-D763A912BEE5}"/>
              </a:ext>
            </a:extLst>
          </p:cNvPr>
          <p:cNvSpPr>
            <a:spLocks xmlns:a="http://schemas.openxmlformats.org/drawingml/2006/main" noGrp="1"/>
          </p:cNvSpPr>
          <p:nvPr/>
        </p:nvSpPr>
        <p:spPr>
          <a:xfrm xmlns:a="http://schemas.openxmlformats.org/drawingml/2006/main">
            <a:off x="5334347" y="2395538"/>
            <a:ext cx="1523307"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a:solidFill>
                  <a:srgbClr val="F7F7F2"/>
                </a:solidFill>
                <a:latin typeface="Nunito"/>
                <a:ea typeface="Nunito"/>
                <a:cs typeface="Nunito"/>
              </a:defRPr>
            </a:pPr>
            <a:r>
              <a:rPr sz="3225" b="1">
                <a:solidFill>
                  <a:srgbClr val="F7F7F2"/>
                </a:solidFill>
                <a:latin typeface="Nunito"/>
                <a:ea typeface="Nunito"/>
                <a:cs typeface="Nunito"/>
              </a:rPr>
              <a:t>games.</a:t>
            </a:r>
          </a:p>
        </p:txBody>
      </p:sp>
      <p:sp>
        <p:nvSpPr>
          <p:cNvPr id="11" name="text-252">
            <a:extLst xmlns:a="http://schemas.openxmlformats.org/drawingml/2006/main">
              <a:ext uri="{FF2B5EF4-FFF2-40B4-BE49-F238E27FC236}">
                <a16:creationId xmlns:a16="http://schemas.microsoft.com/office/drawing/2014/main" id="{2D34F6D6-87F9-4ECB-8A08-93409B2902FC}"/>
              </a:ext>
            </a:extLst>
          </p:cNvPr>
          <p:cNvSpPr>
            <a:spLocks xmlns:a="http://schemas.openxmlformats.org/drawingml/2006/main" noGrp="1"/>
          </p:cNvSpPr>
          <p:nvPr/>
        </p:nvSpPr>
        <p:spPr>
          <a:xfrm xmlns:a="http://schemas.openxmlformats.org/drawingml/2006/main">
            <a:off x="85725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7F7F2"/>
                </a:solidFill>
                <a:latin typeface="Nunito"/>
                <a:ea typeface="Nunito"/>
                <a:cs typeface="Nunito"/>
              </a:defRPr>
            </a:pPr>
            <a:r>
              <a:rPr sz="2475" b="1">
                <a:solidFill>
                  <a:srgbClr val="F7F7F2"/>
                </a:solidFill>
                <a:latin typeface="Nunito"/>
                <a:ea typeface="Nunito"/>
                <a:cs typeface="Nunito"/>
              </a:rPr>
              <a:t>A   include</a:t>
            </a:r>
          </a:p>
        </p:txBody>
      </p:sp>
      <p:sp>
        <p:nvSpPr>
          <p:cNvPr id="12" name="text-253">
            <a:extLst xmlns:a="http://schemas.openxmlformats.org/drawingml/2006/main">
              <a:ext uri="{FF2B5EF4-FFF2-40B4-BE49-F238E27FC236}">
                <a16:creationId xmlns:a16="http://schemas.microsoft.com/office/drawing/2014/main" id="{685FC9EE-4C3E-440B-897F-E270F15E06A9}"/>
              </a:ext>
            </a:extLst>
          </p:cNvPr>
          <p:cNvSpPr>
            <a:spLocks xmlns:a="http://schemas.openxmlformats.org/drawingml/2006/main" noGrp="1"/>
          </p:cNvSpPr>
          <p:nvPr/>
        </p:nvSpPr>
        <p:spPr>
          <a:xfrm xmlns:a="http://schemas.openxmlformats.org/drawingml/2006/main">
            <a:off x="441960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DFFF5B"/>
                </a:solidFill>
                <a:latin typeface="Nunito"/>
                <a:ea typeface="Nunito"/>
                <a:cs typeface="Nunito"/>
              </a:defRPr>
            </a:pPr>
            <a:r>
              <a:rPr sz="2475" b="1">
                <a:solidFill>
                  <a:srgbClr val="DFFF5B"/>
                </a:solidFill>
                <a:latin typeface="Nunito"/>
                <a:ea typeface="Nunito"/>
                <a:cs typeface="Nunito"/>
              </a:rPr>
              <a:t>B   be included</a:t>
            </a:r>
          </a:p>
        </p:txBody>
      </p:sp>
      <p:sp>
        <p:nvSpPr>
          <p:cNvPr id="13" name="text-254">
            <a:extLst xmlns:a="http://schemas.openxmlformats.org/drawingml/2006/main">
              <a:ext uri="{FF2B5EF4-FFF2-40B4-BE49-F238E27FC236}">
                <a16:creationId xmlns:a16="http://schemas.microsoft.com/office/drawing/2014/main" id="{F52536CC-EC0D-4E28-AD48-497D4D1DE99E}"/>
              </a:ext>
            </a:extLst>
          </p:cNvPr>
          <p:cNvSpPr>
            <a:spLocks xmlns:a="http://schemas.openxmlformats.org/drawingml/2006/main" noGrp="1"/>
          </p:cNvSpPr>
          <p:nvPr/>
        </p:nvSpPr>
        <p:spPr>
          <a:xfrm xmlns:a="http://schemas.openxmlformats.org/drawingml/2006/main">
            <a:off x="7981950" y="3600450"/>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7F7F2"/>
                </a:solidFill>
                <a:latin typeface="Nunito"/>
                <a:ea typeface="Nunito"/>
                <a:cs typeface="Nunito"/>
              </a:defRPr>
            </a:pPr>
            <a:r>
              <a:rPr sz="2475" b="1">
                <a:solidFill>
                  <a:srgbClr val="F7F7F2"/>
                </a:solidFill>
                <a:latin typeface="Nunito"/>
                <a:ea typeface="Nunito"/>
                <a:cs typeface="Nunito"/>
              </a:rPr>
              <a:t>C   be include</a:t>
            </a:r>
          </a:p>
        </p:txBody>
      </p:sp>
      <p:sp>
        <p:nvSpPr>
          <p:cNvPr id="14" name="text-255">
            <a:extLst xmlns:a="http://schemas.openxmlformats.org/drawingml/2006/main">
              <a:ext uri="{FF2B5EF4-FFF2-40B4-BE49-F238E27FC236}">
                <a16:creationId xmlns:a16="http://schemas.microsoft.com/office/drawing/2014/main" id="{0B783999-186F-413F-BCBE-4F823106EDF1}"/>
              </a:ext>
            </a:extLst>
          </p:cNvPr>
          <p:cNvSpPr>
            <a:spLocks xmlns:a="http://schemas.openxmlformats.org/drawingml/2006/main" noGrp="1"/>
          </p:cNvSpPr>
          <p:nvPr/>
        </p:nvSpPr>
        <p:spPr>
          <a:xfrm xmlns:a="http://schemas.openxmlformats.org/drawingml/2006/main">
            <a:off x="876300" y="4895850"/>
            <a:ext cx="104394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DFFF5B"/>
                </a:solidFill>
                <a:latin typeface="Nunito"/>
                <a:ea typeface="Nunito"/>
                <a:cs typeface="Nunito"/>
              </a:defRPr>
            </a:pPr>
            <a:r>
              <a:rPr sz="2250" b="1">
                <a:solidFill>
                  <a:srgbClr val="DFFF5B"/>
                </a:solidFill>
                <a:latin typeface="Nunito"/>
                <a:ea typeface="Nunito"/>
                <a:cs typeface="Nunito"/>
              </a:rPr>
              <a:t>should be + V3: should be included.</a:t>
            </a:r>
          </a:p>
        </p:txBody>
      </p:sp>
      <p:sp>
        <p:nvSpPr>
          <p:cNvPr id="15" name="text-256">
            <a:extLst xmlns:a="http://schemas.openxmlformats.org/drawingml/2006/main">
              <a:ext uri="{FF2B5EF4-FFF2-40B4-BE49-F238E27FC236}">
                <a16:creationId xmlns:a16="http://schemas.microsoft.com/office/drawing/2014/main" id="{29597D56-1A86-4624-9EBD-5E2FFAFAFDC8}"/>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34 / 50</a:t>
            </a:r>
          </a:p>
        </p:txBody>
      </p:sp>
    </p:spTree>
    <p:extLst>
      <p:ext uri="{BB962C8B-B14F-4D97-AF65-F5344CB8AC3E}">
        <p14:creationId xmlns:p14="http://schemas.microsoft.com/office/powerpoint/2010/main" val="683400147"/>
      </p:ext>
    </p:extLst>
  </p:cSld>
</p:sld>
</file>

<file path=ppt/slides/slide35.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257">
            <a:extLst xmlns:a="http://schemas.openxmlformats.org/drawingml/2006/main">
              <a:ext uri="{FF2B5EF4-FFF2-40B4-BE49-F238E27FC236}">
                <a16:creationId xmlns:a16="http://schemas.microsoft.com/office/drawing/2014/main" id="{D427FF31-7D9F-40F2-9E71-91B2E91986C9}"/>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27a99c915c034e45"/>
              </a:rPr>
              <a:t>⌂</a:t>
            </a:r>
          </a:p>
        </p:txBody>
      </p:sp>
      <p:sp>
        <p:nvSpPr>
          <p:cNvPr id="2" name="title-258">
            <a:extLst xmlns:a="http://schemas.openxmlformats.org/drawingml/2006/main">
              <a:ext uri="{FF2B5EF4-FFF2-40B4-BE49-F238E27FC236}">
                <a16:creationId xmlns:a16="http://schemas.microsoft.com/office/drawing/2014/main" id="{D3429921-1AED-4877-9FBB-72EA78BA6344}"/>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8 · המלצה בסביל</a:t>
            </a:r>
          </a:p>
        </p:txBody>
      </p:sp>
      <p:sp>
        <p:nvSpPr>
          <p:cNvPr id="3" name="text-259">
            <a:extLst xmlns:a="http://schemas.openxmlformats.org/drawingml/2006/main">
              <a:ext uri="{FF2B5EF4-FFF2-40B4-BE49-F238E27FC236}">
                <a16:creationId xmlns:a16="http://schemas.microsoft.com/office/drawing/2014/main" id="{64A7270C-416C-4496-9F29-7205F23C65BF}"/>
              </a:ext>
            </a:extLst>
          </p:cNvPr>
          <p:cNvSpPr>
            <a:spLocks xmlns:a="http://schemas.openxmlformats.org/drawingml/2006/main" noGrp="1"/>
          </p:cNvSpPr>
          <p:nvPr/>
        </p:nvSpPr>
        <p:spPr>
          <a:xfrm xmlns:a="http://schemas.openxmlformats.org/drawingml/2006/main">
            <a:off x="857250" y="1562100"/>
            <a:ext cx="10477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375" b="1">
                <a:solidFill>
                  <a:srgbClr val="F7F7F2"/>
                </a:solidFill>
                <a:latin typeface="Nunito"/>
                <a:ea typeface="Nunito"/>
                <a:cs typeface="Nunito"/>
              </a:defRPr>
            </a:pPr>
            <a:r>
              <a:rPr sz="3375" b="1">
                <a:solidFill>
                  <a:srgbClr val="F7F7F2"/>
                </a:solidFill>
                <a:latin typeface="Nunito"/>
                <a:ea typeface="Nunito"/>
                <a:cs typeface="Nunito"/>
              </a:rPr>
              <a:t>Therefore, every student should be ...</a:t>
            </a:r>
          </a:p>
        </p:txBody>
      </p:sp>
      <p:sp>
        <p:nvSpPr>
          <p:cNvPr id="4" name="text-260">
            <a:extLst xmlns:a="http://schemas.openxmlformats.org/drawingml/2006/main">
              <a:ext uri="{FF2B5EF4-FFF2-40B4-BE49-F238E27FC236}">
                <a16:creationId xmlns:a16="http://schemas.microsoft.com/office/drawing/2014/main" id="{E28CA2A3-D117-4B47-B688-0ED97153CF90}"/>
              </a:ext>
            </a:extLst>
          </p:cNvPr>
          <p:cNvSpPr>
            <a:spLocks xmlns:a="http://schemas.openxmlformats.org/drawingml/2006/main" noGrp="1"/>
          </p:cNvSpPr>
          <p:nvPr/>
        </p:nvSpPr>
        <p:spPr>
          <a:xfrm xmlns:a="http://schemas.openxmlformats.org/drawingml/2006/main">
            <a:off x="952500" y="3143250"/>
            <a:ext cx="1028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325" b="1" lang="he-IL">
                <a:solidFill>
                  <a:srgbClr val="A9BDD2"/>
                </a:solidFill>
                <a:latin typeface="Heebo"/>
                <a:ea typeface="Heebo"/>
                <a:cs typeface="Heebo"/>
              </a:defRPr>
            </a:pPr>
            <a:r>
              <a:rPr sz="2325" b="1" lang="he-IL">
                <a:solidFill>
                  <a:srgbClr val="A9BDD2"/>
                </a:solidFill>
                <a:latin typeface="Heebo"/>
                <a:ea typeface="Heebo"/>
                <a:cs typeface="Heebo"/>
              </a:rPr>
              <a:t>סיימו בהמלצה שתומכת בעמדה.</a:t>
            </a:r>
          </a:p>
        </p:txBody>
      </p:sp>
      <p:sp>
        <p:nvSpPr>
          <p:cNvPr id="5" name="text-261">
            <a:extLst xmlns:a="http://schemas.openxmlformats.org/drawingml/2006/main">
              <a:ext uri="{FF2B5EF4-FFF2-40B4-BE49-F238E27FC236}">
                <a16:creationId xmlns:a16="http://schemas.microsoft.com/office/drawing/2014/main" id="{44A0F530-AF6C-415A-A167-776FF3726A89}"/>
              </a:ext>
            </a:extLst>
          </p:cNvPr>
          <p:cNvSpPr>
            <a:spLocks xmlns:a="http://schemas.openxmlformats.org/drawingml/2006/main" noGrp="1"/>
          </p:cNvSpPr>
          <p:nvPr/>
        </p:nvSpPr>
        <p:spPr>
          <a:xfrm xmlns:a="http://schemas.openxmlformats.org/drawingml/2006/main">
            <a:off x="952500" y="43434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375" b="1">
                <a:solidFill>
                  <a:srgbClr val="FFC857"/>
                </a:solidFill>
                <a:latin typeface="Nunito"/>
                <a:ea typeface="Nunito"/>
                <a:cs typeface="Nunito"/>
              </a:defRPr>
            </a:pPr>
            <a:r>
              <a:rPr sz="6375" b="1">
                <a:solidFill>
                  <a:srgbClr val="FFC857"/>
                </a:solidFill>
                <a:latin typeface="Nunito"/>
                <a:ea typeface="Nunito"/>
                <a:cs typeface="Nunito"/>
              </a:rPr>
              <a:t>00:45</a:t>
            </a:r>
          </a:p>
        </p:txBody>
      </p:sp>
      <p:sp>
        <p:nvSpPr>
          <p:cNvPr id="6" name="text-262">
            <a:extLst xmlns:a="http://schemas.openxmlformats.org/drawingml/2006/main">
              <a:ext uri="{FF2B5EF4-FFF2-40B4-BE49-F238E27FC236}">
                <a16:creationId xmlns:a16="http://schemas.microsoft.com/office/drawing/2014/main" id="{450B774F-F086-414D-B546-A0AA664EADD0}"/>
              </a:ext>
            </a:extLst>
          </p:cNvPr>
          <p:cNvSpPr>
            <a:spLocks xmlns:a="http://schemas.openxmlformats.org/drawingml/2006/main" noGrp="1"/>
          </p:cNvSpPr>
          <p:nvPr/>
        </p:nvSpPr>
        <p:spPr>
          <a:xfrm xmlns:a="http://schemas.openxmlformats.org/drawingml/2006/main">
            <a:off x="952500" y="5553075"/>
            <a:ext cx="1028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00" b="1" lang="he-IL">
                <a:solidFill>
                  <a:srgbClr val="4EE5FF"/>
                </a:solidFill>
                <a:latin typeface="Heebo"/>
                <a:ea typeface="Heebo"/>
                <a:cs typeface="Heebo"/>
              </a:defRPr>
            </a:pPr>
            <a:r>
              <a:rPr sz="1800" b="1" lang="he-IL">
                <a:solidFill>
                  <a:srgbClr val="4EE5FF"/>
                </a:solidFill>
                <a:latin typeface="Heebo"/>
                <a:ea typeface="Heebo"/>
                <a:cs typeface="Heebo"/>
                <a:hlinkClick xmlns:r="http://schemas.openxmlformats.org/officeDocument/2006/relationships" r:id="Rbdc7a1aa616f40ea"/>
              </a:rPr>
              <a:t>שעון פעיל במצגת באתר</a:t>
            </a:r>
          </a:p>
        </p:txBody>
      </p:sp>
      <p:sp>
        <p:nvSpPr>
          <p:cNvPr id="7" name="text-263">
            <a:extLst xmlns:a="http://schemas.openxmlformats.org/drawingml/2006/main">
              <a:ext uri="{FF2B5EF4-FFF2-40B4-BE49-F238E27FC236}">
                <a16:creationId xmlns:a16="http://schemas.microsoft.com/office/drawing/2014/main" id="{997C222A-5E0D-4B29-8E28-2F2441E7FBA4}"/>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35 / 50</a:t>
            </a:r>
          </a:p>
        </p:txBody>
      </p:sp>
    </p:spTree>
    <p:extLst>
      <p:ext uri="{BB962C8B-B14F-4D97-AF65-F5344CB8AC3E}">
        <p14:creationId xmlns:p14="http://schemas.microsoft.com/office/powerpoint/2010/main" val="876395699"/>
      </p:ext>
    </p:extLst>
  </p:cSld>
</p:sld>
</file>

<file path=ppt/slides/slide36.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9" name="text-264">
            <a:extLst xmlns:a="http://schemas.openxmlformats.org/drawingml/2006/main">
              <a:ext uri="{FF2B5EF4-FFF2-40B4-BE49-F238E27FC236}">
                <a16:creationId xmlns:a16="http://schemas.microsoft.com/office/drawing/2014/main" id="{10F55296-B25C-4598-8C02-747522C59595}"/>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663e27b338c341dd"/>
              </a:rPr>
              <a:t>⌂</a:t>
            </a:r>
          </a:p>
        </p:txBody>
      </p:sp>
      <p:sp>
        <p:nvSpPr>
          <p:cNvPr id="2" name="title-265">
            <a:extLst xmlns:a="http://schemas.openxmlformats.org/drawingml/2006/main">
              <a:ext uri="{FF2B5EF4-FFF2-40B4-BE49-F238E27FC236}">
                <a16:creationId xmlns:a16="http://schemas.microsoft.com/office/drawing/2014/main" id="{F94A7D08-72C7-4ADD-9A7B-8669A1323EBB}"/>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החיבור עד עכשיו</a:t>
            </a:r>
          </a:p>
        </p:txBody>
      </p:sp>
      <p:sp>
        <p:nvSpPr>
          <p:cNvPr id="3" name="text-266">
            <a:extLst xmlns:a="http://schemas.openxmlformats.org/drawingml/2006/main">
              <a:ext uri="{FF2B5EF4-FFF2-40B4-BE49-F238E27FC236}">
                <a16:creationId xmlns:a16="http://schemas.microsoft.com/office/drawing/2014/main" id="{B1851BF7-E888-44C9-9D4D-D97369281ECC}"/>
              </a:ext>
            </a:extLst>
          </p:cNvPr>
          <p:cNvSpPr>
            <a:spLocks xmlns:a="http://schemas.openxmlformats.org/drawingml/2006/main" noGrp="1"/>
          </p:cNvSpPr>
          <p:nvPr/>
        </p:nvSpPr>
        <p:spPr>
          <a:xfrm xmlns:a="http://schemas.openxmlformats.org/drawingml/2006/main">
            <a:off x="838200" y="1257300"/>
            <a:ext cx="10515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School games are part of school life, but some students play better than others. I claim that every student should have a chance to play.</a:t>
            </a:r>
          </a:p>
        </p:txBody>
      </p:sp>
      <p:sp>
        <p:nvSpPr>
          <p:cNvPr id="4" name="text-267">
            <a:extLst xmlns:a="http://schemas.openxmlformats.org/drawingml/2006/main">
              <a:ext uri="{FF2B5EF4-FFF2-40B4-BE49-F238E27FC236}">
                <a16:creationId xmlns:a16="http://schemas.microsoft.com/office/drawing/2014/main" id="{24C7C6FE-5430-4BF4-8E8B-35FC027FB987}"/>
              </a:ext>
            </a:extLst>
          </p:cNvPr>
          <p:cNvSpPr>
            <a:spLocks xmlns:a="http://schemas.openxmlformats.org/drawingml/2006/main" noGrp="1"/>
          </p:cNvSpPr>
          <p:nvPr/>
        </p:nvSpPr>
        <p:spPr>
          <a:xfrm xmlns:a="http://schemas.openxmlformats.org/drawingml/2006/main">
            <a:off x="838200" y="2143125"/>
            <a:ext cx="105156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On the one hand, some students may make more mistakes during games. If they play, the team will sometimes lose since these mistakes can help the other team.</a:t>
            </a:r>
          </a:p>
        </p:txBody>
      </p:sp>
      <p:sp>
        <p:nvSpPr>
          <p:cNvPr id="5" name="text-268">
            <a:extLst xmlns:a="http://schemas.openxmlformats.org/drawingml/2006/main">
              <a:ext uri="{FF2B5EF4-FFF2-40B4-BE49-F238E27FC236}">
                <a16:creationId xmlns:a16="http://schemas.microsoft.com/office/drawing/2014/main" id="{292686F8-A4FB-46F1-B098-4416FFBE87A8}"/>
              </a:ext>
            </a:extLst>
          </p:cNvPr>
          <p:cNvSpPr>
            <a:spLocks xmlns:a="http://schemas.openxmlformats.org/drawingml/2006/main" noGrp="1"/>
          </p:cNvSpPr>
          <p:nvPr/>
        </p:nvSpPr>
        <p:spPr>
          <a:xfrm xmlns:a="http://schemas.openxmlformats.org/drawingml/2006/main">
            <a:off x="838200" y="3476625"/>
            <a:ext cx="105156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On the other hand, playing together can help students make friends and feel better. Some students have felt alone, so joining a team can help them.</a:t>
            </a:r>
          </a:p>
        </p:txBody>
      </p:sp>
      <p:sp>
        <p:nvSpPr>
          <p:cNvPr id="6" name="text-269">
            <a:extLst xmlns:a="http://schemas.openxmlformats.org/drawingml/2006/main">
              <a:ext uri="{FF2B5EF4-FFF2-40B4-BE49-F238E27FC236}">
                <a16:creationId xmlns:a16="http://schemas.microsoft.com/office/drawing/2014/main" id="{D5B1C44C-2C51-45B1-A17C-FD62759CD766}"/>
              </a:ext>
            </a:extLst>
          </p:cNvPr>
          <p:cNvSpPr>
            <a:spLocks xmlns:a="http://schemas.openxmlformats.org/drawingml/2006/main" noGrp="1"/>
          </p:cNvSpPr>
          <p:nvPr/>
        </p:nvSpPr>
        <p:spPr>
          <a:xfrm xmlns:a="http://schemas.openxmlformats.org/drawingml/2006/main">
            <a:off x="838200" y="4810125"/>
            <a:ext cx="10515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In conclusion, I believe that everyone should have a chance to play. Therefore, every student should be included in class games.</a:t>
            </a:r>
          </a:p>
        </p:txBody>
      </p:sp>
      <p:sp>
        <p:nvSpPr>
          <p:cNvPr id="7" name="text-270">
            <a:extLst xmlns:a="http://schemas.openxmlformats.org/drawingml/2006/main">
              <a:ext uri="{FF2B5EF4-FFF2-40B4-BE49-F238E27FC236}">
                <a16:creationId xmlns:a16="http://schemas.microsoft.com/office/drawing/2014/main" id="{33CD69B7-AEA3-410B-B8C4-CE2D60F9E177}"/>
              </a:ext>
            </a:extLst>
          </p:cNvPr>
          <p:cNvSpPr>
            <a:spLocks xmlns:a="http://schemas.openxmlformats.org/drawingml/2006/main" noGrp="1"/>
          </p:cNvSpPr>
          <p:nvPr/>
        </p:nvSpPr>
        <p:spPr>
          <a:xfrm xmlns:a="http://schemas.openxmlformats.org/drawingml/2006/main">
            <a:off x="85725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DFFF5B"/>
                </a:solidFill>
                <a:latin typeface="Heebo"/>
                <a:ea typeface="Heebo"/>
                <a:cs typeface="Heebo"/>
              </a:defRPr>
            </a:pPr>
            <a:r>
              <a:rPr sz="1650" b="1" lang="he-IL">
                <a:solidFill>
                  <a:srgbClr val="DFFF5B"/>
                </a:solidFill>
                <a:latin typeface="Heebo"/>
                <a:ea typeface="Heebo"/>
                <a:cs typeface="Heebo"/>
              </a:rPr>
              <a:t>שלב 8/10 · 100 מילים · נוסיף דוגמה בגוף</a:t>
            </a:r>
          </a:p>
        </p:txBody>
      </p:sp>
      <p:sp>
        <p:nvSpPr>
          <p:cNvPr id="8" name="text-271">
            <a:extLst xmlns:a="http://schemas.openxmlformats.org/drawingml/2006/main">
              <a:ext uri="{FF2B5EF4-FFF2-40B4-BE49-F238E27FC236}">
                <a16:creationId xmlns:a16="http://schemas.microsoft.com/office/drawing/2014/main" id="{884E840B-AF89-4F67-BA72-3D66F23992B7}"/>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36 / 50</a:t>
            </a:r>
          </a:p>
        </p:txBody>
      </p:sp>
    </p:spTree>
    <p:extLst>
      <p:ext uri="{BB962C8B-B14F-4D97-AF65-F5344CB8AC3E}">
        <p14:creationId xmlns:p14="http://schemas.microsoft.com/office/powerpoint/2010/main" val="1695777010"/>
      </p:ext>
    </p:extLst>
  </p:cSld>
</p:sld>
</file>

<file path=ppt/slides/slide37.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272">
            <a:extLst xmlns:a="http://schemas.openxmlformats.org/drawingml/2006/main">
              <a:ext uri="{FF2B5EF4-FFF2-40B4-BE49-F238E27FC236}">
                <a16:creationId xmlns:a16="http://schemas.microsoft.com/office/drawing/2014/main" id="{14D256E7-187D-42AB-9C2E-AB799417E652}"/>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c57c6cc6c9f04a9c"/>
              </a:rPr>
              <a:t>⌂</a:t>
            </a:r>
          </a:p>
        </p:txBody>
      </p:sp>
      <p:sp>
        <p:nvSpPr>
          <p:cNvPr id="2" name="title-273">
            <a:extLst xmlns:a="http://schemas.openxmlformats.org/drawingml/2006/main">
              <a:ext uri="{FF2B5EF4-FFF2-40B4-BE49-F238E27FC236}">
                <a16:creationId xmlns:a16="http://schemas.microsoft.com/office/drawing/2014/main" id="{A7382AC4-E866-4251-92CF-869736E7954D}"/>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הטיוטה עדיין קצרה</a:t>
            </a:r>
          </a:p>
        </p:txBody>
      </p:sp>
      <p:sp>
        <p:nvSpPr>
          <p:cNvPr id="3" name="text-274">
            <a:extLst xmlns:a="http://schemas.openxmlformats.org/drawingml/2006/main">
              <a:ext uri="{FF2B5EF4-FFF2-40B4-BE49-F238E27FC236}">
                <a16:creationId xmlns:a16="http://schemas.microsoft.com/office/drawing/2014/main" id="{00BAEB78-4125-420E-BA0A-304D169E7A24}"/>
              </a:ext>
            </a:extLst>
          </p:cNvPr>
          <p:cNvSpPr>
            <a:spLocks xmlns:a="http://schemas.openxmlformats.org/drawingml/2006/main" noGrp="1"/>
          </p:cNvSpPr>
          <p:nvPr/>
        </p:nvSpPr>
        <p:spPr>
          <a:xfrm xmlns:a="http://schemas.openxmlformats.org/drawingml/2006/main">
            <a:off x="809625" y="1438275"/>
            <a:ext cx="1057275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100 words</a:t>
            </a:r>
          </a:p>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Add an example. Add one more idea.</a:t>
            </a:r>
          </a:p>
        </p:txBody>
      </p:sp>
      <p:sp>
        <p:nvSpPr>
          <p:cNvPr id="4" name="text-275">
            <a:extLst xmlns:a="http://schemas.openxmlformats.org/drawingml/2006/main">
              <a:ext uri="{FF2B5EF4-FFF2-40B4-BE49-F238E27FC236}">
                <a16:creationId xmlns:a16="http://schemas.microsoft.com/office/drawing/2014/main" id="{05401084-D23D-4595-8F4B-96187E49DE15}"/>
              </a:ext>
            </a:extLst>
          </p:cNvPr>
          <p:cNvSpPr>
            <a:spLocks xmlns:a="http://schemas.openxmlformats.org/drawingml/2006/main" noGrp="1"/>
          </p:cNvSpPr>
          <p:nvPr/>
        </p:nvSpPr>
        <p:spPr>
          <a:xfrm xmlns:a="http://schemas.openxmlformats.org/drawingml/2006/main">
            <a:off x="876300" y="4524375"/>
            <a:ext cx="104394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1" lang="he-IL">
                <a:solidFill>
                  <a:srgbClr val="A9BDD2"/>
                </a:solidFill>
                <a:latin typeface="Heebo"/>
                <a:ea typeface="Heebo"/>
                <a:cs typeface="Heebo"/>
              </a:defRPr>
            </a:pPr>
            <a:r>
              <a:rPr sz="2475" b="1" lang="he-IL">
                <a:solidFill>
                  <a:srgbClr val="A9BDD2"/>
                </a:solidFill>
                <a:latin typeface="Heebo"/>
                <a:ea typeface="Heebo"/>
                <a:cs typeface="Heebo"/>
              </a:rPr>
              <a:t>יש לנו 100 מילים. נוסיף דוגמה בפסקה 2 ורעיון בפסקה 3.</a:t>
            </a:r>
          </a:p>
        </p:txBody>
      </p:sp>
      <p:sp>
        <p:nvSpPr>
          <p:cNvPr id="5" name="text-276">
            <a:extLst xmlns:a="http://schemas.openxmlformats.org/drawingml/2006/main">
              <a:ext uri="{FF2B5EF4-FFF2-40B4-BE49-F238E27FC236}">
                <a16:creationId xmlns:a16="http://schemas.microsoft.com/office/drawing/2014/main" id="{781F3CBA-1919-4984-8429-E1F70B0DD8C4}"/>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37 / 50</a:t>
            </a:r>
          </a:p>
        </p:txBody>
      </p:sp>
    </p:spTree>
    <p:extLst>
      <p:ext uri="{BB962C8B-B14F-4D97-AF65-F5344CB8AC3E}">
        <p14:creationId xmlns:p14="http://schemas.microsoft.com/office/powerpoint/2010/main" val="1972656456"/>
      </p:ext>
    </p:extLst>
  </p:cSld>
</p:sld>
</file>

<file path=ppt/slides/slide38.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277">
            <a:extLst xmlns:a="http://schemas.openxmlformats.org/drawingml/2006/main">
              <a:ext uri="{FF2B5EF4-FFF2-40B4-BE49-F238E27FC236}">
                <a16:creationId xmlns:a16="http://schemas.microsoft.com/office/drawing/2014/main" id="{A6AF6A40-7138-47A9-8FC7-2ED20EB9F1C1}"/>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adb43f97017d46cf"/>
              </a:rPr>
              <a:t>⌂</a:t>
            </a:r>
          </a:p>
        </p:txBody>
      </p:sp>
      <p:sp>
        <p:nvSpPr>
          <p:cNvPr id="2" name="title-278">
            <a:extLst xmlns:a="http://schemas.openxmlformats.org/drawingml/2006/main">
              <a:ext uri="{FF2B5EF4-FFF2-40B4-BE49-F238E27FC236}">
                <a16:creationId xmlns:a16="http://schemas.microsoft.com/office/drawing/2014/main" id="{37EC9AB0-71F4-4B7E-A887-25363081CBB3}"/>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9 · דוגמה לקושי</a:t>
            </a:r>
          </a:p>
        </p:txBody>
      </p:sp>
      <p:sp>
        <p:nvSpPr>
          <p:cNvPr id="3" name="text-279">
            <a:extLst xmlns:a="http://schemas.openxmlformats.org/drawingml/2006/main">
              <a:ext uri="{FF2B5EF4-FFF2-40B4-BE49-F238E27FC236}">
                <a16:creationId xmlns:a16="http://schemas.microsoft.com/office/drawing/2014/main" id="{1F610645-8546-4BA4-B220-A3C05378826F}"/>
              </a:ext>
            </a:extLst>
          </p:cNvPr>
          <p:cNvSpPr>
            <a:spLocks xmlns:a="http://schemas.openxmlformats.org/drawingml/2006/main" noGrp="1"/>
          </p:cNvSpPr>
          <p:nvPr/>
        </p:nvSpPr>
        <p:spPr>
          <a:xfrm xmlns:a="http://schemas.openxmlformats.org/drawingml/2006/main">
            <a:off x="857250" y="1562100"/>
            <a:ext cx="10477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375" b="1">
                <a:solidFill>
                  <a:srgbClr val="F7F7F2"/>
                </a:solidFill>
                <a:latin typeface="Nunito"/>
                <a:ea typeface="Nunito"/>
                <a:cs typeface="Nunito"/>
              </a:defRPr>
            </a:pPr>
            <a:r>
              <a:rPr sz="3375" b="1">
                <a:solidFill>
                  <a:srgbClr val="F7F7F2"/>
                </a:solidFill>
                <a:latin typeface="Nunito"/>
                <a:ea typeface="Nunito"/>
                <a:cs typeface="Nunito"/>
              </a:rPr>
              <a:t>For example, they may ...</a:t>
            </a:r>
          </a:p>
        </p:txBody>
      </p:sp>
      <p:sp>
        <p:nvSpPr>
          <p:cNvPr id="4" name="text-280">
            <a:extLst xmlns:a="http://schemas.openxmlformats.org/drawingml/2006/main">
              <a:ext uri="{FF2B5EF4-FFF2-40B4-BE49-F238E27FC236}">
                <a16:creationId xmlns:a16="http://schemas.microsoft.com/office/drawing/2014/main" id="{CE115828-ACFA-4D5F-82A0-F3F0C0D43B44}"/>
              </a:ext>
            </a:extLst>
          </p:cNvPr>
          <p:cNvSpPr>
            <a:spLocks xmlns:a="http://schemas.openxmlformats.org/drawingml/2006/main" noGrp="1"/>
          </p:cNvSpPr>
          <p:nvPr/>
        </p:nvSpPr>
        <p:spPr>
          <a:xfrm xmlns:a="http://schemas.openxmlformats.org/drawingml/2006/main">
            <a:off x="952500" y="3143250"/>
            <a:ext cx="1028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325" b="1" lang="he-IL">
                <a:solidFill>
                  <a:srgbClr val="A9BDD2"/>
                </a:solidFill>
                <a:latin typeface="Heebo"/>
                <a:ea typeface="Heebo"/>
                <a:cs typeface="Heebo"/>
              </a:defRPr>
            </a:pPr>
            <a:r>
              <a:rPr sz="2325" b="1" lang="he-IL">
                <a:solidFill>
                  <a:srgbClr val="A9BDD2"/>
                </a:solidFill>
                <a:latin typeface="Heebo"/>
                <a:ea typeface="Heebo"/>
                <a:cs typeface="Heebo"/>
              </a:rPr>
              <a:t>תנו דוגמה פשוטה לטעות במשחק. היא נכנסת לפסקה 2.</a:t>
            </a:r>
          </a:p>
        </p:txBody>
      </p:sp>
      <p:sp>
        <p:nvSpPr>
          <p:cNvPr id="5" name="text-281">
            <a:extLst xmlns:a="http://schemas.openxmlformats.org/drawingml/2006/main">
              <a:ext uri="{FF2B5EF4-FFF2-40B4-BE49-F238E27FC236}">
                <a16:creationId xmlns:a16="http://schemas.microsoft.com/office/drawing/2014/main" id="{40342BCA-41A4-44C1-84F1-44521C4EEA6D}"/>
              </a:ext>
            </a:extLst>
          </p:cNvPr>
          <p:cNvSpPr>
            <a:spLocks xmlns:a="http://schemas.openxmlformats.org/drawingml/2006/main" noGrp="1"/>
          </p:cNvSpPr>
          <p:nvPr/>
        </p:nvSpPr>
        <p:spPr>
          <a:xfrm xmlns:a="http://schemas.openxmlformats.org/drawingml/2006/main">
            <a:off x="952500" y="43434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375" b="1">
                <a:solidFill>
                  <a:srgbClr val="FFC857"/>
                </a:solidFill>
                <a:latin typeface="Nunito"/>
                <a:ea typeface="Nunito"/>
                <a:cs typeface="Nunito"/>
              </a:defRPr>
            </a:pPr>
            <a:r>
              <a:rPr sz="6375" b="1">
                <a:solidFill>
                  <a:srgbClr val="FFC857"/>
                </a:solidFill>
                <a:latin typeface="Nunito"/>
                <a:ea typeface="Nunito"/>
                <a:cs typeface="Nunito"/>
              </a:rPr>
              <a:t>00:45</a:t>
            </a:r>
          </a:p>
        </p:txBody>
      </p:sp>
      <p:sp>
        <p:nvSpPr>
          <p:cNvPr id="6" name="text-282">
            <a:extLst xmlns:a="http://schemas.openxmlformats.org/drawingml/2006/main">
              <a:ext uri="{FF2B5EF4-FFF2-40B4-BE49-F238E27FC236}">
                <a16:creationId xmlns:a16="http://schemas.microsoft.com/office/drawing/2014/main" id="{92DF0A4E-900B-4ADC-8749-29BF539BB54A}"/>
              </a:ext>
            </a:extLst>
          </p:cNvPr>
          <p:cNvSpPr>
            <a:spLocks xmlns:a="http://schemas.openxmlformats.org/drawingml/2006/main" noGrp="1"/>
          </p:cNvSpPr>
          <p:nvPr/>
        </p:nvSpPr>
        <p:spPr>
          <a:xfrm xmlns:a="http://schemas.openxmlformats.org/drawingml/2006/main">
            <a:off x="952500" y="5553075"/>
            <a:ext cx="1028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00" b="1" lang="he-IL">
                <a:solidFill>
                  <a:srgbClr val="4EE5FF"/>
                </a:solidFill>
                <a:latin typeface="Heebo"/>
                <a:ea typeface="Heebo"/>
                <a:cs typeface="Heebo"/>
              </a:defRPr>
            </a:pPr>
            <a:r>
              <a:rPr sz="1800" b="1" lang="he-IL">
                <a:solidFill>
                  <a:srgbClr val="4EE5FF"/>
                </a:solidFill>
                <a:latin typeface="Heebo"/>
                <a:ea typeface="Heebo"/>
                <a:cs typeface="Heebo"/>
                <a:hlinkClick xmlns:r="http://schemas.openxmlformats.org/officeDocument/2006/relationships" r:id="R791faa0bd23c4f12"/>
              </a:rPr>
              <a:t>שעון פעיל במצגת באתר</a:t>
            </a:r>
          </a:p>
        </p:txBody>
      </p:sp>
      <p:sp>
        <p:nvSpPr>
          <p:cNvPr id="7" name="text-283">
            <a:extLst xmlns:a="http://schemas.openxmlformats.org/drawingml/2006/main">
              <a:ext uri="{FF2B5EF4-FFF2-40B4-BE49-F238E27FC236}">
                <a16:creationId xmlns:a16="http://schemas.microsoft.com/office/drawing/2014/main" id="{52A2C3BC-2879-4961-9C46-D36BA27ECD0C}"/>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38 / 50</a:t>
            </a:r>
          </a:p>
        </p:txBody>
      </p:sp>
    </p:spTree>
    <p:extLst>
      <p:ext uri="{BB962C8B-B14F-4D97-AF65-F5344CB8AC3E}">
        <p14:creationId xmlns:p14="http://schemas.microsoft.com/office/powerpoint/2010/main" val="1117964195"/>
      </p:ext>
    </p:extLst>
  </p:cSld>
</p:sld>
</file>

<file path=ppt/slides/slide39.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9" name="text-284">
            <a:extLst xmlns:a="http://schemas.openxmlformats.org/drawingml/2006/main">
              <a:ext uri="{FF2B5EF4-FFF2-40B4-BE49-F238E27FC236}">
                <a16:creationId xmlns:a16="http://schemas.microsoft.com/office/drawing/2014/main" id="{3BF704F3-8880-4046-BD03-A2B2F6C3B988}"/>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4f1bd1fcb7474478"/>
              </a:rPr>
              <a:t>⌂</a:t>
            </a:r>
          </a:p>
        </p:txBody>
      </p:sp>
      <p:sp>
        <p:nvSpPr>
          <p:cNvPr id="2" name="title-285">
            <a:extLst xmlns:a="http://schemas.openxmlformats.org/drawingml/2006/main">
              <a:ext uri="{FF2B5EF4-FFF2-40B4-BE49-F238E27FC236}">
                <a16:creationId xmlns:a16="http://schemas.microsoft.com/office/drawing/2014/main" id="{0440D992-9B75-43A6-B5A3-BF1AB346C6A9}"/>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החיבור עד עכשיו</a:t>
            </a:r>
          </a:p>
        </p:txBody>
      </p:sp>
      <p:sp>
        <p:nvSpPr>
          <p:cNvPr id="3" name="text-286">
            <a:extLst xmlns:a="http://schemas.openxmlformats.org/drawingml/2006/main">
              <a:ext uri="{FF2B5EF4-FFF2-40B4-BE49-F238E27FC236}">
                <a16:creationId xmlns:a16="http://schemas.microsoft.com/office/drawing/2014/main" id="{163CF50C-235D-439B-9E47-13182F23BB19}"/>
              </a:ext>
            </a:extLst>
          </p:cNvPr>
          <p:cNvSpPr>
            <a:spLocks xmlns:a="http://schemas.openxmlformats.org/drawingml/2006/main" noGrp="1"/>
          </p:cNvSpPr>
          <p:nvPr/>
        </p:nvSpPr>
        <p:spPr>
          <a:xfrm xmlns:a="http://schemas.openxmlformats.org/drawingml/2006/main">
            <a:off x="838200" y="1257300"/>
            <a:ext cx="10515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School games are part of school life, but some students play better than others. I claim that every student should have a chance to play.</a:t>
            </a:r>
          </a:p>
        </p:txBody>
      </p:sp>
      <p:sp>
        <p:nvSpPr>
          <p:cNvPr id="4" name="text-287">
            <a:extLst xmlns:a="http://schemas.openxmlformats.org/drawingml/2006/main">
              <a:ext uri="{FF2B5EF4-FFF2-40B4-BE49-F238E27FC236}">
                <a16:creationId xmlns:a16="http://schemas.microsoft.com/office/drawing/2014/main" id="{5B4D71F1-2044-4BF3-B28C-5DB037E40C87}"/>
              </a:ext>
            </a:extLst>
          </p:cNvPr>
          <p:cNvSpPr>
            <a:spLocks xmlns:a="http://schemas.openxmlformats.org/drawingml/2006/main" noGrp="1"/>
          </p:cNvSpPr>
          <p:nvPr/>
        </p:nvSpPr>
        <p:spPr>
          <a:xfrm xmlns:a="http://schemas.openxmlformats.org/drawingml/2006/main">
            <a:off x="838200" y="2143125"/>
            <a:ext cx="105156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On the one hand, some students may make more mistakes during games. If they play, the team will sometimes lose since these mistakes can help the other team. For example, they may pass the ball to the other team.</a:t>
            </a:r>
          </a:p>
        </p:txBody>
      </p:sp>
      <p:sp>
        <p:nvSpPr>
          <p:cNvPr id="5" name="text-288">
            <a:extLst xmlns:a="http://schemas.openxmlformats.org/drawingml/2006/main">
              <a:ext uri="{FF2B5EF4-FFF2-40B4-BE49-F238E27FC236}">
                <a16:creationId xmlns:a16="http://schemas.microsoft.com/office/drawing/2014/main" id="{4ED9F28B-A08D-44B1-B827-8C41B2B19828}"/>
              </a:ext>
            </a:extLst>
          </p:cNvPr>
          <p:cNvSpPr>
            <a:spLocks xmlns:a="http://schemas.openxmlformats.org/drawingml/2006/main" noGrp="1"/>
          </p:cNvSpPr>
          <p:nvPr/>
        </p:nvSpPr>
        <p:spPr>
          <a:xfrm xmlns:a="http://schemas.openxmlformats.org/drawingml/2006/main">
            <a:off x="838200" y="3476625"/>
            <a:ext cx="105156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On the other hand, playing together can help students make friends and feel better. Some students have felt alone, so joining a team can help them.</a:t>
            </a:r>
          </a:p>
        </p:txBody>
      </p:sp>
      <p:sp>
        <p:nvSpPr>
          <p:cNvPr id="6" name="text-289">
            <a:extLst xmlns:a="http://schemas.openxmlformats.org/drawingml/2006/main">
              <a:ext uri="{FF2B5EF4-FFF2-40B4-BE49-F238E27FC236}">
                <a16:creationId xmlns:a16="http://schemas.microsoft.com/office/drawing/2014/main" id="{37383EFD-3FCF-45F7-BAFF-1D3E72AC3FF8}"/>
              </a:ext>
            </a:extLst>
          </p:cNvPr>
          <p:cNvSpPr>
            <a:spLocks xmlns:a="http://schemas.openxmlformats.org/drawingml/2006/main" noGrp="1"/>
          </p:cNvSpPr>
          <p:nvPr/>
        </p:nvSpPr>
        <p:spPr>
          <a:xfrm xmlns:a="http://schemas.openxmlformats.org/drawingml/2006/main">
            <a:off x="838200" y="4810125"/>
            <a:ext cx="10515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In conclusion, I believe that everyone should have a chance to play. Therefore, every student should be included in class games.</a:t>
            </a:r>
          </a:p>
        </p:txBody>
      </p:sp>
      <p:sp>
        <p:nvSpPr>
          <p:cNvPr id="7" name="text-290">
            <a:extLst xmlns:a="http://schemas.openxmlformats.org/drawingml/2006/main">
              <a:ext uri="{FF2B5EF4-FFF2-40B4-BE49-F238E27FC236}">
                <a16:creationId xmlns:a16="http://schemas.microsoft.com/office/drawing/2014/main" id="{789254D4-AE9F-4E91-B10E-A9EB984A7011}"/>
              </a:ext>
            </a:extLst>
          </p:cNvPr>
          <p:cNvSpPr>
            <a:spLocks xmlns:a="http://schemas.openxmlformats.org/drawingml/2006/main" noGrp="1"/>
          </p:cNvSpPr>
          <p:nvPr/>
        </p:nvSpPr>
        <p:spPr>
          <a:xfrm xmlns:a="http://schemas.openxmlformats.org/drawingml/2006/main">
            <a:off x="85725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DFFF5B"/>
                </a:solidFill>
                <a:latin typeface="Heebo"/>
                <a:ea typeface="Heebo"/>
                <a:cs typeface="Heebo"/>
              </a:defRPr>
            </a:pPr>
            <a:r>
              <a:rPr sz="1650" b="1" lang="he-IL">
                <a:solidFill>
                  <a:srgbClr val="DFFF5B"/>
                </a:solidFill>
                <a:latin typeface="Heebo"/>
                <a:ea typeface="Heebo"/>
                <a:cs typeface="Heebo"/>
              </a:rPr>
              <a:t>שלב 9/10 · 111 מילים · נוסיף דוגמה בגוף</a:t>
            </a:r>
          </a:p>
        </p:txBody>
      </p:sp>
      <p:sp>
        <p:nvSpPr>
          <p:cNvPr id="8" name="text-291">
            <a:extLst xmlns:a="http://schemas.openxmlformats.org/drawingml/2006/main">
              <a:ext uri="{FF2B5EF4-FFF2-40B4-BE49-F238E27FC236}">
                <a16:creationId xmlns:a16="http://schemas.microsoft.com/office/drawing/2014/main" id="{E6F52E5C-A1F0-4F72-91CF-40580CB57827}"/>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39 / 50</a:t>
            </a:r>
          </a:p>
        </p:txBody>
      </p:sp>
    </p:spTree>
    <p:extLst>
      <p:ext uri="{BB962C8B-B14F-4D97-AF65-F5344CB8AC3E}">
        <p14:creationId xmlns:p14="http://schemas.microsoft.com/office/powerpoint/2010/main" val="1195179999"/>
      </p:ext>
    </p:extLst>
  </p:cSld>
</p:sld>
</file>

<file path=ppt/slides/slide40.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292">
            <a:extLst xmlns:a="http://schemas.openxmlformats.org/drawingml/2006/main">
              <a:ext uri="{FF2B5EF4-FFF2-40B4-BE49-F238E27FC236}">
                <a16:creationId xmlns:a16="http://schemas.microsoft.com/office/drawing/2014/main" id="{B03B2FD5-5424-4121-83FF-C94657BA064D}"/>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4c48dacad2ba402d"/>
              </a:rPr>
              <a:t>⌂</a:t>
            </a:r>
          </a:p>
        </p:txBody>
      </p:sp>
      <p:sp>
        <p:nvSpPr>
          <p:cNvPr id="2" name="title-293">
            <a:extLst xmlns:a="http://schemas.openxmlformats.org/drawingml/2006/main">
              <a:ext uri="{FF2B5EF4-FFF2-40B4-BE49-F238E27FC236}">
                <a16:creationId xmlns:a16="http://schemas.microsoft.com/office/drawing/2014/main" id="{44FCC930-F07B-43A0-AE0F-74FE253954A2}"/>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10 · עוד יתרון</a:t>
            </a:r>
          </a:p>
        </p:txBody>
      </p:sp>
      <p:sp>
        <p:nvSpPr>
          <p:cNvPr id="3" name="text-294">
            <a:extLst xmlns:a="http://schemas.openxmlformats.org/drawingml/2006/main">
              <a:ext uri="{FF2B5EF4-FFF2-40B4-BE49-F238E27FC236}">
                <a16:creationId xmlns:a16="http://schemas.microsoft.com/office/drawing/2014/main" id="{0B2F16D2-2734-4BCB-8024-7BEEC361BB56}"/>
              </a:ext>
            </a:extLst>
          </p:cNvPr>
          <p:cNvSpPr>
            <a:spLocks xmlns:a="http://schemas.openxmlformats.org/drawingml/2006/main" noGrp="1"/>
          </p:cNvSpPr>
          <p:nvPr/>
        </p:nvSpPr>
        <p:spPr>
          <a:xfrm xmlns:a="http://schemas.openxmlformats.org/drawingml/2006/main">
            <a:off x="857250" y="1562100"/>
            <a:ext cx="10477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375" b="1">
                <a:solidFill>
                  <a:srgbClr val="F7F7F2"/>
                </a:solidFill>
                <a:latin typeface="Nunito"/>
                <a:ea typeface="Nunito"/>
                <a:cs typeface="Nunito"/>
              </a:defRPr>
            </a:pPr>
            <a:r>
              <a:rPr sz="3375" b="1">
                <a:solidFill>
                  <a:srgbClr val="F7F7F2"/>
                </a:solidFill>
                <a:latin typeface="Nunito"/>
                <a:ea typeface="Nunito"/>
                <a:cs typeface="Nunito"/>
              </a:rPr>
              <a:t>Moreover, students can ...</a:t>
            </a:r>
          </a:p>
        </p:txBody>
      </p:sp>
      <p:sp>
        <p:nvSpPr>
          <p:cNvPr id="4" name="text-295">
            <a:extLst xmlns:a="http://schemas.openxmlformats.org/drawingml/2006/main">
              <a:ext uri="{FF2B5EF4-FFF2-40B4-BE49-F238E27FC236}">
                <a16:creationId xmlns:a16="http://schemas.microsoft.com/office/drawing/2014/main" id="{9EFE6982-CFE2-47DF-A0A2-1F44606A4DA7}"/>
              </a:ext>
            </a:extLst>
          </p:cNvPr>
          <p:cNvSpPr>
            <a:spLocks xmlns:a="http://schemas.openxmlformats.org/drawingml/2006/main" noGrp="1"/>
          </p:cNvSpPr>
          <p:nvPr/>
        </p:nvSpPr>
        <p:spPr>
          <a:xfrm xmlns:a="http://schemas.openxmlformats.org/drawingml/2006/main">
            <a:off x="952500" y="3143250"/>
            <a:ext cx="1028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325" b="1" lang="he-IL">
                <a:solidFill>
                  <a:srgbClr val="A9BDD2"/>
                </a:solidFill>
                <a:latin typeface="Heebo"/>
                <a:ea typeface="Heebo"/>
                <a:cs typeface="Heebo"/>
              </a:defRPr>
            </a:pPr>
            <a:r>
              <a:rPr sz="2325" b="1" lang="he-IL">
                <a:solidFill>
                  <a:srgbClr val="A9BDD2"/>
                </a:solidFill>
                <a:latin typeface="Heebo"/>
                <a:ea typeface="Heebo"/>
                <a:cs typeface="Heebo"/>
              </a:rPr>
              <a:t>מה עוד לומדים ממשחק משותף? ההרחבה נכנסת לפסקה 3.</a:t>
            </a:r>
          </a:p>
        </p:txBody>
      </p:sp>
      <p:sp>
        <p:nvSpPr>
          <p:cNvPr id="5" name="text-296">
            <a:extLst xmlns:a="http://schemas.openxmlformats.org/drawingml/2006/main">
              <a:ext uri="{FF2B5EF4-FFF2-40B4-BE49-F238E27FC236}">
                <a16:creationId xmlns:a16="http://schemas.microsoft.com/office/drawing/2014/main" id="{F941B913-D59F-40B3-BF26-394E57852B8F}"/>
              </a:ext>
            </a:extLst>
          </p:cNvPr>
          <p:cNvSpPr>
            <a:spLocks xmlns:a="http://schemas.openxmlformats.org/drawingml/2006/main" noGrp="1"/>
          </p:cNvSpPr>
          <p:nvPr/>
        </p:nvSpPr>
        <p:spPr>
          <a:xfrm xmlns:a="http://schemas.openxmlformats.org/drawingml/2006/main">
            <a:off x="952500" y="43434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375" b="1">
                <a:solidFill>
                  <a:srgbClr val="FFC857"/>
                </a:solidFill>
                <a:latin typeface="Nunito"/>
                <a:ea typeface="Nunito"/>
                <a:cs typeface="Nunito"/>
              </a:defRPr>
            </a:pPr>
            <a:r>
              <a:rPr sz="6375" b="1">
                <a:solidFill>
                  <a:srgbClr val="FFC857"/>
                </a:solidFill>
                <a:latin typeface="Nunito"/>
                <a:ea typeface="Nunito"/>
                <a:cs typeface="Nunito"/>
              </a:rPr>
              <a:t>00:45</a:t>
            </a:r>
          </a:p>
        </p:txBody>
      </p:sp>
      <p:sp>
        <p:nvSpPr>
          <p:cNvPr id="6" name="text-297">
            <a:extLst xmlns:a="http://schemas.openxmlformats.org/drawingml/2006/main">
              <a:ext uri="{FF2B5EF4-FFF2-40B4-BE49-F238E27FC236}">
                <a16:creationId xmlns:a16="http://schemas.microsoft.com/office/drawing/2014/main" id="{EC304594-C570-4C62-8273-52C557A62703}"/>
              </a:ext>
            </a:extLst>
          </p:cNvPr>
          <p:cNvSpPr>
            <a:spLocks xmlns:a="http://schemas.openxmlformats.org/drawingml/2006/main" noGrp="1"/>
          </p:cNvSpPr>
          <p:nvPr/>
        </p:nvSpPr>
        <p:spPr>
          <a:xfrm xmlns:a="http://schemas.openxmlformats.org/drawingml/2006/main">
            <a:off x="952500" y="5553075"/>
            <a:ext cx="1028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00" b="1" lang="he-IL">
                <a:solidFill>
                  <a:srgbClr val="4EE5FF"/>
                </a:solidFill>
                <a:latin typeface="Heebo"/>
                <a:ea typeface="Heebo"/>
                <a:cs typeface="Heebo"/>
              </a:defRPr>
            </a:pPr>
            <a:r>
              <a:rPr sz="1800" b="1" lang="he-IL">
                <a:solidFill>
                  <a:srgbClr val="4EE5FF"/>
                </a:solidFill>
                <a:latin typeface="Heebo"/>
                <a:ea typeface="Heebo"/>
                <a:cs typeface="Heebo"/>
                <a:hlinkClick xmlns:r="http://schemas.openxmlformats.org/officeDocument/2006/relationships" r:id="R4f1ab23809694604"/>
              </a:rPr>
              <a:t>שעון פעיל במצגת באתר</a:t>
            </a:r>
          </a:p>
        </p:txBody>
      </p:sp>
      <p:sp>
        <p:nvSpPr>
          <p:cNvPr id="7" name="text-298">
            <a:extLst xmlns:a="http://schemas.openxmlformats.org/drawingml/2006/main">
              <a:ext uri="{FF2B5EF4-FFF2-40B4-BE49-F238E27FC236}">
                <a16:creationId xmlns:a16="http://schemas.microsoft.com/office/drawing/2014/main" id="{DA8F341C-513E-42CE-A640-7BE485CE3A87}"/>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40 / 50</a:t>
            </a:r>
          </a:p>
        </p:txBody>
      </p:sp>
    </p:spTree>
    <p:extLst>
      <p:ext uri="{BB962C8B-B14F-4D97-AF65-F5344CB8AC3E}">
        <p14:creationId xmlns:p14="http://schemas.microsoft.com/office/powerpoint/2010/main" val="73477891"/>
      </p:ext>
    </p:extLst>
  </p:cSld>
</p:sld>
</file>

<file path=ppt/slides/slide41.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9" name="text-299">
            <a:extLst xmlns:a="http://schemas.openxmlformats.org/drawingml/2006/main">
              <a:ext uri="{FF2B5EF4-FFF2-40B4-BE49-F238E27FC236}">
                <a16:creationId xmlns:a16="http://schemas.microsoft.com/office/drawing/2014/main" id="{CC5DAF61-8485-42B0-B082-31C51631CB09}"/>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47a869fadbfa450b"/>
              </a:rPr>
              <a:t>⌂</a:t>
            </a:r>
          </a:p>
        </p:txBody>
      </p:sp>
      <p:sp>
        <p:nvSpPr>
          <p:cNvPr id="2" name="title-300">
            <a:extLst xmlns:a="http://schemas.openxmlformats.org/drawingml/2006/main">
              <a:ext uri="{FF2B5EF4-FFF2-40B4-BE49-F238E27FC236}">
                <a16:creationId xmlns:a16="http://schemas.microsoft.com/office/drawing/2014/main" id="{99C48283-C18B-43D4-BB08-EC1D7DBD527B}"/>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החיבור עד עכשיו</a:t>
            </a:r>
          </a:p>
        </p:txBody>
      </p:sp>
      <p:sp>
        <p:nvSpPr>
          <p:cNvPr id="3" name="text-301">
            <a:extLst xmlns:a="http://schemas.openxmlformats.org/drawingml/2006/main">
              <a:ext uri="{FF2B5EF4-FFF2-40B4-BE49-F238E27FC236}">
                <a16:creationId xmlns:a16="http://schemas.microsoft.com/office/drawing/2014/main" id="{B90C4DA9-124A-43C3-BB2F-D97E8C5F2B0F}"/>
              </a:ext>
            </a:extLst>
          </p:cNvPr>
          <p:cNvSpPr>
            <a:spLocks xmlns:a="http://schemas.openxmlformats.org/drawingml/2006/main" noGrp="1"/>
          </p:cNvSpPr>
          <p:nvPr/>
        </p:nvSpPr>
        <p:spPr>
          <a:xfrm xmlns:a="http://schemas.openxmlformats.org/drawingml/2006/main">
            <a:off x="838200" y="1257300"/>
            <a:ext cx="10515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School games are part of school life, but some students play better than others. I claim that every student should have a chance to play.</a:t>
            </a:r>
          </a:p>
        </p:txBody>
      </p:sp>
      <p:sp>
        <p:nvSpPr>
          <p:cNvPr id="4" name="text-302">
            <a:extLst xmlns:a="http://schemas.openxmlformats.org/drawingml/2006/main">
              <a:ext uri="{FF2B5EF4-FFF2-40B4-BE49-F238E27FC236}">
                <a16:creationId xmlns:a16="http://schemas.microsoft.com/office/drawing/2014/main" id="{9F519CB9-D043-4291-8406-3F771D3188CD}"/>
              </a:ext>
            </a:extLst>
          </p:cNvPr>
          <p:cNvSpPr>
            <a:spLocks xmlns:a="http://schemas.openxmlformats.org/drawingml/2006/main" noGrp="1"/>
          </p:cNvSpPr>
          <p:nvPr/>
        </p:nvSpPr>
        <p:spPr>
          <a:xfrm xmlns:a="http://schemas.openxmlformats.org/drawingml/2006/main">
            <a:off x="838200" y="2143125"/>
            <a:ext cx="105156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On the one hand, some students may make more mistakes during games. If they play, the team will sometimes lose since these mistakes can help the other team. For example, they may pass the ball to the other team.</a:t>
            </a:r>
          </a:p>
        </p:txBody>
      </p:sp>
      <p:sp>
        <p:nvSpPr>
          <p:cNvPr id="5" name="text-303">
            <a:extLst xmlns:a="http://schemas.openxmlformats.org/drawingml/2006/main">
              <a:ext uri="{FF2B5EF4-FFF2-40B4-BE49-F238E27FC236}">
                <a16:creationId xmlns:a16="http://schemas.microsoft.com/office/drawing/2014/main" id="{E3DF4996-A230-4D3D-83B9-F0919716AFFD}"/>
              </a:ext>
            </a:extLst>
          </p:cNvPr>
          <p:cNvSpPr>
            <a:spLocks xmlns:a="http://schemas.openxmlformats.org/drawingml/2006/main" noGrp="1"/>
          </p:cNvSpPr>
          <p:nvPr/>
        </p:nvSpPr>
        <p:spPr>
          <a:xfrm xmlns:a="http://schemas.openxmlformats.org/drawingml/2006/main">
            <a:off x="838200" y="3476625"/>
            <a:ext cx="105156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On the other hand, playing together can help students make friends and feel better. Some students have felt alone, so joining a team can help them. Moreover, students can learn to help each other when they play together.</a:t>
            </a:r>
          </a:p>
        </p:txBody>
      </p:sp>
      <p:sp>
        <p:nvSpPr>
          <p:cNvPr id="6" name="text-304">
            <a:extLst xmlns:a="http://schemas.openxmlformats.org/drawingml/2006/main">
              <a:ext uri="{FF2B5EF4-FFF2-40B4-BE49-F238E27FC236}">
                <a16:creationId xmlns:a16="http://schemas.microsoft.com/office/drawing/2014/main" id="{E04EE582-D086-4B0B-A7B2-DF5A205256FC}"/>
              </a:ext>
            </a:extLst>
          </p:cNvPr>
          <p:cNvSpPr>
            <a:spLocks xmlns:a="http://schemas.openxmlformats.org/drawingml/2006/main" noGrp="1"/>
          </p:cNvSpPr>
          <p:nvPr/>
        </p:nvSpPr>
        <p:spPr>
          <a:xfrm xmlns:a="http://schemas.openxmlformats.org/drawingml/2006/main">
            <a:off x="838200" y="4810125"/>
            <a:ext cx="10515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7F7F2"/>
                </a:solidFill>
                <a:latin typeface="Nunito"/>
                <a:ea typeface="Nunito"/>
                <a:cs typeface="Nunito"/>
              </a:defRPr>
            </a:pPr>
            <a:r>
              <a:rPr sz="2025" b="0">
                <a:solidFill>
                  <a:srgbClr val="F7F7F2"/>
                </a:solidFill>
                <a:latin typeface="Nunito"/>
                <a:ea typeface="Nunito"/>
                <a:cs typeface="Nunito"/>
              </a:rPr>
              <a:t>In conclusion, I believe that everyone should have a chance to play. Therefore, every student should be included in class games.</a:t>
            </a:r>
          </a:p>
        </p:txBody>
      </p:sp>
      <p:sp>
        <p:nvSpPr>
          <p:cNvPr id="7" name="text-305">
            <a:extLst xmlns:a="http://schemas.openxmlformats.org/drawingml/2006/main">
              <a:ext uri="{FF2B5EF4-FFF2-40B4-BE49-F238E27FC236}">
                <a16:creationId xmlns:a16="http://schemas.microsoft.com/office/drawing/2014/main" id="{DBC0300B-FB76-47EC-9FDA-CA45815A864B}"/>
              </a:ext>
            </a:extLst>
          </p:cNvPr>
          <p:cNvSpPr>
            <a:spLocks xmlns:a="http://schemas.openxmlformats.org/drawingml/2006/main" noGrp="1"/>
          </p:cNvSpPr>
          <p:nvPr/>
        </p:nvSpPr>
        <p:spPr>
          <a:xfrm xmlns:a="http://schemas.openxmlformats.org/drawingml/2006/main">
            <a:off x="85725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DFFF5B"/>
                </a:solidFill>
                <a:latin typeface="Heebo"/>
                <a:ea typeface="Heebo"/>
                <a:cs typeface="Heebo"/>
              </a:defRPr>
            </a:pPr>
            <a:r>
              <a:rPr sz="1650" b="1" lang="he-IL">
                <a:solidFill>
                  <a:srgbClr val="DFFF5B"/>
                </a:solidFill>
                <a:latin typeface="Heebo"/>
                <a:ea typeface="Heebo"/>
                <a:cs typeface="Heebo"/>
              </a:rPr>
              <a:t>שלב 10/10 · 123 מילים</a:t>
            </a:r>
          </a:p>
        </p:txBody>
      </p:sp>
      <p:sp>
        <p:nvSpPr>
          <p:cNvPr id="8" name="text-306">
            <a:extLst xmlns:a="http://schemas.openxmlformats.org/drawingml/2006/main">
              <a:ext uri="{FF2B5EF4-FFF2-40B4-BE49-F238E27FC236}">
                <a16:creationId xmlns:a16="http://schemas.microsoft.com/office/drawing/2014/main" id="{9C0384AD-2D7F-4CF1-893F-0A29C9A4838B}"/>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41 / 50</a:t>
            </a:r>
          </a:p>
        </p:txBody>
      </p:sp>
    </p:spTree>
    <p:extLst>
      <p:ext uri="{BB962C8B-B14F-4D97-AF65-F5344CB8AC3E}">
        <p14:creationId xmlns:p14="http://schemas.microsoft.com/office/powerpoint/2010/main" val="469305521"/>
      </p:ext>
    </p:extLst>
  </p:cSld>
</p:sld>
</file>

<file path=ppt/slides/slide42.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307">
            <a:extLst xmlns:a="http://schemas.openxmlformats.org/drawingml/2006/main">
              <a:ext uri="{FF2B5EF4-FFF2-40B4-BE49-F238E27FC236}">
                <a16:creationId xmlns:a16="http://schemas.microsoft.com/office/drawing/2014/main" id="{F0AEC4B3-95E9-407E-8445-689A3FE33B1B}"/>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5364845766a442dd"/>
              </a:rPr>
              <a:t>⌂</a:t>
            </a:r>
          </a:p>
        </p:txBody>
      </p:sp>
      <p:sp>
        <p:nvSpPr>
          <p:cNvPr id="2" name="title-308">
            <a:extLst xmlns:a="http://schemas.openxmlformats.org/drawingml/2006/main">
              <a:ext uri="{FF2B5EF4-FFF2-40B4-BE49-F238E27FC236}">
                <a16:creationId xmlns:a16="http://schemas.microsoft.com/office/drawing/2014/main" id="{9FEBD291-492D-4A29-9D4D-8715193336DC}"/>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הפוגה קצרה</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4f8c52f67064545"/>
          <a:stretch xmlns:a="http://schemas.openxmlformats.org/drawingml/2006/main"/>
        </p:blipFill>
        <p:spPr>
          <a:xfrm xmlns:a="http://schemas.openxmlformats.org/drawingml/2006/main">
            <a:off x="4286250" y="1304925"/>
            <a:ext cx="3619500" cy="3619500"/>
          </a:xfrm>
          <a:prstGeom xmlns:a="http://schemas.openxmlformats.org/drawingml/2006/main" prst="rect">
            <a:avLst/>
          </a:prstGeom>
        </p:spPr>
      </p:pic>
      <p:sp>
        <p:nvSpPr>
          <p:cNvPr id="4" name="text-309">
            <a:extLst xmlns:a="http://schemas.openxmlformats.org/drawingml/2006/main">
              <a:ext uri="{FF2B5EF4-FFF2-40B4-BE49-F238E27FC236}">
                <a16:creationId xmlns:a16="http://schemas.microsoft.com/office/drawing/2014/main" id="{18D5FF31-E82F-4742-B73A-5AB48C601FFA}"/>
              </a:ext>
            </a:extLst>
          </p:cNvPr>
          <p:cNvSpPr>
            <a:spLocks xmlns:a="http://schemas.openxmlformats.org/drawingml/2006/main" noGrp="1"/>
          </p:cNvSpPr>
          <p:nvPr/>
        </p:nvSpPr>
        <p:spPr>
          <a:xfrm xmlns:a="http://schemas.openxmlformats.org/drawingml/2006/main">
            <a:off x="762000" y="514350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FC857"/>
                </a:solidFill>
                <a:latin typeface="Nunito"/>
                <a:ea typeface="Nunito"/>
                <a:cs typeface="Nunito"/>
              </a:defRPr>
            </a:pPr>
            <a:r>
              <a:rPr sz="2700" b="1">
                <a:solidFill>
                  <a:srgbClr val="FFC857"/>
                </a:solidFill>
                <a:latin typeface="Nunito"/>
                <a:ea typeface="Nunito"/>
                <a:cs typeface="Nunito"/>
              </a:rPr>
              <a:t>Everyone should be included. Even the chair needs practice.</a:t>
            </a:r>
          </a:p>
        </p:txBody>
      </p:sp>
      <p:sp>
        <p:nvSpPr>
          <p:cNvPr id="5" name="text-310">
            <a:extLst xmlns:a="http://schemas.openxmlformats.org/drawingml/2006/main">
              <a:ext uri="{FF2B5EF4-FFF2-40B4-BE49-F238E27FC236}">
                <a16:creationId xmlns:a16="http://schemas.microsoft.com/office/drawing/2014/main" id="{B1C9F420-9E6D-4DD7-9A29-1C6946152636}"/>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42 / 50</a:t>
            </a:r>
          </a:p>
        </p:txBody>
      </p:sp>
    </p:spTree>
    <p:extLst>
      <p:ext uri="{BB962C8B-B14F-4D97-AF65-F5344CB8AC3E}">
        <p14:creationId xmlns:p14="http://schemas.microsoft.com/office/powerpoint/2010/main" val="286137117"/>
      </p:ext>
    </p:extLst>
  </p:cSld>
</p:sld>
</file>

<file path=ppt/slides/slide43.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311">
            <a:extLst xmlns:a="http://schemas.openxmlformats.org/drawingml/2006/main">
              <a:ext uri="{FF2B5EF4-FFF2-40B4-BE49-F238E27FC236}">
                <a16:creationId xmlns:a16="http://schemas.microsoft.com/office/drawing/2014/main" id="{65B88A16-CEEC-408D-B509-7B39F9A913D4}"/>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0014e66c0bbc45db"/>
              </a:rPr>
              <a:t>⌂</a:t>
            </a:r>
          </a:p>
        </p:txBody>
      </p:sp>
      <p:sp>
        <p:nvSpPr>
          <p:cNvPr id="2" name="title-312">
            <a:extLst xmlns:a="http://schemas.openxmlformats.org/drawingml/2006/main">
              <a:ext uri="{FF2B5EF4-FFF2-40B4-BE49-F238E27FC236}">
                <a16:creationId xmlns:a16="http://schemas.microsoft.com/office/drawing/2014/main" id="{837D7649-D3AA-48BB-BE8E-E43B27BA62C0}"/>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תבניות לחיבור הבא</a:t>
            </a:r>
          </a:p>
        </p:txBody>
      </p:sp>
      <p:sp>
        <p:nvSpPr>
          <p:cNvPr id="3" name="text-313">
            <a:extLst xmlns:a="http://schemas.openxmlformats.org/drawingml/2006/main">
              <a:ext uri="{FF2B5EF4-FFF2-40B4-BE49-F238E27FC236}">
                <a16:creationId xmlns:a16="http://schemas.microsoft.com/office/drawing/2014/main" id="{02A65D79-D085-4252-9319-4CC9813B5848}"/>
              </a:ext>
            </a:extLst>
          </p:cNvPr>
          <p:cNvSpPr>
            <a:spLocks xmlns:a="http://schemas.openxmlformats.org/drawingml/2006/main" noGrp="1"/>
          </p:cNvSpPr>
          <p:nvPr/>
        </p:nvSpPr>
        <p:spPr>
          <a:xfrm xmlns:a="http://schemas.openxmlformats.org/drawingml/2006/main">
            <a:off x="809625" y="1438275"/>
            <a:ext cx="1057275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If ..., ... will ...</a:t>
            </a:r>
          </a:p>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Some ... have ...</a:t>
            </a:r>
          </a:p>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 should be ...</a:t>
            </a:r>
          </a:p>
        </p:txBody>
      </p:sp>
      <p:sp>
        <p:nvSpPr>
          <p:cNvPr id="4" name="text-314">
            <a:extLst xmlns:a="http://schemas.openxmlformats.org/drawingml/2006/main">
              <a:ext uri="{FF2B5EF4-FFF2-40B4-BE49-F238E27FC236}">
                <a16:creationId xmlns:a16="http://schemas.microsoft.com/office/drawing/2014/main" id="{D2EA208F-3DC7-484E-9378-D2AC54F7EC71}"/>
              </a:ext>
            </a:extLst>
          </p:cNvPr>
          <p:cNvSpPr>
            <a:spLocks xmlns:a="http://schemas.openxmlformats.org/drawingml/2006/main" noGrp="1"/>
          </p:cNvSpPr>
          <p:nvPr/>
        </p:nvSpPr>
        <p:spPr>
          <a:xfrm xmlns:a="http://schemas.openxmlformats.org/drawingml/2006/main">
            <a:off x="876300" y="4524375"/>
            <a:ext cx="104394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1" lang="he-IL">
                <a:solidFill>
                  <a:srgbClr val="A9BDD2"/>
                </a:solidFill>
                <a:latin typeface="Heebo"/>
                <a:ea typeface="Heebo"/>
                <a:cs typeface="Heebo"/>
              </a:defRPr>
            </a:pPr>
            <a:r>
              <a:rPr sz="2475" b="1" lang="he-IL">
                <a:solidFill>
                  <a:srgbClr val="A9BDD2"/>
                </a:solidFill>
                <a:latin typeface="Heebo"/>
                <a:ea typeface="Heebo"/>
                <a:cs typeface="Heebo"/>
              </a:rPr>
              <a:t>מחליפים את הרעיון ואת מילות הנושא, ושומרים על מבנה שמתאים למשמעות.</a:t>
            </a:r>
          </a:p>
        </p:txBody>
      </p:sp>
      <p:sp>
        <p:nvSpPr>
          <p:cNvPr id="5" name="text-315">
            <a:extLst xmlns:a="http://schemas.openxmlformats.org/drawingml/2006/main">
              <a:ext uri="{FF2B5EF4-FFF2-40B4-BE49-F238E27FC236}">
                <a16:creationId xmlns:a16="http://schemas.microsoft.com/office/drawing/2014/main" id="{508FA9BD-A403-4D0F-8343-415D0C336F83}"/>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43 / 50</a:t>
            </a:r>
          </a:p>
        </p:txBody>
      </p:sp>
    </p:spTree>
    <p:extLst>
      <p:ext uri="{BB962C8B-B14F-4D97-AF65-F5344CB8AC3E}">
        <p14:creationId xmlns:p14="http://schemas.microsoft.com/office/powerpoint/2010/main" val="1799695298"/>
      </p:ext>
    </p:extLst>
  </p:cSld>
</p:sld>
</file>

<file path=ppt/slides/slide44.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316">
            <a:extLst xmlns:a="http://schemas.openxmlformats.org/drawingml/2006/main">
              <a:ext uri="{FF2B5EF4-FFF2-40B4-BE49-F238E27FC236}">
                <a16:creationId xmlns:a16="http://schemas.microsoft.com/office/drawing/2014/main" id="{7F612B4E-3379-4E5A-9FB9-5471E29B6E27}"/>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14571b8a28724a2b"/>
              </a:rPr>
              <a:t>⌂</a:t>
            </a:r>
          </a:p>
        </p:txBody>
      </p:sp>
      <p:sp>
        <p:nvSpPr>
          <p:cNvPr id="2" name="title-317">
            <a:extLst xmlns:a="http://schemas.openxmlformats.org/drawingml/2006/main">
              <a:ext uri="{FF2B5EF4-FFF2-40B4-BE49-F238E27FC236}">
                <a16:creationId xmlns:a16="http://schemas.microsoft.com/office/drawing/2014/main" id="{46AE718B-5329-4E47-B887-9989F0AADAEF}"/>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נושא לתרגול עצמאי</a:t>
            </a:r>
          </a:p>
        </p:txBody>
      </p:sp>
      <p:sp>
        <p:nvSpPr>
          <p:cNvPr id="3" name="text-318">
            <a:extLst xmlns:a="http://schemas.openxmlformats.org/drawingml/2006/main">
              <a:ext uri="{FF2B5EF4-FFF2-40B4-BE49-F238E27FC236}">
                <a16:creationId xmlns:a16="http://schemas.microsoft.com/office/drawing/2014/main" id="{394F7E3A-AE49-42DE-B84E-AED2C54BA814}"/>
              </a:ext>
            </a:extLst>
          </p:cNvPr>
          <p:cNvSpPr>
            <a:spLocks xmlns:a="http://schemas.openxmlformats.org/drawingml/2006/main" noGrp="1"/>
          </p:cNvSpPr>
          <p:nvPr/>
        </p:nvSpPr>
        <p:spPr>
          <a:xfrm xmlns:a="http://schemas.openxmlformats.org/drawingml/2006/main">
            <a:off x="809625" y="1438275"/>
            <a:ext cx="1057275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Should teenagers have an after-school job?</a:t>
            </a:r>
          </a:p>
        </p:txBody>
      </p:sp>
      <p:sp>
        <p:nvSpPr>
          <p:cNvPr id="4" name="text-319">
            <a:extLst xmlns:a="http://schemas.openxmlformats.org/drawingml/2006/main">
              <a:ext uri="{FF2B5EF4-FFF2-40B4-BE49-F238E27FC236}">
                <a16:creationId xmlns:a16="http://schemas.microsoft.com/office/drawing/2014/main" id="{2684B456-FF31-41CF-ADD6-5C0C436FFC19}"/>
              </a:ext>
            </a:extLst>
          </p:cNvPr>
          <p:cNvSpPr>
            <a:spLocks xmlns:a="http://schemas.openxmlformats.org/drawingml/2006/main" noGrp="1"/>
          </p:cNvSpPr>
          <p:nvPr/>
        </p:nvSpPr>
        <p:spPr>
          <a:xfrm xmlns:a="http://schemas.openxmlformats.org/drawingml/2006/main">
            <a:off x="876300" y="4524375"/>
            <a:ext cx="104394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1" lang="he-IL">
                <a:solidFill>
                  <a:srgbClr val="A9BDD2"/>
                </a:solidFill>
                <a:latin typeface="Heebo"/>
                <a:ea typeface="Heebo"/>
                <a:cs typeface="Heebo"/>
              </a:defRPr>
            </a:pPr>
            <a:r>
              <a:rPr sz="2475" b="1" lang="he-IL">
                <a:solidFill>
                  <a:srgbClr val="A9BDD2"/>
                </a:solidFill>
                <a:latin typeface="Heebo"/>
                <a:ea typeface="Heebo"/>
                <a:cs typeface="Heebo"/>
              </a:rPr>
              <a:t>עכשיו אתם בוחרים עמדה ומפתחים את הרעיונות.</a:t>
            </a:r>
          </a:p>
        </p:txBody>
      </p:sp>
      <p:sp>
        <p:nvSpPr>
          <p:cNvPr id="5" name="text-320">
            <a:extLst xmlns:a="http://schemas.openxmlformats.org/drawingml/2006/main">
              <a:ext uri="{FF2B5EF4-FFF2-40B4-BE49-F238E27FC236}">
                <a16:creationId xmlns:a16="http://schemas.microsoft.com/office/drawing/2014/main" id="{A8377E3A-700F-478A-BE60-51EDDD221D94}"/>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44 / 50</a:t>
            </a:r>
          </a:p>
        </p:txBody>
      </p:sp>
    </p:spTree>
    <p:extLst>
      <p:ext uri="{BB962C8B-B14F-4D97-AF65-F5344CB8AC3E}">
        <p14:creationId xmlns:p14="http://schemas.microsoft.com/office/powerpoint/2010/main" val="802832042"/>
      </p:ext>
    </p:extLst>
  </p:cSld>
</p:sld>
</file>

<file path=ppt/slides/slide45.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321">
            <a:extLst xmlns:a="http://schemas.openxmlformats.org/drawingml/2006/main">
              <a:ext uri="{FF2B5EF4-FFF2-40B4-BE49-F238E27FC236}">
                <a16:creationId xmlns:a16="http://schemas.microsoft.com/office/drawing/2014/main" id="{3EC998C2-06FD-4D10-97CE-2F4F3170ECE1}"/>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4df3d27026ed4b19"/>
              </a:rPr>
              <a:t>⌂</a:t>
            </a:r>
          </a:p>
        </p:txBody>
      </p:sp>
      <p:sp>
        <p:nvSpPr>
          <p:cNvPr id="2" name="title-322">
            <a:extLst xmlns:a="http://schemas.openxmlformats.org/drawingml/2006/main">
              <a:ext uri="{FF2B5EF4-FFF2-40B4-BE49-F238E27FC236}">
                <a16:creationId xmlns:a16="http://schemas.microsoft.com/office/drawing/2014/main" id="{0BB4275C-E485-4A32-8A84-D8C0098DA90E}"/>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תכנון החיבור שלכם</a:t>
            </a:r>
          </a:p>
        </p:txBody>
      </p:sp>
      <p:sp>
        <p:nvSpPr>
          <p:cNvPr id="3" name="text-323">
            <a:extLst xmlns:a="http://schemas.openxmlformats.org/drawingml/2006/main">
              <a:ext uri="{FF2B5EF4-FFF2-40B4-BE49-F238E27FC236}">
                <a16:creationId xmlns:a16="http://schemas.microsoft.com/office/drawing/2014/main" id="{4041B165-2BE6-4FDD-B61C-9349747B78D2}"/>
              </a:ext>
            </a:extLst>
          </p:cNvPr>
          <p:cNvSpPr>
            <a:spLocks xmlns:a="http://schemas.openxmlformats.org/drawingml/2006/main" noGrp="1"/>
          </p:cNvSpPr>
          <p:nvPr/>
        </p:nvSpPr>
        <p:spPr>
          <a:xfrm xmlns:a="http://schemas.openxmlformats.org/drawingml/2006/main">
            <a:off x="857250" y="1562100"/>
            <a:ext cx="10477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375" b="1">
                <a:solidFill>
                  <a:srgbClr val="F7F7F2"/>
                </a:solidFill>
                <a:latin typeface="Nunito"/>
                <a:ea typeface="Nunito"/>
                <a:cs typeface="Nunito"/>
              </a:defRPr>
            </a:pPr>
            <a:r>
              <a:rPr sz="3375" b="1">
                <a:solidFill>
                  <a:srgbClr val="F7F7F2"/>
                </a:solidFill>
                <a:latin typeface="Nunito"/>
                <a:ea typeface="Nunito"/>
                <a:cs typeface="Nunito"/>
              </a:rPr>
              <a:t>My opinion / An idea against / An idea for</a:t>
            </a:r>
          </a:p>
        </p:txBody>
      </p:sp>
      <p:sp>
        <p:nvSpPr>
          <p:cNvPr id="4" name="text-324">
            <a:extLst xmlns:a="http://schemas.openxmlformats.org/drawingml/2006/main">
              <a:ext uri="{FF2B5EF4-FFF2-40B4-BE49-F238E27FC236}">
                <a16:creationId xmlns:a16="http://schemas.microsoft.com/office/drawing/2014/main" id="{B5F1D4BB-B27D-446C-BD54-2968DD6B6DD2}"/>
              </a:ext>
            </a:extLst>
          </p:cNvPr>
          <p:cNvSpPr>
            <a:spLocks xmlns:a="http://schemas.openxmlformats.org/drawingml/2006/main" noGrp="1"/>
          </p:cNvSpPr>
          <p:nvPr/>
        </p:nvSpPr>
        <p:spPr>
          <a:xfrm xmlns:a="http://schemas.openxmlformats.org/drawingml/2006/main">
            <a:off x="952500" y="3143250"/>
            <a:ext cx="1028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325" b="1" lang="he-IL">
                <a:solidFill>
                  <a:srgbClr val="A9BDD2"/>
                </a:solidFill>
                <a:latin typeface="Heebo"/>
                <a:ea typeface="Heebo"/>
                <a:cs typeface="Heebo"/>
              </a:defRPr>
            </a:pPr>
            <a:r>
              <a:rPr sz="2325" b="1" lang="he-IL">
                <a:solidFill>
                  <a:srgbClr val="A9BDD2"/>
                </a:solidFill>
                <a:latin typeface="Heebo"/>
                <a:ea typeface="Heebo"/>
                <a:cs typeface="Heebo"/>
              </a:rPr>
              <a:t>כתבו שלוש הערות קצרות. אפשר להתחיל בעברית.</a:t>
            </a:r>
          </a:p>
        </p:txBody>
      </p:sp>
      <p:sp>
        <p:nvSpPr>
          <p:cNvPr id="5" name="text-325">
            <a:extLst xmlns:a="http://schemas.openxmlformats.org/drawingml/2006/main">
              <a:ext uri="{FF2B5EF4-FFF2-40B4-BE49-F238E27FC236}">
                <a16:creationId xmlns:a16="http://schemas.microsoft.com/office/drawing/2014/main" id="{8A0C7D1F-5458-4409-AF12-FC4000AABEE7}"/>
              </a:ext>
            </a:extLst>
          </p:cNvPr>
          <p:cNvSpPr>
            <a:spLocks xmlns:a="http://schemas.openxmlformats.org/drawingml/2006/main" noGrp="1"/>
          </p:cNvSpPr>
          <p:nvPr/>
        </p:nvSpPr>
        <p:spPr>
          <a:xfrm xmlns:a="http://schemas.openxmlformats.org/drawingml/2006/main">
            <a:off x="952500" y="43434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375" b="1">
                <a:solidFill>
                  <a:srgbClr val="FFC857"/>
                </a:solidFill>
                <a:latin typeface="Nunito"/>
                <a:ea typeface="Nunito"/>
                <a:cs typeface="Nunito"/>
              </a:defRPr>
            </a:pPr>
            <a:r>
              <a:rPr sz="6375" b="1">
                <a:solidFill>
                  <a:srgbClr val="FFC857"/>
                </a:solidFill>
                <a:latin typeface="Nunito"/>
                <a:ea typeface="Nunito"/>
                <a:cs typeface="Nunito"/>
              </a:rPr>
              <a:t>03:00</a:t>
            </a:r>
          </a:p>
        </p:txBody>
      </p:sp>
      <p:sp>
        <p:nvSpPr>
          <p:cNvPr id="6" name="text-326">
            <a:extLst xmlns:a="http://schemas.openxmlformats.org/drawingml/2006/main">
              <a:ext uri="{FF2B5EF4-FFF2-40B4-BE49-F238E27FC236}">
                <a16:creationId xmlns:a16="http://schemas.microsoft.com/office/drawing/2014/main" id="{0052BC28-21D3-454E-B904-03630C526303}"/>
              </a:ext>
            </a:extLst>
          </p:cNvPr>
          <p:cNvSpPr>
            <a:spLocks xmlns:a="http://schemas.openxmlformats.org/drawingml/2006/main" noGrp="1"/>
          </p:cNvSpPr>
          <p:nvPr/>
        </p:nvSpPr>
        <p:spPr>
          <a:xfrm xmlns:a="http://schemas.openxmlformats.org/drawingml/2006/main">
            <a:off x="952500" y="5553075"/>
            <a:ext cx="1028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00" b="1" lang="he-IL">
                <a:solidFill>
                  <a:srgbClr val="4EE5FF"/>
                </a:solidFill>
                <a:latin typeface="Heebo"/>
                <a:ea typeface="Heebo"/>
                <a:cs typeface="Heebo"/>
              </a:defRPr>
            </a:pPr>
            <a:r>
              <a:rPr sz="1800" b="1" lang="he-IL">
                <a:solidFill>
                  <a:srgbClr val="4EE5FF"/>
                </a:solidFill>
                <a:latin typeface="Heebo"/>
                <a:ea typeface="Heebo"/>
                <a:cs typeface="Heebo"/>
                <a:hlinkClick xmlns:r="http://schemas.openxmlformats.org/officeDocument/2006/relationships" r:id="Rc82f401da0e044fa"/>
              </a:rPr>
              <a:t>שעון פעיל במצגת באתר</a:t>
            </a:r>
          </a:p>
        </p:txBody>
      </p:sp>
      <p:sp>
        <p:nvSpPr>
          <p:cNvPr id="7" name="text-327">
            <a:extLst xmlns:a="http://schemas.openxmlformats.org/drawingml/2006/main">
              <a:ext uri="{FF2B5EF4-FFF2-40B4-BE49-F238E27FC236}">
                <a16:creationId xmlns:a16="http://schemas.microsoft.com/office/drawing/2014/main" id="{BA57ED0F-A036-4458-904B-99F59D05DA46}"/>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45 / 50</a:t>
            </a:r>
          </a:p>
        </p:txBody>
      </p:sp>
    </p:spTree>
    <p:extLst>
      <p:ext uri="{BB962C8B-B14F-4D97-AF65-F5344CB8AC3E}">
        <p14:creationId xmlns:p14="http://schemas.microsoft.com/office/powerpoint/2010/main" val="270685609"/>
      </p:ext>
    </p:extLst>
  </p:cSld>
</p:sld>
</file>

<file path=ppt/slides/slide46.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328">
            <a:extLst xmlns:a="http://schemas.openxmlformats.org/drawingml/2006/main">
              <a:ext uri="{FF2B5EF4-FFF2-40B4-BE49-F238E27FC236}">
                <a16:creationId xmlns:a16="http://schemas.microsoft.com/office/drawing/2014/main" id="{8DD64A80-77D0-4B22-8411-3BF04893A229}"/>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195fbef056554ed0"/>
              </a:rPr>
              <a:t>⌂</a:t>
            </a:r>
          </a:p>
        </p:txBody>
      </p:sp>
      <p:sp>
        <p:nvSpPr>
          <p:cNvPr id="2" name="title-329">
            <a:extLst xmlns:a="http://schemas.openxmlformats.org/drawingml/2006/main">
              <a:ext uri="{FF2B5EF4-FFF2-40B4-BE49-F238E27FC236}">
                <a16:creationId xmlns:a16="http://schemas.microsoft.com/office/drawing/2014/main" id="{A3D7C61C-54D3-4271-9E34-E6C7B09C3672}"/>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כתיבה עצמאית</a:t>
            </a:r>
          </a:p>
        </p:txBody>
      </p:sp>
      <p:sp>
        <p:nvSpPr>
          <p:cNvPr id="3" name="text-330">
            <a:extLst xmlns:a="http://schemas.openxmlformats.org/drawingml/2006/main">
              <a:ext uri="{FF2B5EF4-FFF2-40B4-BE49-F238E27FC236}">
                <a16:creationId xmlns:a16="http://schemas.microsoft.com/office/drawing/2014/main" id="{155435BC-EFB5-408E-94EE-AAD0AD7BE1CC}"/>
              </a:ext>
            </a:extLst>
          </p:cNvPr>
          <p:cNvSpPr>
            <a:spLocks xmlns:a="http://schemas.openxmlformats.org/drawingml/2006/main" noGrp="1"/>
          </p:cNvSpPr>
          <p:nvPr/>
        </p:nvSpPr>
        <p:spPr>
          <a:xfrm xmlns:a="http://schemas.openxmlformats.org/drawingml/2006/main">
            <a:off x="857250" y="1562100"/>
            <a:ext cx="10477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375" b="1">
                <a:solidFill>
                  <a:srgbClr val="F7F7F2"/>
                </a:solidFill>
                <a:latin typeface="Nunito"/>
                <a:ea typeface="Nunito"/>
                <a:cs typeface="Nunito"/>
              </a:defRPr>
            </a:pPr>
            <a:r>
              <a:rPr sz="3375" b="1">
                <a:solidFill>
                  <a:srgbClr val="F7F7F2"/>
                </a:solidFill>
                <a:latin typeface="Nunito"/>
                <a:ea typeface="Nunito"/>
                <a:cs typeface="Nunito"/>
              </a:rPr>
              <a:t>Write 120–140 words.</a:t>
            </a:r>
          </a:p>
        </p:txBody>
      </p:sp>
      <p:sp>
        <p:nvSpPr>
          <p:cNvPr id="4" name="text-331">
            <a:extLst xmlns:a="http://schemas.openxmlformats.org/drawingml/2006/main">
              <a:ext uri="{FF2B5EF4-FFF2-40B4-BE49-F238E27FC236}">
                <a16:creationId xmlns:a16="http://schemas.microsoft.com/office/drawing/2014/main" id="{9DB08454-D635-4F2D-9C95-6FA031AA736B}"/>
              </a:ext>
            </a:extLst>
          </p:cNvPr>
          <p:cNvSpPr>
            <a:spLocks xmlns:a="http://schemas.openxmlformats.org/drawingml/2006/main" noGrp="1"/>
          </p:cNvSpPr>
          <p:nvPr/>
        </p:nvSpPr>
        <p:spPr>
          <a:xfrm xmlns:a="http://schemas.openxmlformats.org/drawingml/2006/main">
            <a:off x="952500" y="3143250"/>
            <a:ext cx="1028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325" b="1" lang="he-IL">
                <a:solidFill>
                  <a:srgbClr val="A9BDD2"/>
                </a:solidFill>
                <a:latin typeface="Heebo"/>
                <a:ea typeface="Heebo"/>
                <a:cs typeface="Heebo"/>
              </a:defRPr>
            </a:pPr>
            <a:r>
              <a:rPr sz="2325" b="1" lang="he-IL">
                <a:solidFill>
                  <a:srgbClr val="A9BDD2"/>
                </a:solidFill>
                <a:latin typeface="Heebo"/>
                <a:ea typeface="Heebo"/>
                <a:cs typeface="Heebo"/>
              </a:rPr>
              <a:t>ארבע פסקאות. משפט אחד בכל פעם.</a:t>
            </a:r>
          </a:p>
        </p:txBody>
      </p:sp>
      <p:sp>
        <p:nvSpPr>
          <p:cNvPr id="5" name="text-332">
            <a:extLst xmlns:a="http://schemas.openxmlformats.org/drawingml/2006/main">
              <a:ext uri="{FF2B5EF4-FFF2-40B4-BE49-F238E27FC236}">
                <a16:creationId xmlns:a16="http://schemas.microsoft.com/office/drawing/2014/main" id="{EABB9BFB-48DA-4F35-AE0A-96F0590229F8}"/>
              </a:ext>
            </a:extLst>
          </p:cNvPr>
          <p:cNvSpPr>
            <a:spLocks xmlns:a="http://schemas.openxmlformats.org/drawingml/2006/main" noGrp="1"/>
          </p:cNvSpPr>
          <p:nvPr/>
        </p:nvSpPr>
        <p:spPr>
          <a:xfrm xmlns:a="http://schemas.openxmlformats.org/drawingml/2006/main">
            <a:off x="952500" y="43434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375" b="1">
                <a:solidFill>
                  <a:srgbClr val="FFC857"/>
                </a:solidFill>
                <a:latin typeface="Nunito"/>
                <a:ea typeface="Nunito"/>
                <a:cs typeface="Nunito"/>
              </a:defRPr>
            </a:pPr>
            <a:r>
              <a:rPr sz="6375" b="1">
                <a:solidFill>
                  <a:srgbClr val="FFC857"/>
                </a:solidFill>
                <a:latin typeface="Nunito"/>
                <a:ea typeface="Nunito"/>
                <a:cs typeface="Nunito"/>
              </a:rPr>
              <a:t>14:00</a:t>
            </a:r>
          </a:p>
        </p:txBody>
      </p:sp>
      <p:sp>
        <p:nvSpPr>
          <p:cNvPr id="6" name="text-333">
            <a:extLst xmlns:a="http://schemas.openxmlformats.org/drawingml/2006/main">
              <a:ext uri="{FF2B5EF4-FFF2-40B4-BE49-F238E27FC236}">
                <a16:creationId xmlns:a16="http://schemas.microsoft.com/office/drawing/2014/main" id="{25F74673-F55E-42CE-9B56-8E2A0A0D0CA2}"/>
              </a:ext>
            </a:extLst>
          </p:cNvPr>
          <p:cNvSpPr>
            <a:spLocks xmlns:a="http://schemas.openxmlformats.org/drawingml/2006/main" noGrp="1"/>
          </p:cNvSpPr>
          <p:nvPr/>
        </p:nvSpPr>
        <p:spPr>
          <a:xfrm xmlns:a="http://schemas.openxmlformats.org/drawingml/2006/main">
            <a:off x="952500" y="5553075"/>
            <a:ext cx="1028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00" b="1" lang="he-IL">
                <a:solidFill>
                  <a:srgbClr val="4EE5FF"/>
                </a:solidFill>
                <a:latin typeface="Heebo"/>
                <a:ea typeface="Heebo"/>
                <a:cs typeface="Heebo"/>
              </a:defRPr>
            </a:pPr>
            <a:r>
              <a:rPr sz="1800" b="1" lang="he-IL">
                <a:solidFill>
                  <a:srgbClr val="4EE5FF"/>
                </a:solidFill>
                <a:latin typeface="Heebo"/>
                <a:ea typeface="Heebo"/>
                <a:cs typeface="Heebo"/>
                <a:hlinkClick xmlns:r="http://schemas.openxmlformats.org/officeDocument/2006/relationships" r:id="R2aa948dbc19547c8"/>
              </a:rPr>
              <a:t>שעון פעיל במצגת באתר</a:t>
            </a:r>
          </a:p>
        </p:txBody>
      </p:sp>
      <p:sp>
        <p:nvSpPr>
          <p:cNvPr id="7" name="text-334">
            <a:extLst xmlns:a="http://schemas.openxmlformats.org/drawingml/2006/main">
              <a:ext uri="{FF2B5EF4-FFF2-40B4-BE49-F238E27FC236}">
                <a16:creationId xmlns:a16="http://schemas.microsoft.com/office/drawing/2014/main" id="{3812A82A-EC53-4617-8AB6-7CA65FD00DA1}"/>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46 / 50</a:t>
            </a:r>
          </a:p>
        </p:txBody>
      </p:sp>
    </p:spTree>
    <p:extLst>
      <p:ext uri="{BB962C8B-B14F-4D97-AF65-F5344CB8AC3E}">
        <p14:creationId xmlns:p14="http://schemas.microsoft.com/office/powerpoint/2010/main" val="849711386"/>
      </p:ext>
    </p:extLst>
  </p:cSld>
</p:sld>
</file>

<file path=ppt/slides/slide47.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335">
            <a:extLst xmlns:a="http://schemas.openxmlformats.org/drawingml/2006/main">
              <a:ext uri="{FF2B5EF4-FFF2-40B4-BE49-F238E27FC236}">
                <a16:creationId xmlns:a16="http://schemas.microsoft.com/office/drawing/2014/main" id="{8E797080-B66C-424D-AE0B-0B1D470FCAE2}"/>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d4c7895139644ec7"/>
              </a:rPr>
              <a:t>⌂</a:t>
            </a:r>
          </a:p>
        </p:txBody>
      </p:sp>
      <p:sp>
        <p:nvSpPr>
          <p:cNvPr id="2" name="title-336">
            <a:extLst xmlns:a="http://schemas.openxmlformats.org/drawingml/2006/main">
              <a:ext uri="{FF2B5EF4-FFF2-40B4-BE49-F238E27FC236}">
                <a16:creationId xmlns:a16="http://schemas.microsoft.com/office/drawing/2014/main" id="{423FD5EE-C7BD-4227-BAC4-E0F83249902E}"/>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לפני העריכה</a:t>
            </a:r>
          </a:p>
        </p:txBody>
      </p:sp>
      <p:sp>
        <p:nvSpPr>
          <p:cNvPr id="3" name="text-337">
            <a:extLst xmlns:a="http://schemas.openxmlformats.org/drawingml/2006/main">
              <a:ext uri="{FF2B5EF4-FFF2-40B4-BE49-F238E27FC236}">
                <a16:creationId xmlns:a16="http://schemas.microsoft.com/office/drawing/2014/main" id="{53DE6E4D-C9B8-4993-AD3A-5AE4D8F02F35}"/>
              </a:ext>
            </a:extLst>
          </p:cNvPr>
          <p:cNvSpPr>
            <a:spLocks xmlns:a="http://schemas.openxmlformats.org/drawingml/2006/main" noGrp="1"/>
          </p:cNvSpPr>
          <p:nvPr/>
        </p:nvSpPr>
        <p:spPr>
          <a:xfrm xmlns:a="http://schemas.openxmlformats.org/drawingml/2006/main">
            <a:off x="809625" y="1438275"/>
            <a:ext cx="1057275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Task / reasons / examples</a:t>
            </a:r>
          </a:p>
          <a:p xmlns:a="http://schemas.openxmlformats.org/drawingml/2006/main">
            <a:pPr algn="ctr">
              <a:defRPr sz="3450" b="1">
                <a:solidFill>
                  <a:srgbClr val="F7F7F2"/>
                </a:solidFill>
                <a:latin typeface="Nunito"/>
                <a:ea typeface="Nunito"/>
                <a:cs typeface="Nunito"/>
              </a:defRPr>
            </a:pPr>
            <a:r>
              <a:rPr sz="3450" b="1">
                <a:solidFill>
                  <a:srgbClr val="F7F7F2"/>
                </a:solidFill>
                <a:latin typeface="Nunito"/>
                <a:ea typeface="Nunito"/>
                <a:cs typeface="Nunito"/>
              </a:rPr>
              <a:t>If ... will / have + V3 / should be + V3</a:t>
            </a:r>
          </a:p>
        </p:txBody>
      </p:sp>
      <p:sp>
        <p:nvSpPr>
          <p:cNvPr id="4" name="text-338">
            <a:extLst xmlns:a="http://schemas.openxmlformats.org/drawingml/2006/main">
              <a:ext uri="{FF2B5EF4-FFF2-40B4-BE49-F238E27FC236}">
                <a16:creationId xmlns:a16="http://schemas.microsoft.com/office/drawing/2014/main" id="{B313A15C-9951-49C1-8728-65BD026369CA}"/>
              </a:ext>
            </a:extLst>
          </p:cNvPr>
          <p:cNvSpPr>
            <a:spLocks xmlns:a="http://schemas.openxmlformats.org/drawingml/2006/main" noGrp="1"/>
          </p:cNvSpPr>
          <p:nvPr/>
        </p:nvSpPr>
        <p:spPr>
          <a:xfrm xmlns:a="http://schemas.openxmlformats.org/drawingml/2006/main">
            <a:off x="876300" y="4524375"/>
            <a:ext cx="104394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1" lang="he-IL">
                <a:solidFill>
                  <a:srgbClr val="A9BDD2"/>
                </a:solidFill>
                <a:latin typeface="Heebo"/>
                <a:ea typeface="Heebo"/>
                <a:cs typeface="Heebo"/>
              </a:defRPr>
            </a:pPr>
            <a:r>
              <a:rPr sz="2475" b="1" lang="he-IL">
                <a:solidFill>
                  <a:srgbClr val="A9BDD2"/>
                </a:solidFill>
                <a:latin typeface="Heebo"/>
                <a:ea typeface="Heebo"/>
                <a:cs typeface="Heebo"/>
              </a:rPr>
              <a:t>בדקו קודם את הרעיון ואת ארבע הפסקאות. אחר כך את המבנים והכתיב.</a:t>
            </a:r>
          </a:p>
        </p:txBody>
      </p:sp>
      <p:sp>
        <p:nvSpPr>
          <p:cNvPr id="5" name="text-339">
            <a:extLst xmlns:a="http://schemas.openxmlformats.org/drawingml/2006/main">
              <a:ext uri="{FF2B5EF4-FFF2-40B4-BE49-F238E27FC236}">
                <a16:creationId xmlns:a16="http://schemas.microsoft.com/office/drawing/2014/main" id="{B8DB4DC0-A676-47A7-BF49-D7930964FA7C}"/>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47 / 50</a:t>
            </a:r>
          </a:p>
        </p:txBody>
      </p:sp>
    </p:spTree>
    <p:extLst>
      <p:ext uri="{BB962C8B-B14F-4D97-AF65-F5344CB8AC3E}">
        <p14:creationId xmlns:p14="http://schemas.microsoft.com/office/powerpoint/2010/main" val="1879023514"/>
      </p:ext>
    </p:extLst>
  </p:cSld>
</p:sld>
</file>

<file path=ppt/slides/slide48.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340">
            <a:extLst xmlns:a="http://schemas.openxmlformats.org/drawingml/2006/main">
              <a:ext uri="{FF2B5EF4-FFF2-40B4-BE49-F238E27FC236}">
                <a16:creationId xmlns:a16="http://schemas.microsoft.com/office/drawing/2014/main" id="{F2EB77D0-57F5-4098-84D8-C726FB20AD57}"/>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ddcfb9361f3746e8"/>
              </a:rPr>
              <a:t>⌂</a:t>
            </a:r>
          </a:p>
        </p:txBody>
      </p:sp>
      <p:sp>
        <p:nvSpPr>
          <p:cNvPr id="2" name="title-341">
            <a:extLst xmlns:a="http://schemas.openxmlformats.org/drawingml/2006/main">
              <a:ext uri="{FF2B5EF4-FFF2-40B4-BE49-F238E27FC236}">
                <a16:creationId xmlns:a16="http://schemas.microsoft.com/office/drawing/2014/main" id="{7B3AD405-60E8-474B-A3AE-3D9C7EC03B49}"/>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עריכה עצמית</a:t>
            </a:r>
          </a:p>
        </p:txBody>
      </p:sp>
      <p:sp>
        <p:nvSpPr>
          <p:cNvPr id="3" name="text-342">
            <a:extLst xmlns:a="http://schemas.openxmlformats.org/drawingml/2006/main">
              <a:ext uri="{FF2B5EF4-FFF2-40B4-BE49-F238E27FC236}">
                <a16:creationId xmlns:a16="http://schemas.microsoft.com/office/drawing/2014/main" id="{F003734E-0057-49D3-B9E0-AAF3BAFED10F}"/>
              </a:ext>
            </a:extLst>
          </p:cNvPr>
          <p:cNvSpPr>
            <a:spLocks xmlns:a="http://schemas.openxmlformats.org/drawingml/2006/main" noGrp="1"/>
          </p:cNvSpPr>
          <p:nvPr/>
        </p:nvSpPr>
        <p:spPr>
          <a:xfrm xmlns:a="http://schemas.openxmlformats.org/drawingml/2006/main">
            <a:off x="857250" y="1562100"/>
            <a:ext cx="10477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375" b="1">
                <a:solidFill>
                  <a:srgbClr val="F7F7F2"/>
                </a:solidFill>
                <a:latin typeface="Nunito"/>
                <a:ea typeface="Nunito"/>
                <a:cs typeface="Nunito"/>
              </a:defRPr>
            </a:pPr>
            <a:r>
              <a:rPr sz="3375" b="1">
                <a:solidFill>
                  <a:srgbClr val="F7F7F2"/>
                </a:solidFill>
                <a:latin typeface="Nunito"/>
                <a:ea typeface="Nunito"/>
                <a:cs typeface="Nunito"/>
              </a:rPr>
              <a:t>Read your essay. Improve two things.</a:t>
            </a:r>
          </a:p>
        </p:txBody>
      </p:sp>
      <p:sp>
        <p:nvSpPr>
          <p:cNvPr id="4" name="text-343">
            <a:extLst xmlns:a="http://schemas.openxmlformats.org/drawingml/2006/main">
              <a:ext uri="{FF2B5EF4-FFF2-40B4-BE49-F238E27FC236}">
                <a16:creationId xmlns:a16="http://schemas.microsoft.com/office/drawing/2014/main" id="{52D12BCF-15E0-4DCC-B29E-AB90A72CF87F}"/>
              </a:ext>
            </a:extLst>
          </p:cNvPr>
          <p:cNvSpPr>
            <a:spLocks xmlns:a="http://schemas.openxmlformats.org/drawingml/2006/main" noGrp="1"/>
          </p:cNvSpPr>
          <p:nvPr/>
        </p:nvSpPr>
        <p:spPr>
          <a:xfrm xmlns:a="http://schemas.openxmlformats.org/drawingml/2006/main">
            <a:off x="952500" y="3143250"/>
            <a:ext cx="1028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325" b="1" lang="he-IL">
                <a:solidFill>
                  <a:srgbClr val="A9BDD2"/>
                </a:solidFill>
                <a:latin typeface="Heebo"/>
                <a:ea typeface="Heebo"/>
                <a:cs typeface="Heebo"/>
              </a:defRPr>
            </a:pPr>
            <a:r>
              <a:rPr sz="2325" b="1" lang="he-IL">
                <a:solidFill>
                  <a:srgbClr val="A9BDD2"/>
                </a:solidFill>
                <a:latin typeface="Heebo"/>
                <a:ea typeface="Heebo"/>
                <a:cs typeface="Heebo"/>
              </a:rPr>
              <a:t>תיקון אחד בתוכן או בהסבר, ותיקון אחד בשפה.</a:t>
            </a:r>
          </a:p>
        </p:txBody>
      </p:sp>
      <p:sp>
        <p:nvSpPr>
          <p:cNvPr id="5" name="text-344">
            <a:extLst xmlns:a="http://schemas.openxmlformats.org/drawingml/2006/main">
              <a:ext uri="{FF2B5EF4-FFF2-40B4-BE49-F238E27FC236}">
                <a16:creationId xmlns:a16="http://schemas.microsoft.com/office/drawing/2014/main" id="{3363727F-8314-4DFF-88A8-493BA77FBA0C}"/>
              </a:ext>
            </a:extLst>
          </p:cNvPr>
          <p:cNvSpPr>
            <a:spLocks xmlns:a="http://schemas.openxmlformats.org/drawingml/2006/main" noGrp="1"/>
          </p:cNvSpPr>
          <p:nvPr/>
        </p:nvSpPr>
        <p:spPr>
          <a:xfrm xmlns:a="http://schemas.openxmlformats.org/drawingml/2006/main">
            <a:off x="952500" y="43434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375" b="1">
                <a:solidFill>
                  <a:srgbClr val="FFC857"/>
                </a:solidFill>
                <a:latin typeface="Nunito"/>
                <a:ea typeface="Nunito"/>
                <a:cs typeface="Nunito"/>
              </a:defRPr>
            </a:pPr>
            <a:r>
              <a:rPr sz="6375" b="1">
                <a:solidFill>
                  <a:srgbClr val="FFC857"/>
                </a:solidFill>
                <a:latin typeface="Nunito"/>
                <a:ea typeface="Nunito"/>
                <a:cs typeface="Nunito"/>
              </a:rPr>
              <a:t>03:00</a:t>
            </a:r>
          </a:p>
        </p:txBody>
      </p:sp>
      <p:sp>
        <p:nvSpPr>
          <p:cNvPr id="6" name="text-345">
            <a:extLst xmlns:a="http://schemas.openxmlformats.org/drawingml/2006/main">
              <a:ext uri="{FF2B5EF4-FFF2-40B4-BE49-F238E27FC236}">
                <a16:creationId xmlns:a16="http://schemas.microsoft.com/office/drawing/2014/main" id="{7AC973C1-DDA6-4C85-A0D0-69181FB69DA5}"/>
              </a:ext>
            </a:extLst>
          </p:cNvPr>
          <p:cNvSpPr>
            <a:spLocks xmlns:a="http://schemas.openxmlformats.org/drawingml/2006/main" noGrp="1"/>
          </p:cNvSpPr>
          <p:nvPr/>
        </p:nvSpPr>
        <p:spPr>
          <a:xfrm xmlns:a="http://schemas.openxmlformats.org/drawingml/2006/main">
            <a:off x="952500" y="5553075"/>
            <a:ext cx="1028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00" b="1" lang="he-IL">
                <a:solidFill>
                  <a:srgbClr val="4EE5FF"/>
                </a:solidFill>
                <a:latin typeface="Heebo"/>
                <a:ea typeface="Heebo"/>
                <a:cs typeface="Heebo"/>
              </a:defRPr>
            </a:pPr>
            <a:r>
              <a:rPr sz="1800" b="1" lang="he-IL">
                <a:solidFill>
                  <a:srgbClr val="4EE5FF"/>
                </a:solidFill>
                <a:latin typeface="Heebo"/>
                <a:ea typeface="Heebo"/>
                <a:cs typeface="Heebo"/>
                <a:hlinkClick xmlns:r="http://schemas.openxmlformats.org/officeDocument/2006/relationships" r:id="R241fa364d1ee4570"/>
              </a:rPr>
              <a:t>שעון פעיל במצגת באתר</a:t>
            </a:r>
          </a:p>
        </p:txBody>
      </p:sp>
      <p:sp>
        <p:nvSpPr>
          <p:cNvPr id="7" name="text-346">
            <a:extLst xmlns:a="http://schemas.openxmlformats.org/drawingml/2006/main">
              <a:ext uri="{FF2B5EF4-FFF2-40B4-BE49-F238E27FC236}">
                <a16:creationId xmlns:a16="http://schemas.microsoft.com/office/drawing/2014/main" id="{D689F969-73A6-4C9D-8CA5-655C58F8FEAE}"/>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48 / 50</a:t>
            </a:r>
          </a:p>
        </p:txBody>
      </p:sp>
    </p:spTree>
    <p:extLst>
      <p:ext uri="{BB962C8B-B14F-4D97-AF65-F5344CB8AC3E}">
        <p14:creationId xmlns:p14="http://schemas.microsoft.com/office/powerpoint/2010/main" val="677564906"/>
      </p:ext>
    </p:extLst>
  </p:cSld>
</p:sld>
</file>

<file path=ppt/slides/slide49.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347">
            <a:extLst xmlns:a="http://schemas.openxmlformats.org/drawingml/2006/main">
              <a:ext uri="{FF2B5EF4-FFF2-40B4-BE49-F238E27FC236}">
                <a16:creationId xmlns:a16="http://schemas.microsoft.com/office/drawing/2014/main" id="{18D637AC-76FC-4AD1-8B54-5EF32A0117C2}"/>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a2874c85e63f4caa"/>
              </a:rPr>
              <a:t>⌂</a:t>
            </a:r>
          </a:p>
        </p:txBody>
      </p:sp>
      <p:sp>
        <p:nvSpPr>
          <p:cNvPr id="2" name="title-348">
            <a:extLst xmlns:a="http://schemas.openxmlformats.org/drawingml/2006/main">
              <a:ext uri="{FF2B5EF4-FFF2-40B4-BE49-F238E27FC236}">
                <a16:creationId xmlns:a16="http://schemas.microsoft.com/office/drawing/2014/main" id="{FC1D3585-5C0F-461F-91F4-0161570CA225}"/>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כרטיס יציאה</a:t>
            </a:r>
          </a:p>
        </p:txBody>
      </p:sp>
      <p:sp>
        <p:nvSpPr>
          <p:cNvPr id="3" name="text-349">
            <a:extLst xmlns:a="http://schemas.openxmlformats.org/drawingml/2006/main">
              <a:ext uri="{FF2B5EF4-FFF2-40B4-BE49-F238E27FC236}">
                <a16:creationId xmlns:a16="http://schemas.microsoft.com/office/drawing/2014/main" id="{76A5E77D-45A8-4253-8D59-B4DCB244A981}"/>
              </a:ext>
            </a:extLst>
          </p:cNvPr>
          <p:cNvSpPr>
            <a:spLocks xmlns:a="http://schemas.openxmlformats.org/drawingml/2006/main" noGrp="1"/>
          </p:cNvSpPr>
          <p:nvPr/>
        </p:nvSpPr>
        <p:spPr>
          <a:xfrm xmlns:a="http://schemas.openxmlformats.org/drawingml/2006/main">
            <a:off x="857250" y="1304925"/>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000" b="1">
                <a:solidFill>
                  <a:srgbClr val="F7F7F2"/>
                </a:solidFill>
                <a:latin typeface="Nunito"/>
                <a:ea typeface="Nunito"/>
                <a:cs typeface="Nunito"/>
              </a:defRPr>
            </a:pPr>
            <a:r>
              <a:rPr sz="3000" b="1">
                <a:solidFill>
                  <a:srgbClr val="F7F7F2"/>
                </a:solidFill>
                <a:latin typeface="Nunito"/>
                <a:ea typeface="Nunito"/>
                <a:cs typeface="Nunito"/>
              </a:rPr>
              <a:t>Which sentence explains how games help?</a:t>
            </a:r>
          </a:p>
        </p:txBody>
      </p:sp>
      <p:sp>
        <p:nvSpPr>
          <p:cNvPr id="4" name="text-350">
            <a:extLst xmlns:a="http://schemas.openxmlformats.org/drawingml/2006/main">
              <a:ext uri="{FF2B5EF4-FFF2-40B4-BE49-F238E27FC236}">
                <a16:creationId xmlns:a16="http://schemas.microsoft.com/office/drawing/2014/main" id="{C23D0E94-ADAD-43CD-9E7B-1BEE9CD45AAD}"/>
              </a:ext>
            </a:extLst>
          </p:cNvPr>
          <p:cNvSpPr>
            <a:spLocks xmlns:a="http://schemas.openxmlformats.org/drawingml/2006/main" noGrp="1"/>
          </p:cNvSpPr>
          <p:nvPr/>
        </p:nvSpPr>
        <p:spPr>
          <a:xfrm xmlns:a="http://schemas.openxmlformats.org/drawingml/2006/main">
            <a:off x="904875" y="2419350"/>
            <a:ext cx="1038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F7F7F2"/>
                </a:solidFill>
                <a:latin typeface="Nunito"/>
                <a:ea typeface="Nunito"/>
                <a:cs typeface="Nunito"/>
              </a:defRPr>
            </a:pPr>
            <a:r>
              <a:rPr sz="2325" b="1">
                <a:solidFill>
                  <a:srgbClr val="F7F7F2"/>
                </a:solidFill>
                <a:latin typeface="Nunito"/>
                <a:ea typeface="Nunito"/>
                <a:cs typeface="Nunito"/>
              </a:rPr>
              <a:t>A   Games help students.</a:t>
            </a:r>
          </a:p>
        </p:txBody>
      </p:sp>
      <p:sp>
        <p:nvSpPr>
          <p:cNvPr id="5" name="text-351">
            <a:extLst xmlns:a="http://schemas.openxmlformats.org/drawingml/2006/main">
              <a:ext uri="{FF2B5EF4-FFF2-40B4-BE49-F238E27FC236}">
                <a16:creationId xmlns:a16="http://schemas.microsoft.com/office/drawing/2014/main" id="{93F3096B-BF7C-4E28-9E59-7897ED1CF5C2}"/>
              </a:ext>
            </a:extLst>
          </p:cNvPr>
          <p:cNvSpPr>
            <a:spLocks xmlns:a="http://schemas.openxmlformats.org/drawingml/2006/main" noGrp="1"/>
          </p:cNvSpPr>
          <p:nvPr/>
        </p:nvSpPr>
        <p:spPr>
          <a:xfrm xmlns:a="http://schemas.openxmlformats.org/drawingml/2006/main">
            <a:off x="904875" y="3257550"/>
            <a:ext cx="1038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F7F7F2"/>
                </a:solidFill>
                <a:latin typeface="Nunito"/>
                <a:ea typeface="Nunito"/>
                <a:cs typeface="Nunito"/>
              </a:defRPr>
            </a:pPr>
            <a:r>
              <a:rPr sz="2325" b="1">
                <a:solidFill>
                  <a:srgbClr val="F7F7F2"/>
                </a:solidFill>
                <a:latin typeface="Nunito"/>
                <a:ea typeface="Nunito"/>
                <a:cs typeface="Nunito"/>
              </a:rPr>
              <a:t>B   Games help students make friends since they spend time together.</a:t>
            </a:r>
          </a:p>
        </p:txBody>
      </p:sp>
      <p:sp>
        <p:nvSpPr>
          <p:cNvPr id="6" name="text-352">
            <a:extLst xmlns:a="http://schemas.openxmlformats.org/drawingml/2006/main">
              <a:ext uri="{FF2B5EF4-FFF2-40B4-BE49-F238E27FC236}">
                <a16:creationId xmlns:a16="http://schemas.microsoft.com/office/drawing/2014/main" id="{0994F920-6B76-4F1B-9D72-049585A0E620}"/>
              </a:ext>
            </a:extLst>
          </p:cNvPr>
          <p:cNvSpPr>
            <a:spLocks xmlns:a="http://schemas.openxmlformats.org/drawingml/2006/main" noGrp="1"/>
          </p:cNvSpPr>
          <p:nvPr/>
        </p:nvSpPr>
        <p:spPr>
          <a:xfrm xmlns:a="http://schemas.openxmlformats.org/drawingml/2006/main">
            <a:off x="904875" y="4095750"/>
            <a:ext cx="1038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F7F7F2"/>
                </a:solidFill>
                <a:latin typeface="Nunito"/>
                <a:ea typeface="Nunito"/>
                <a:cs typeface="Nunito"/>
              </a:defRPr>
            </a:pPr>
            <a:r>
              <a:rPr sz="2325" b="1">
                <a:solidFill>
                  <a:srgbClr val="F7F7F2"/>
                </a:solidFill>
                <a:latin typeface="Nunito"/>
                <a:ea typeface="Nunito"/>
                <a:cs typeface="Nunito"/>
              </a:rPr>
              <a:t>C   Games help students since games help students.</a:t>
            </a:r>
          </a:p>
        </p:txBody>
      </p:sp>
      <p:sp>
        <p:nvSpPr>
          <p:cNvPr id="7" name="text-353">
            <a:extLst xmlns:a="http://schemas.openxmlformats.org/drawingml/2006/main">
              <a:ext uri="{FF2B5EF4-FFF2-40B4-BE49-F238E27FC236}">
                <a16:creationId xmlns:a16="http://schemas.microsoft.com/office/drawing/2014/main" id="{563B29C9-3940-4336-8198-16E88071A86F}"/>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49 / 50</a:t>
            </a:r>
          </a:p>
        </p:txBody>
      </p:sp>
    </p:spTree>
    <p:extLst>
      <p:ext uri="{BB962C8B-B14F-4D97-AF65-F5344CB8AC3E}">
        <p14:creationId xmlns:p14="http://schemas.microsoft.com/office/powerpoint/2010/main" val="1537040695"/>
      </p:ext>
    </p:extLst>
  </p:cSld>
</p:sld>
</file>

<file path=ppt/slides/slide50.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9" name="text-354">
            <a:extLst xmlns:a="http://schemas.openxmlformats.org/drawingml/2006/main">
              <a:ext uri="{FF2B5EF4-FFF2-40B4-BE49-F238E27FC236}">
                <a16:creationId xmlns:a16="http://schemas.microsoft.com/office/drawing/2014/main" id="{FF55019D-F3BA-4454-98E6-256E37978E8B}"/>
              </a:ext>
            </a:extLst>
          </p:cNvPr>
          <p:cNvSpPr>
            <a:spLocks xmlns:a="http://schemas.openxmlformats.org/drawingml/2006/main" noGrp="1"/>
          </p:cNvSpPr>
          <p:nvPr/>
        </p:nvSpPr>
        <p:spPr>
          <a:xfrm xmlns:a="http://schemas.openxmlformats.org/drawingml/2006/main">
            <a:off x="361950" y="2857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7F7F2"/>
                </a:solidFill>
                <a:latin typeface="Nunito"/>
                <a:ea typeface="Nunito"/>
                <a:cs typeface="Nunito"/>
              </a:defRPr>
            </a:pPr>
            <a:r>
              <a:rPr sz="2250" b="0">
                <a:solidFill>
                  <a:srgbClr val="F7F7F2"/>
                </a:solidFill>
                <a:latin typeface="Nunito"/>
                <a:ea typeface="Nunito"/>
                <a:cs typeface="Nunito"/>
                <a:hlinkClick xmlns:r="http://schemas.openxmlformats.org/officeDocument/2006/relationships" r:id="Rcf661eb048304690"/>
              </a:rPr>
              <a:t>⌂</a:t>
            </a:r>
          </a:p>
        </p:txBody>
      </p:sp>
      <p:sp>
        <p:nvSpPr>
          <p:cNvPr id="2" name="title-355">
            <a:extLst xmlns:a="http://schemas.openxmlformats.org/drawingml/2006/main">
              <a:ext uri="{FF2B5EF4-FFF2-40B4-BE49-F238E27FC236}">
                <a16:creationId xmlns:a16="http://schemas.microsoft.com/office/drawing/2014/main" id="{BD1185CB-B199-4A2C-9C84-41A7EF4B8A96}"/>
              </a:ext>
            </a:extLst>
          </p:cNvPr>
          <p:cNvSpPr>
            <a:spLocks xmlns:a="http://schemas.openxmlformats.org/drawingml/2006/main" noGrp="1"/>
          </p:cNvSpPr>
          <p:nvPr/>
        </p:nvSpPr>
        <p:spPr>
          <a:xfrm xmlns:a="http://schemas.openxmlformats.org/drawingml/2006/main">
            <a:off x="904875" y="504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4EE5FF"/>
                </a:solidFill>
                <a:latin typeface="Heebo"/>
                <a:ea typeface="Heebo"/>
                <a:cs typeface="Heebo"/>
              </a:defRPr>
            </a:pPr>
            <a:r>
              <a:rPr sz="2100" b="1" lang="he-IL">
                <a:solidFill>
                  <a:srgbClr val="4EE5FF"/>
                </a:solidFill>
                <a:latin typeface="Heebo"/>
                <a:ea typeface="Heebo"/>
                <a:cs typeface="Heebo"/>
              </a:rPr>
              <a:t>כרטיס יציאה</a:t>
            </a:r>
          </a:p>
        </p:txBody>
      </p:sp>
      <p:sp>
        <p:nvSpPr>
          <p:cNvPr id="3" name="text-356">
            <a:extLst xmlns:a="http://schemas.openxmlformats.org/drawingml/2006/main">
              <a:ext uri="{FF2B5EF4-FFF2-40B4-BE49-F238E27FC236}">
                <a16:creationId xmlns:a16="http://schemas.microsoft.com/office/drawing/2014/main" id="{354771D3-D03E-486C-B3A1-59907DF1807E}"/>
              </a:ext>
            </a:extLst>
          </p:cNvPr>
          <p:cNvSpPr>
            <a:spLocks xmlns:a="http://schemas.openxmlformats.org/drawingml/2006/main" noGrp="1"/>
          </p:cNvSpPr>
          <p:nvPr/>
        </p:nvSpPr>
        <p:spPr>
          <a:xfrm xmlns:a="http://schemas.openxmlformats.org/drawingml/2006/main">
            <a:off x="857250" y="1304925"/>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000" b="1">
                <a:solidFill>
                  <a:srgbClr val="F7F7F2"/>
                </a:solidFill>
                <a:latin typeface="Nunito"/>
                <a:ea typeface="Nunito"/>
                <a:cs typeface="Nunito"/>
              </a:defRPr>
            </a:pPr>
            <a:r>
              <a:rPr sz="3000" b="1">
                <a:solidFill>
                  <a:srgbClr val="F7F7F2"/>
                </a:solidFill>
                <a:latin typeface="Nunito"/>
                <a:ea typeface="Nunito"/>
                <a:cs typeface="Nunito"/>
              </a:rPr>
              <a:t>Which sentence explains how games help?</a:t>
            </a:r>
          </a:p>
        </p:txBody>
      </p:sp>
      <p:sp>
        <p:nvSpPr>
          <p:cNvPr id="4" name="text-357">
            <a:extLst xmlns:a="http://schemas.openxmlformats.org/drawingml/2006/main">
              <a:ext uri="{FF2B5EF4-FFF2-40B4-BE49-F238E27FC236}">
                <a16:creationId xmlns:a16="http://schemas.microsoft.com/office/drawing/2014/main" id="{0C9EB89D-05EA-4A4B-BF61-542AFFA7DCD3}"/>
              </a:ext>
            </a:extLst>
          </p:cNvPr>
          <p:cNvSpPr>
            <a:spLocks xmlns:a="http://schemas.openxmlformats.org/drawingml/2006/main" noGrp="1"/>
          </p:cNvSpPr>
          <p:nvPr/>
        </p:nvSpPr>
        <p:spPr>
          <a:xfrm xmlns:a="http://schemas.openxmlformats.org/drawingml/2006/main">
            <a:off x="904875" y="2419350"/>
            <a:ext cx="1038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F7F7F2"/>
                </a:solidFill>
                <a:latin typeface="Nunito"/>
                <a:ea typeface="Nunito"/>
                <a:cs typeface="Nunito"/>
              </a:defRPr>
            </a:pPr>
            <a:r>
              <a:rPr sz="2325" b="1">
                <a:solidFill>
                  <a:srgbClr val="F7F7F2"/>
                </a:solidFill>
                <a:latin typeface="Nunito"/>
                <a:ea typeface="Nunito"/>
                <a:cs typeface="Nunito"/>
              </a:rPr>
              <a:t>A   Games help students.</a:t>
            </a:r>
          </a:p>
        </p:txBody>
      </p:sp>
      <p:sp>
        <p:nvSpPr>
          <p:cNvPr id="5" name="text-358">
            <a:extLst xmlns:a="http://schemas.openxmlformats.org/drawingml/2006/main">
              <a:ext uri="{FF2B5EF4-FFF2-40B4-BE49-F238E27FC236}">
                <a16:creationId xmlns:a16="http://schemas.microsoft.com/office/drawing/2014/main" id="{43FA6E85-9913-4B9A-90B9-9524D5B9AA9E}"/>
              </a:ext>
            </a:extLst>
          </p:cNvPr>
          <p:cNvSpPr>
            <a:spLocks xmlns:a="http://schemas.openxmlformats.org/drawingml/2006/main" noGrp="1"/>
          </p:cNvSpPr>
          <p:nvPr/>
        </p:nvSpPr>
        <p:spPr>
          <a:xfrm xmlns:a="http://schemas.openxmlformats.org/drawingml/2006/main">
            <a:off x="904875" y="3257550"/>
            <a:ext cx="1038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DFFF5B"/>
                </a:solidFill>
                <a:latin typeface="Nunito"/>
                <a:ea typeface="Nunito"/>
                <a:cs typeface="Nunito"/>
              </a:defRPr>
            </a:pPr>
            <a:r>
              <a:rPr sz="2325" b="1">
                <a:solidFill>
                  <a:srgbClr val="DFFF5B"/>
                </a:solidFill>
                <a:latin typeface="Nunito"/>
                <a:ea typeface="Nunito"/>
                <a:cs typeface="Nunito"/>
              </a:rPr>
              <a:t>B   Games help students make friends since they spend time together.</a:t>
            </a:r>
          </a:p>
        </p:txBody>
      </p:sp>
      <p:sp>
        <p:nvSpPr>
          <p:cNvPr id="6" name="text-359">
            <a:extLst xmlns:a="http://schemas.openxmlformats.org/drawingml/2006/main">
              <a:ext uri="{FF2B5EF4-FFF2-40B4-BE49-F238E27FC236}">
                <a16:creationId xmlns:a16="http://schemas.microsoft.com/office/drawing/2014/main" id="{B824CA38-766B-461D-B43B-3D730780A0ED}"/>
              </a:ext>
            </a:extLst>
          </p:cNvPr>
          <p:cNvSpPr>
            <a:spLocks xmlns:a="http://schemas.openxmlformats.org/drawingml/2006/main" noGrp="1"/>
          </p:cNvSpPr>
          <p:nvPr/>
        </p:nvSpPr>
        <p:spPr>
          <a:xfrm xmlns:a="http://schemas.openxmlformats.org/drawingml/2006/main">
            <a:off x="904875" y="4095750"/>
            <a:ext cx="1038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F7F7F2"/>
                </a:solidFill>
                <a:latin typeface="Nunito"/>
                <a:ea typeface="Nunito"/>
                <a:cs typeface="Nunito"/>
              </a:defRPr>
            </a:pPr>
            <a:r>
              <a:rPr sz="2325" b="1">
                <a:solidFill>
                  <a:srgbClr val="F7F7F2"/>
                </a:solidFill>
                <a:latin typeface="Nunito"/>
                <a:ea typeface="Nunito"/>
                <a:cs typeface="Nunito"/>
              </a:rPr>
              <a:t>C   Games help students since games help students.</a:t>
            </a:r>
          </a:p>
        </p:txBody>
      </p:sp>
      <p:sp>
        <p:nvSpPr>
          <p:cNvPr id="7" name="text-360">
            <a:extLst xmlns:a="http://schemas.openxmlformats.org/drawingml/2006/main">
              <a:ext uri="{FF2B5EF4-FFF2-40B4-BE49-F238E27FC236}">
                <a16:creationId xmlns:a16="http://schemas.microsoft.com/office/drawing/2014/main" id="{903CF027-3D2E-441B-8AD5-44388A1A7735}"/>
              </a:ext>
            </a:extLst>
          </p:cNvPr>
          <p:cNvSpPr>
            <a:spLocks xmlns:a="http://schemas.openxmlformats.org/drawingml/2006/main" noGrp="1"/>
          </p:cNvSpPr>
          <p:nvPr/>
        </p:nvSpPr>
        <p:spPr>
          <a:xfrm xmlns:a="http://schemas.openxmlformats.org/drawingml/2006/main">
            <a:off x="904875" y="5143500"/>
            <a:ext cx="103822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100" b="1" lang="he-IL">
                <a:solidFill>
                  <a:srgbClr val="DFFF5B"/>
                </a:solidFill>
                <a:latin typeface="Heebo"/>
                <a:ea typeface="Heebo"/>
                <a:cs typeface="Heebo"/>
              </a:defRPr>
            </a:pPr>
            <a:r>
              <a:rPr sz="2100" b="1" lang="he-IL">
                <a:solidFill>
                  <a:srgbClr val="DFFF5B"/>
                </a:solidFill>
                <a:latin typeface="Heebo"/>
                <a:ea typeface="Heebo"/>
                <a:cs typeface="Heebo"/>
              </a:rPr>
              <a:t>משפט פשוט שמסביר את הרעיון עדיף על משפט שקשה להבין או להשתמש בו.</a:t>
            </a:r>
          </a:p>
        </p:txBody>
      </p:sp>
      <p:sp>
        <p:nvSpPr>
          <p:cNvPr id="8" name="text-361">
            <a:extLst xmlns:a="http://schemas.openxmlformats.org/drawingml/2006/main">
              <a:ext uri="{FF2B5EF4-FFF2-40B4-BE49-F238E27FC236}">
                <a16:creationId xmlns:a16="http://schemas.microsoft.com/office/drawing/2014/main" id="{039F5EC9-48DB-4979-BB26-03B11FF6EBC9}"/>
              </a:ext>
            </a:extLst>
          </p:cNvPr>
          <p:cNvSpPr>
            <a:spLocks xmlns:a="http://schemas.openxmlformats.org/drawingml/2006/main" noGrp="1"/>
          </p:cNvSpPr>
          <p:nvPr/>
        </p:nvSpPr>
        <p:spPr>
          <a:xfrm xmlns:a="http://schemas.openxmlformats.org/drawingml/2006/main">
            <a:off x="104775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9BDD2"/>
                </a:solidFill>
                <a:latin typeface="Nunito"/>
                <a:ea typeface="Nunito"/>
                <a:cs typeface="Nunito"/>
              </a:defRPr>
            </a:pPr>
            <a:r>
              <a:rPr sz="1275" b="0">
                <a:solidFill>
                  <a:srgbClr val="A9BDD2"/>
                </a:solidFill>
                <a:latin typeface="Nunito"/>
                <a:ea typeface="Nunito"/>
                <a:cs typeface="Nunito"/>
              </a:rPr>
              <a:t>50 / 50</a:t>
            </a:r>
          </a:p>
        </p:txBody>
      </p:sp>
    </p:spTree>
    <p:extLst>
      <p:ext uri="{BB962C8B-B14F-4D97-AF65-F5344CB8AC3E}">
        <p14:creationId xmlns:p14="http://schemas.microsoft.com/office/powerpoint/2010/main" val="10724532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EE5FF"/>
      </a:hlink>
      <a:folHlink>
        <a:srgbClr val="4EE5FF"/>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2026-09-19T18:19:37.5380000Z</dcterms:created>
  <dcterms:modified xsi:type="dcterms:W3CDTF">2026-09-19T18:19:37.5380000Z</dcterms:modified>
</coreProperties>
</file>