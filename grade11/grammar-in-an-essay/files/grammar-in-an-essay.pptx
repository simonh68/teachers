
<file path=[Content_Types].xml><?xml version="1.0" encoding="utf-8"?>
<Types xmlns="http://schemas.openxmlformats.org/package/2006/content-types">
  <Default Extension="xml" ContentType="application/vnd.openxmlformats-package.core-properties+xml"/>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f5a63af05994c06" /><Relationship Type="http://schemas.openxmlformats.org/officeDocument/2006/relationships/extended-properties" Target="/docProps/app.xml" Id="Rf347f29a92ce4090" /><Relationship Type="http://schemas.openxmlformats.org/officeDocument/2006/relationships/officeDocument" Target="/ppt/presentation.xml" Id="Rc4b4c8b2b99441fa" /></Relationships>
</file>

<file path=ppt/presentation.xml><?xml version="1.0" encoding="utf-8"?>
<p:presentation xmlns:p="http://schemas.openxmlformats.org/presentationml/2006/main">
  <p:sldMasterIdLst>
    <p:sldMasterId xmlns:r="http://schemas.openxmlformats.org/officeDocument/2006/relationships" id="2147483648" r:id="R787879fd6d5a45ef"/>
  </p:sldMasterIdLst>
  <p:notesMasterIdLst>
    <p:notesMasterId xmlns:r="http://schemas.openxmlformats.org/officeDocument/2006/relationships" r:id="R2154738032184d7f"/>
  </p:notesMasterIdLst>
  <p:sldIdLst>
    <p:sldId xmlns:r="http://schemas.openxmlformats.org/officeDocument/2006/relationships" id="256" r:id="R75835d89550e4a70"/>
    <p:sldId xmlns:r="http://schemas.openxmlformats.org/officeDocument/2006/relationships" id="257" r:id="R1e0493ce73aa4308"/>
    <p:sldId xmlns:r="http://schemas.openxmlformats.org/officeDocument/2006/relationships" id="258" r:id="Rde66e27bf46f46a5"/>
    <p:sldId xmlns:r="http://schemas.openxmlformats.org/officeDocument/2006/relationships" id="259" r:id="R1c3c95a9bb974bc8"/>
    <p:sldId xmlns:r="http://schemas.openxmlformats.org/officeDocument/2006/relationships" id="260" r:id="R6e922b26899243b5"/>
    <p:sldId xmlns:r="http://schemas.openxmlformats.org/officeDocument/2006/relationships" id="261" r:id="Reaaa64c6bc9f46dc"/>
    <p:sldId xmlns:r="http://schemas.openxmlformats.org/officeDocument/2006/relationships" id="262" r:id="R9915f039e3c54806"/>
    <p:sldId xmlns:r="http://schemas.openxmlformats.org/officeDocument/2006/relationships" id="263" r:id="Rcaccf750b9244209"/>
    <p:sldId xmlns:r="http://schemas.openxmlformats.org/officeDocument/2006/relationships" id="264" r:id="R691c5daa082e4c8f"/>
    <p:sldId xmlns:r="http://schemas.openxmlformats.org/officeDocument/2006/relationships" id="265" r:id="R13784b616b0c49a2"/>
    <p:sldId xmlns:r="http://schemas.openxmlformats.org/officeDocument/2006/relationships" id="266" r:id="R0408478bf4b54666"/>
    <p:sldId xmlns:r="http://schemas.openxmlformats.org/officeDocument/2006/relationships" id="267" r:id="R73256c8cdaab4087"/>
    <p:sldId xmlns:r="http://schemas.openxmlformats.org/officeDocument/2006/relationships" id="268" r:id="R850347b3fdf24120"/>
    <p:sldId xmlns:r="http://schemas.openxmlformats.org/officeDocument/2006/relationships" id="269" r:id="Rf1f43b113e1a41e6"/>
    <p:sldId xmlns:r="http://schemas.openxmlformats.org/officeDocument/2006/relationships" id="270" r:id="R4dab8363f8e04fc6"/>
    <p:sldId xmlns:r="http://schemas.openxmlformats.org/officeDocument/2006/relationships" id="271" r:id="Re01c9e6095864b44"/>
    <p:sldId xmlns:r="http://schemas.openxmlformats.org/officeDocument/2006/relationships" id="272" r:id="Ra222a9797b5c442a"/>
    <p:sldId xmlns:r="http://schemas.openxmlformats.org/officeDocument/2006/relationships" id="273" r:id="R133e15f2815a440c"/>
    <p:sldId xmlns:r="http://schemas.openxmlformats.org/officeDocument/2006/relationships" id="274" r:id="R050e6cae043e4c22"/>
    <p:sldId xmlns:r="http://schemas.openxmlformats.org/officeDocument/2006/relationships" id="275" r:id="R8f628d3d42b74e55"/>
    <p:sldId xmlns:r="http://schemas.openxmlformats.org/officeDocument/2006/relationships" id="276" r:id="R0031e54ab10c4b0b"/>
    <p:sldId xmlns:r="http://schemas.openxmlformats.org/officeDocument/2006/relationships" id="277" r:id="Rc407648c3a374057"/>
    <p:sldId xmlns:r="http://schemas.openxmlformats.org/officeDocument/2006/relationships" id="278" r:id="Radeac4ca83dc4b22"/>
    <p:sldId xmlns:r="http://schemas.openxmlformats.org/officeDocument/2006/relationships" id="279" r:id="R9fb2d77464904c73"/>
    <p:sldId xmlns:r="http://schemas.openxmlformats.org/officeDocument/2006/relationships" id="280" r:id="R34e74521eec44f5b"/>
    <p:sldId xmlns:r="http://schemas.openxmlformats.org/officeDocument/2006/relationships" id="281" r:id="R2e6de515c2c44b7b"/>
    <p:sldId xmlns:r="http://schemas.openxmlformats.org/officeDocument/2006/relationships" id="282" r:id="R25e7c56dd7164e34"/>
    <p:sldId xmlns:r="http://schemas.openxmlformats.org/officeDocument/2006/relationships" id="283" r:id="Ra4a21c874b50491e"/>
    <p:sldId xmlns:r="http://schemas.openxmlformats.org/officeDocument/2006/relationships" id="284" r:id="Rd44bc6be7a554db9"/>
    <p:sldId xmlns:r="http://schemas.openxmlformats.org/officeDocument/2006/relationships" id="285" r:id="R706c1c584717409e"/>
    <p:sldId xmlns:r="http://schemas.openxmlformats.org/officeDocument/2006/relationships" id="286" r:id="Re5fa293a9a2e409a"/>
    <p:sldId xmlns:r="http://schemas.openxmlformats.org/officeDocument/2006/relationships" id="287" r:id="R418152bc23344e11"/>
    <p:sldId xmlns:r="http://schemas.openxmlformats.org/officeDocument/2006/relationships" id="288" r:id="Reb9a1b27216d40f2"/>
    <p:sldId xmlns:r="http://schemas.openxmlformats.org/officeDocument/2006/relationships" id="289" r:id="Rce1f53ab6d424106"/>
    <p:sldId xmlns:r="http://schemas.openxmlformats.org/officeDocument/2006/relationships" id="290" r:id="Re8d09bc6888e4024"/>
    <p:sldId xmlns:r="http://schemas.openxmlformats.org/officeDocument/2006/relationships" id="291" r:id="Re729e3c2cab74600"/>
    <p:sldId xmlns:r="http://schemas.openxmlformats.org/officeDocument/2006/relationships" id="292" r:id="R1fa95ed3a14847d5"/>
    <p:sldId xmlns:r="http://schemas.openxmlformats.org/officeDocument/2006/relationships" id="293" r:id="Ra8da1abc58fb4591"/>
    <p:sldId xmlns:r="http://schemas.openxmlformats.org/officeDocument/2006/relationships" id="294" r:id="Rd0c4e6d066604a3e"/>
    <p:sldId xmlns:r="http://schemas.openxmlformats.org/officeDocument/2006/relationships" id="295" r:id="Ra6aff2c0ea8a40f7"/>
    <p:sldId xmlns:r="http://schemas.openxmlformats.org/officeDocument/2006/relationships" id="296" r:id="Re0c971da54044130"/>
    <p:sldId xmlns:r="http://schemas.openxmlformats.org/officeDocument/2006/relationships" id="297" r:id="R6e83cce7a14c4abf"/>
    <p:sldId xmlns:r="http://schemas.openxmlformats.org/officeDocument/2006/relationships" id="298" r:id="Rb6f551f4e8fd4242"/>
    <p:sldId xmlns:r="http://schemas.openxmlformats.org/officeDocument/2006/relationships" id="299" r:id="R1228c87350854765"/>
    <p:sldId xmlns:r="http://schemas.openxmlformats.org/officeDocument/2006/relationships" id="300" r:id="R9da49124485b4956"/>
    <p:sldId xmlns:r="http://schemas.openxmlformats.org/officeDocument/2006/relationships" id="301" r:id="Rf9b160501f0745a9"/>
    <p:sldId xmlns:r="http://schemas.openxmlformats.org/officeDocument/2006/relationships" id="302" r:id="Rc54ec12dfbd94226"/>
    <p:sldId xmlns:r="http://schemas.openxmlformats.org/officeDocument/2006/relationships" id="303" r:id="R0cfc240cc68648c9"/>
    <p:sldId xmlns:r="http://schemas.openxmlformats.org/officeDocument/2006/relationships" id="304" r:id="Rdfa86b3d3a884fb2"/>
    <p:sldId xmlns:r="http://schemas.openxmlformats.org/officeDocument/2006/relationships" id="305" r:id="Rc7953aa089d247af"/>
    <p:sldId xmlns:r="http://schemas.openxmlformats.org/officeDocument/2006/relationships" id="306" r:id="R9584c190957643f6"/>
    <p:sldId xmlns:r="http://schemas.openxmlformats.org/officeDocument/2006/relationships" id="307" r:id="R5861383bc99c4e27"/>
    <p:sldId xmlns:r="http://schemas.openxmlformats.org/officeDocument/2006/relationships" id="308" r:id="R4bb7e041985b46f3"/>
    <p:sldId xmlns:r="http://schemas.openxmlformats.org/officeDocument/2006/relationships" id="309" r:id="R99eeb0f6c2b74def"/>
    <p:sldId xmlns:r="http://schemas.openxmlformats.org/officeDocument/2006/relationships" id="310" r:id="R56783387b9f340fb"/>
    <p:sldId xmlns:r="http://schemas.openxmlformats.org/officeDocument/2006/relationships" id="311" r:id="R062a19092eab4e13"/>
    <p:sldId xmlns:r="http://schemas.openxmlformats.org/officeDocument/2006/relationships" id="312" r:id="R90eb0df3b58748cb"/>
    <p:sldId xmlns:r="http://schemas.openxmlformats.org/officeDocument/2006/relationships" id="313" r:id="R4e7247c9ac974704"/>
    <p:sldId xmlns:r="http://schemas.openxmlformats.org/officeDocument/2006/relationships" id="314" r:id="R7be6dcba37ea4851"/>
    <p:sldId xmlns:r="http://schemas.openxmlformats.org/officeDocument/2006/relationships" id="315" r:id="R95957eb2b31840f0"/>
    <p:sldId xmlns:r="http://schemas.openxmlformats.org/officeDocument/2006/relationships" id="316" r:id="Rd7352a8407ca4279"/>
    <p:sldId xmlns:r="http://schemas.openxmlformats.org/officeDocument/2006/relationships" id="317" r:id="R432b00496e0542f3"/>
    <p:sldId xmlns:r="http://schemas.openxmlformats.org/officeDocument/2006/relationships" id="318" r:id="Rea3e23004dd04bd9"/>
    <p:sldId xmlns:r="http://schemas.openxmlformats.org/officeDocument/2006/relationships" id="319" r:id="R1150fa60758441ff"/>
    <p:sldId xmlns:r="http://schemas.openxmlformats.org/officeDocument/2006/relationships" id="320" r:id="R27b25626e9d64600"/>
    <p:sldId xmlns:r="http://schemas.openxmlformats.org/officeDocument/2006/relationships" id="321" r:id="R9d55fb4ce7ef496c"/>
    <p:sldId xmlns:r="http://schemas.openxmlformats.org/officeDocument/2006/relationships" id="322" r:id="R87dffcf6973848d6"/>
    <p:sldId xmlns:r="http://schemas.openxmlformats.org/officeDocument/2006/relationships" id="323" r:id="Rb9df0028224c4603"/>
    <p:sldId xmlns:r="http://schemas.openxmlformats.org/officeDocument/2006/relationships" id="324" r:id="R344be3ce8fa94fd1"/>
    <p:sldId xmlns:r="http://schemas.openxmlformats.org/officeDocument/2006/relationships" id="325" r:id="Rea2dc621ea9a44f7"/>
    <p:sldId xmlns:r="http://schemas.openxmlformats.org/officeDocument/2006/relationships" id="326" r:id="R4abe88afdfb7477c"/>
    <p:sldId xmlns:r="http://schemas.openxmlformats.org/officeDocument/2006/relationships" id="327" r:id="R77c9141296884df1"/>
    <p:sldId xmlns:r="http://schemas.openxmlformats.org/officeDocument/2006/relationships" id="328" r:id="R17c1edf204904de5"/>
    <p:sldId xmlns:r="http://schemas.openxmlformats.org/officeDocument/2006/relationships" id="329" r:id="Rf5a30e1e40004890"/>
    <p:sldId xmlns:r="http://schemas.openxmlformats.org/officeDocument/2006/relationships" id="330" r:id="R4c162e874da84bf2"/>
    <p:sldId xmlns:r="http://schemas.openxmlformats.org/officeDocument/2006/relationships" id="331" r:id="Rb507fe739a1b4cba"/>
    <p:sldId xmlns:r="http://schemas.openxmlformats.org/officeDocument/2006/relationships" id="332" r:id="Rf0b60aeea8164501"/>
    <p:sldId xmlns:r="http://schemas.openxmlformats.org/officeDocument/2006/relationships" id="333" r:id="R273f012ea50d474b"/>
    <p:sldId xmlns:r="http://schemas.openxmlformats.org/officeDocument/2006/relationships" id="334" r:id="Rb82ef77d8f4448df"/>
    <p:sldId xmlns:r="http://schemas.openxmlformats.org/officeDocument/2006/relationships" id="335" r:id="R0a2fd69f15e3480c"/>
    <p:sldId xmlns:r="http://schemas.openxmlformats.org/officeDocument/2006/relationships" id="336" r:id="R8bdd84ba6b2941d8"/>
    <p:sldId xmlns:r="http://schemas.openxmlformats.org/officeDocument/2006/relationships" id="337" r:id="Reae1c102380e411c"/>
    <p:sldId xmlns:r="http://schemas.openxmlformats.org/officeDocument/2006/relationships" id="338" r:id="R36386a24886c479d"/>
    <p:sldId xmlns:r="http://schemas.openxmlformats.org/officeDocument/2006/relationships" id="339" r:id="R200e2da9f1544a3b"/>
    <p:sldId xmlns:r="http://schemas.openxmlformats.org/officeDocument/2006/relationships" id="340" r:id="R45dd47a1bbee4fb6"/>
    <p:sldId xmlns:r="http://schemas.openxmlformats.org/officeDocument/2006/relationships" id="341" r:id="R1378069de5f14e1a"/>
    <p:sldId xmlns:r="http://schemas.openxmlformats.org/officeDocument/2006/relationships" id="342" r:id="R3a06be0c4ebf4e75"/>
    <p:sldId xmlns:r="http://schemas.openxmlformats.org/officeDocument/2006/relationships" id="343" r:id="Ra1b591fb0c95437a"/>
    <p:sldId xmlns:r="http://schemas.openxmlformats.org/officeDocument/2006/relationships" id="344" r:id="R2a3b30e4fcca40c3"/>
    <p:sldId xmlns:r="http://schemas.openxmlformats.org/officeDocument/2006/relationships" id="345" r:id="Rda4cf0bb0ea443a3"/>
    <p:sldId xmlns:r="http://schemas.openxmlformats.org/officeDocument/2006/relationships" id="346" r:id="R5bb506805b5c4d80"/>
    <p:sldId xmlns:r="http://schemas.openxmlformats.org/officeDocument/2006/relationships" id="347" r:id="R7f5e61373761430e"/>
    <p:sldId xmlns:r="http://schemas.openxmlformats.org/officeDocument/2006/relationships" id="348" r:id="Rfcb59e8be8294867"/>
    <p:sldId xmlns:r="http://schemas.openxmlformats.org/officeDocument/2006/relationships" id="349" r:id="R8899651798f64d8c"/>
    <p:sldId xmlns:r="http://schemas.openxmlformats.org/officeDocument/2006/relationships" id="350" r:id="R1ff8d83dfb7a48f8"/>
    <p:sldId xmlns:r="http://schemas.openxmlformats.org/officeDocument/2006/relationships" id="351" r:id="R2f6028bef2154be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cd1e3d8582421e" /><Relationship Type="http://schemas.openxmlformats.org/officeDocument/2006/relationships/slideMaster" Target="/ppt/slideMasters/slideMaster1.xml" Id="R787879fd6d5a45ef" /><Relationship Type="http://schemas.openxmlformats.org/officeDocument/2006/relationships/notesMaster" Target="/ppt/notesMasters/notesMaster1.xml" Id="R2154738032184d7f" /><Relationship Type="http://schemas.openxmlformats.org/officeDocument/2006/relationships/presProps" Target="/ppt/presProps.xml" Id="R617d68ccf8e64543" /><Relationship Type="http://schemas.openxmlformats.org/officeDocument/2006/relationships/tableStyles" Target="/ppt/tableStyles.xml" Id="Rff9ecbf305804779" /><Relationship Type="http://schemas.openxmlformats.org/officeDocument/2006/relationships/slide" Target="/ppt/slides/slide1.xml" Id="R75835d89550e4a70" /><Relationship Type="http://schemas.openxmlformats.org/officeDocument/2006/relationships/slide" Target="/ppt/slides/slide2.xml" Id="R1e0493ce73aa4308" /><Relationship Type="http://schemas.openxmlformats.org/officeDocument/2006/relationships/slide" Target="/ppt/slides/slide3.xml" Id="Rde66e27bf46f46a5" /><Relationship Type="http://schemas.openxmlformats.org/officeDocument/2006/relationships/slide" Target="/ppt/slides/slide4.xml" Id="R1c3c95a9bb974bc8" /><Relationship Type="http://schemas.openxmlformats.org/officeDocument/2006/relationships/slide" Target="/ppt/slides/slide5.xml" Id="R6e922b26899243b5" /><Relationship Type="http://schemas.openxmlformats.org/officeDocument/2006/relationships/slide" Target="/ppt/slides/slide6.xml" Id="Reaaa64c6bc9f46dc" /><Relationship Type="http://schemas.openxmlformats.org/officeDocument/2006/relationships/slide" Target="/ppt/slides/slide7.xml" Id="R9915f039e3c54806" /><Relationship Type="http://schemas.openxmlformats.org/officeDocument/2006/relationships/slide" Target="/ppt/slides/slide8.xml" Id="Rcaccf750b9244209" /><Relationship Type="http://schemas.openxmlformats.org/officeDocument/2006/relationships/slide" Target="/ppt/slides/slide9.xml" Id="R691c5daa082e4c8f" /><Relationship Type="http://schemas.openxmlformats.org/officeDocument/2006/relationships/slide" Target="/ppt/slides/slide10.xml" Id="R13784b616b0c49a2" /><Relationship Type="http://schemas.openxmlformats.org/officeDocument/2006/relationships/slide" Target="/ppt/slides/slide11.xml" Id="R0408478bf4b54666" /><Relationship Type="http://schemas.openxmlformats.org/officeDocument/2006/relationships/slide" Target="/ppt/slides/slide12.xml" Id="R73256c8cdaab4087" /><Relationship Type="http://schemas.openxmlformats.org/officeDocument/2006/relationships/slide" Target="/ppt/slides/slide13.xml" Id="R850347b3fdf24120" /><Relationship Type="http://schemas.openxmlformats.org/officeDocument/2006/relationships/slide" Target="/ppt/slides/slide14.xml" Id="Rf1f43b113e1a41e6" /><Relationship Type="http://schemas.openxmlformats.org/officeDocument/2006/relationships/slide" Target="/ppt/slides/slide15.xml" Id="R4dab8363f8e04fc6" /><Relationship Type="http://schemas.openxmlformats.org/officeDocument/2006/relationships/slide" Target="/ppt/slides/slide16.xml" Id="Re01c9e6095864b44" /><Relationship Type="http://schemas.openxmlformats.org/officeDocument/2006/relationships/slide" Target="/ppt/slides/slide17.xml" Id="Ra222a9797b5c442a" /><Relationship Type="http://schemas.openxmlformats.org/officeDocument/2006/relationships/slide" Target="/ppt/slides/slide18.xml" Id="R133e15f2815a440c" /><Relationship Type="http://schemas.openxmlformats.org/officeDocument/2006/relationships/slide" Target="/ppt/slides/slide19.xml" Id="R050e6cae043e4c22" /><Relationship Type="http://schemas.openxmlformats.org/officeDocument/2006/relationships/slide" Target="/ppt/slides/slide20.xml" Id="R8f628d3d42b74e55" /><Relationship Type="http://schemas.openxmlformats.org/officeDocument/2006/relationships/slide" Target="/ppt/slides/slide21.xml" Id="R0031e54ab10c4b0b" /><Relationship Type="http://schemas.openxmlformats.org/officeDocument/2006/relationships/slide" Target="/ppt/slides/slide22.xml" Id="Rc407648c3a374057" /><Relationship Type="http://schemas.openxmlformats.org/officeDocument/2006/relationships/slide" Target="/ppt/slides/slide23.xml" Id="Radeac4ca83dc4b22" /><Relationship Type="http://schemas.openxmlformats.org/officeDocument/2006/relationships/slide" Target="/ppt/slides/slide24.xml" Id="R9fb2d77464904c73" /><Relationship Type="http://schemas.openxmlformats.org/officeDocument/2006/relationships/slide" Target="/ppt/slides/slide25.xml" Id="R34e74521eec44f5b" /><Relationship Type="http://schemas.openxmlformats.org/officeDocument/2006/relationships/slide" Target="/ppt/slides/slide26.xml" Id="R2e6de515c2c44b7b" /><Relationship Type="http://schemas.openxmlformats.org/officeDocument/2006/relationships/slide" Target="/ppt/slides/slide27.xml" Id="R25e7c56dd7164e34" /><Relationship Type="http://schemas.openxmlformats.org/officeDocument/2006/relationships/slide" Target="/ppt/slides/slide28.xml" Id="Ra4a21c874b50491e" /><Relationship Type="http://schemas.openxmlformats.org/officeDocument/2006/relationships/slide" Target="/ppt/slides/slide29.xml" Id="Rd44bc6be7a554db9" /><Relationship Type="http://schemas.openxmlformats.org/officeDocument/2006/relationships/slide" Target="/ppt/slides/slide30.xml" Id="R706c1c584717409e" /><Relationship Type="http://schemas.openxmlformats.org/officeDocument/2006/relationships/slide" Target="/ppt/slides/slide31.xml" Id="Re5fa293a9a2e409a" /><Relationship Type="http://schemas.openxmlformats.org/officeDocument/2006/relationships/slide" Target="/ppt/slides/slide32.xml" Id="R418152bc23344e11" /><Relationship Type="http://schemas.openxmlformats.org/officeDocument/2006/relationships/slide" Target="/ppt/slides/slide33.xml" Id="Reb9a1b27216d40f2" /><Relationship Type="http://schemas.openxmlformats.org/officeDocument/2006/relationships/slide" Target="/ppt/slides/slide34.xml" Id="Rce1f53ab6d424106" /><Relationship Type="http://schemas.openxmlformats.org/officeDocument/2006/relationships/slide" Target="/ppt/slides/slide35.xml" Id="Re8d09bc6888e4024" /><Relationship Type="http://schemas.openxmlformats.org/officeDocument/2006/relationships/slide" Target="/ppt/slides/slide36.xml" Id="Re729e3c2cab74600" /><Relationship Type="http://schemas.openxmlformats.org/officeDocument/2006/relationships/slide" Target="/ppt/slides/slide37.xml" Id="R1fa95ed3a14847d5" /><Relationship Type="http://schemas.openxmlformats.org/officeDocument/2006/relationships/slide" Target="/ppt/slides/slide38.xml" Id="Ra8da1abc58fb4591" /><Relationship Type="http://schemas.openxmlformats.org/officeDocument/2006/relationships/slide" Target="/ppt/slides/slide39.xml" Id="Rd0c4e6d066604a3e" /><Relationship Type="http://schemas.openxmlformats.org/officeDocument/2006/relationships/slide" Target="/ppt/slides/slide40.xml" Id="Ra6aff2c0ea8a40f7" /><Relationship Type="http://schemas.openxmlformats.org/officeDocument/2006/relationships/slide" Target="/ppt/slides/slide41.xml" Id="Re0c971da54044130" /><Relationship Type="http://schemas.openxmlformats.org/officeDocument/2006/relationships/slide" Target="/ppt/slides/slide42.xml" Id="R6e83cce7a14c4abf" /><Relationship Type="http://schemas.openxmlformats.org/officeDocument/2006/relationships/slide" Target="/ppt/slides/slide43.xml" Id="Rb6f551f4e8fd4242" /><Relationship Type="http://schemas.openxmlformats.org/officeDocument/2006/relationships/slide" Target="/ppt/slides/slide44.xml" Id="R1228c87350854765" /><Relationship Type="http://schemas.openxmlformats.org/officeDocument/2006/relationships/slide" Target="/ppt/slides/slide45.xml" Id="R9da49124485b4956" /><Relationship Type="http://schemas.openxmlformats.org/officeDocument/2006/relationships/slide" Target="/ppt/slides/slide46.xml" Id="Rf9b160501f0745a9" /><Relationship Type="http://schemas.openxmlformats.org/officeDocument/2006/relationships/slide" Target="/ppt/slides/slide47.xml" Id="Rc54ec12dfbd94226" /><Relationship Type="http://schemas.openxmlformats.org/officeDocument/2006/relationships/slide" Target="/ppt/slides/slide48.xml" Id="R0cfc240cc68648c9" /><Relationship Type="http://schemas.openxmlformats.org/officeDocument/2006/relationships/slide" Target="/ppt/slides/slide49.xml" Id="Rdfa86b3d3a884fb2" /><Relationship Type="http://schemas.openxmlformats.org/officeDocument/2006/relationships/slide" Target="/ppt/slides/slide50.xml" Id="Rc7953aa089d247af" /><Relationship Type="http://schemas.openxmlformats.org/officeDocument/2006/relationships/slide" Target="/ppt/slides/slide51.xml" Id="R9584c190957643f6" /><Relationship Type="http://schemas.openxmlformats.org/officeDocument/2006/relationships/slide" Target="/ppt/slides/slide52.xml" Id="R5861383bc99c4e27" /><Relationship Type="http://schemas.openxmlformats.org/officeDocument/2006/relationships/slide" Target="/ppt/slides/slide53.xml" Id="R4bb7e041985b46f3" /><Relationship Type="http://schemas.openxmlformats.org/officeDocument/2006/relationships/slide" Target="/ppt/slides/slide54.xml" Id="R99eeb0f6c2b74def" /><Relationship Type="http://schemas.openxmlformats.org/officeDocument/2006/relationships/slide" Target="/ppt/slides/slide55.xml" Id="R56783387b9f340fb" /><Relationship Type="http://schemas.openxmlformats.org/officeDocument/2006/relationships/slide" Target="/ppt/slides/slide56.xml" Id="R062a19092eab4e13" /><Relationship Type="http://schemas.openxmlformats.org/officeDocument/2006/relationships/slide" Target="/ppt/slides/slide57.xml" Id="R90eb0df3b58748cb" /><Relationship Type="http://schemas.openxmlformats.org/officeDocument/2006/relationships/slide" Target="/ppt/slides/slide58.xml" Id="R4e7247c9ac974704" /><Relationship Type="http://schemas.openxmlformats.org/officeDocument/2006/relationships/slide" Target="/ppt/slides/slide59.xml" Id="R7be6dcba37ea4851" /><Relationship Type="http://schemas.openxmlformats.org/officeDocument/2006/relationships/slide" Target="/ppt/slides/slide60.xml" Id="R95957eb2b31840f0" /><Relationship Type="http://schemas.openxmlformats.org/officeDocument/2006/relationships/slide" Target="/ppt/slides/slide61.xml" Id="Rd7352a8407ca4279" /><Relationship Type="http://schemas.openxmlformats.org/officeDocument/2006/relationships/slide" Target="/ppt/slides/slide62.xml" Id="R432b00496e0542f3" /><Relationship Type="http://schemas.openxmlformats.org/officeDocument/2006/relationships/slide" Target="/ppt/slides/slide63.xml" Id="Rea3e23004dd04bd9" /><Relationship Type="http://schemas.openxmlformats.org/officeDocument/2006/relationships/slide" Target="/ppt/slides/slide64.xml" Id="R1150fa60758441ff" /><Relationship Type="http://schemas.openxmlformats.org/officeDocument/2006/relationships/slide" Target="/ppt/slides/slide65.xml" Id="R27b25626e9d64600" /><Relationship Type="http://schemas.openxmlformats.org/officeDocument/2006/relationships/slide" Target="/ppt/slides/slide66.xml" Id="R9d55fb4ce7ef496c" /><Relationship Type="http://schemas.openxmlformats.org/officeDocument/2006/relationships/slide" Target="/ppt/slides/slide67.xml" Id="R87dffcf6973848d6" /><Relationship Type="http://schemas.openxmlformats.org/officeDocument/2006/relationships/slide" Target="/ppt/slides/slide68.xml" Id="Rb9df0028224c4603" /><Relationship Type="http://schemas.openxmlformats.org/officeDocument/2006/relationships/slide" Target="/ppt/slides/slide69.xml" Id="R344be3ce8fa94fd1" /><Relationship Type="http://schemas.openxmlformats.org/officeDocument/2006/relationships/slide" Target="/ppt/slides/slide70.xml" Id="Rea2dc621ea9a44f7" /><Relationship Type="http://schemas.openxmlformats.org/officeDocument/2006/relationships/slide" Target="/ppt/slides/slide71.xml" Id="R4abe88afdfb7477c" /><Relationship Type="http://schemas.openxmlformats.org/officeDocument/2006/relationships/slide" Target="/ppt/slides/slide72.xml" Id="R77c9141296884df1" /><Relationship Type="http://schemas.openxmlformats.org/officeDocument/2006/relationships/slide" Target="/ppt/slides/slide73.xml" Id="R17c1edf204904de5" /><Relationship Type="http://schemas.openxmlformats.org/officeDocument/2006/relationships/slide" Target="/ppt/slides/slide74.xml" Id="Rf5a30e1e40004890" /><Relationship Type="http://schemas.openxmlformats.org/officeDocument/2006/relationships/slide" Target="/ppt/slides/slide75.xml" Id="R4c162e874da84bf2" /><Relationship Type="http://schemas.openxmlformats.org/officeDocument/2006/relationships/slide" Target="/ppt/slides/slide76.xml" Id="Rb507fe739a1b4cba" /><Relationship Type="http://schemas.openxmlformats.org/officeDocument/2006/relationships/slide" Target="/ppt/slides/slide77.xml" Id="Rf0b60aeea8164501" /><Relationship Type="http://schemas.openxmlformats.org/officeDocument/2006/relationships/slide" Target="/ppt/slides/slide78.xml" Id="R273f012ea50d474b" /><Relationship Type="http://schemas.openxmlformats.org/officeDocument/2006/relationships/slide" Target="/ppt/slides/slide79.xml" Id="Rb82ef77d8f4448df" /><Relationship Type="http://schemas.openxmlformats.org/officeDocument/2006/relationships/slide" Target="/ppt/slides/slide80.xml" Id="R0a2fd69f15e3480c" /><Relationship Type="http://schemas.openxmlformats.org/officeDocument/2006/relationships/slide" Target="/ppt/slides/slide81.xml" Id="R8bdd84ba6b2941d8" /><Relationship Type="http://schemas.openxmlformats.org/officeDocument/2006/relationships/slide" Target="/ppt/slides/slide82.xml" Id="Reae1c102380e411c" /><Relationship Type="http://schemas.openxmlformats.org/officeDocument/2006/relationships/slide" Target="/ppt/slides/slide83.xml" Id="R36386a24886c479d" /><Relationship Type="http://schemas.openxmlformats.org/officeDocument/2006/relationships/slide" Target="/ppt/slides/slide84.xml" Id="R200e2da9f1544a3b" /><Relationship Type="http://schemas.openxmlformats.org/officeDocument/2006/relationships/slide" Target="/ppt/slides/slide85.xml" Id="R45dd47a1bbee4fb6" /><Relationship Type="http://schemas.openxmlformats.org/officeDocument/2006/relationships/slide" Target="/ppt/slides/slide86.xml" Id="R1378069de5f14e1a" /><Relationship Type="http://schemas.openxmlformats.org/officeDocument/2006/relationships/slide" Target="/ppt/slides/slide87.xml" Id="R3a06be0c4ebf4e75" /><Relationship Type="http://schemas.openxmlformats.org/officeDocument/2006/relationships/slide" Target="/ppt/slides/slide88.xml" Id="Ra1b591fb0c95437a" /><Relationship Type="http://schemas.openxmlformats.org/officeDocument/2006/relationships/slide" Target="/ppt/slides/slide89.xml" Id="R2a3b30e4fcca40c3" /><Relationship Type="http://schemas.openxmlformats.org/officeDocument/2006/relationships/slide" Target="/ppt/slides/slide90.xml" Id="Rda4cf0bb0ea443a3" /><Relationship Type="http://schemas.openxmlformats.org/officeDocument/2006/relationships/slide" Target="/ppt/slides/slide91.xml" Id="R5bb506805b5c4d80" /><Relationship Type="http://schemas.openxmlformats.org/officeDocument/2006/relationships/slide" Target="/ppt/slides/slide92.xml" Id="R7f5e61373761430e" /><Relationship Type="http://schemas.openxmlformats.org/officeDocument/2006/relationships/slide" Target="/ppt/slides/slide93.xml" Id="Rfcb59e8be8294867" /><Relationship Type="http://schemas.openxmlformats.org/officeDocument/2006/relationships/slide" Target="/ppt/slides/slide94.xml" Id="R8899651798f64d8c" /><Relationship Type="http://schemas.openxmlformats.org/officeDocument/2006/relationships/slide" Target="/ppt/slides/slide95.xml" Id="R1ff8d83dfb7a48f8" /><Relationship Type="http://schemas.openxmlformats.org/officeDocument/2006/relationships/slide" Target="/ppt/slides/slide96.xml" Id="R2f6028bef2154be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0dce1721ec145d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c7de4ce2f140bc" /><Relationship Type="http://schemas.openxmlformats.org/officeDocument/2006/relationships/notesMaster" Target="/ppt/notesMasters/notesMaster1.xml" Id="Rbd852a66373a4a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4cb7e1407ac4460" /><Relationship Type="http://schemas.openxmlformats.org/officeDocument/2006/relationships/notesMaster" Target="/ppt/notesMasters/notesMaster1.xml" Id="R7b56197cab934960" /></Relationships>
</file>

<file path=ppt/notesSlides/_rels/notesSlide3.xml.rels>&#65279;<?xml version="1.0" encoding="utf-8"?><Relationships xmlns="http://schemas.openxmlformats.org/package/2006/relationships"><Relationship Type="http://schemas.openxmlformats.org/officeDocument/2006/relationships/slide" Target="/ppt/slides/slide3.xml" Id="Raecdb6712b0a4182" /><Relationship Type="http://schemas.openxmlformats.org/officeDocument/2006/relationships/notesMaster" Target="/ppt/notesMasters/notesMaster1.xml" Id="R6cab110e59a2400f" /></Relationships>
</file>

<file path=ppt/notesSlides/_rels/notesSlide4.xml.rels>&#65279;<?xml version="1.0" encoding="utf-8"?><Relationships xmlns="http://schemas.openxmlformats.org/package/2006/relationships"><Relationship Type="http://schemas.openxmlformats.org/officeDocument/2006/relationships/slide" Target="/ppt/slides/slide4.xml" Id="R609226bda65b4ab3" /><Relationship Type="http://schemas.openxmlformats.org/officeDocument/2006/relationships/notesMaster" Target="/ppt/notesMasters/notesMaster1.xml" Id="Rd0fa0ee266bf40f4" /></Relationships>
</file>

<file path=ppt/notesSlides/_rels/notesSlide5.xml.rels>&#65279;<?xml version="1.0" encoding="utf-8"?><Relationships xmlns="http://schemas.openxmlformats.org/package/2006/relationships"><Relationship Type="http://schemas.openxmlformats.org/officeDocument/2006/relationships/slide" Target="/ppt/slides/slide5.xml" Id="R4ed208683b7f48e7" /><Relationship Type="http://schemas.openxmlformats.org/officeDocument/2006/relationships/notesMaster" Target="/ppt/notesMasters/notesMaster1.xml" Id="R3e49155a4f9142ac"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6198907eb54738" /><Relationship Type="http://schemas.openxmlformats.org/officeDocument/2006/relationships/notesMaster" Target="/ppt/notesMasters/notesMaster1.xml" Id="Rf8b93852a7ed437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fa0f77413524cd4" /><Relationship Type="http://schemas.openxmlformats.org/officeDocument/2006/relationships/notesMaster" Target="/ppt/notesMasters/notesMaster1.xml" Id="Rd0d3300e40ce4808" /></Relationships>
</file>

<file path=ppt/notesSlides/_rels/notesSlide8.xml.rels>&#65279;<?xml version="1.0" encoding="utf-8"?><Relationships xmlns="http://schemas.openxmlformats.org/package/2006/relationships"><Relationship Type="http://schemas.openxmlformats.org/officeDocument/2006/relationships/slide" Target="/ppt/slides/slide8.xml" Id="Rbca8e0992c994648" /><Relationship Type="http://schemas.openxmlformats.org/officeDocument/2006/relationships/notesMaster" Target="/ppt/notesMasters/notesMaster1.xml" Id="R53bc2bd3456d47f9" /></Relationships>
</file>

<file path=ppt/notesSlides/_rels/notesSlide9.xml.rels>&#65279;<?xml version="1.0" encoding="utf-8"?><Relationships xmlns="http://schemas.openxmlformats.org/package/2006/relationships"><Relationship Type="http://schemas.openxmlformats.org/officeDocument/2006/relationships/slide" Target="/ppt/slides/slide9.xml" Id="R977e0761aea8410b" /><Relationship Type="http://schemas.openxmlformats.org/officeDocument/2006/relationships/notesMaster" Target="/ppt/notesMasters/notesMaster1.xml" Id="R6a358b4ed37b4b9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88d3a07d615459f" /><Relationship Type="http://schemas.openxmlformats.org/officeDocument/2006/relationships/notesMaster" Target="/ppt/notesMasters/notesMaster1.xml" Id="R2d52e38a95ce4a5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435ddf807534842" /><Relationship Type="http://schemas.openxmlformats.org/officeDocument/2006/relationships/notesMaster" Target="/ppt/notesMasters/notesMaster1.xml" Id="R40216a9ec5fc454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12e8e9c2ee3471f" /><Relationship Type="http://schemas.openxmlformats.org/officeDocument/2006/relationships/notesMaster" Target="/ppt/notesMasters/notesMaster1.xml" Id="R32613cce1128437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2b22a5e21814b95" /><Relationship Type="http://schemas.openxmlformats.org/officeDocument/2006/relationships/notesMaster" Target="/ppt/notesMasters/notesMaster1.xml" Id="R52d9e8d6af7e462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f566f1f6f8740e4" /><Relationship Type="http://schemas.openxmlformats.org/officeDocument/2006/relationships/notesMaster" Target="/ppt/notesMasters/notesMaster1.xml" Id="R6fdaa04237e34b5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1b1fa94fc60446b" /><Relationship Type="http://schemas.openxmlformats.org/officeDocument/2006/relationships/notesMaster" Target="/ppt/notesMasters/notesMaster1.xml" Id="Rd13af0a41f504fe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f9fd9411adb4db2" /><Relationship Type="http://schemas.openxmlformats.org/officeDocument/2006/relationships/notesMaster" Target="/ppt/notesMasters/notesMaster1.xml" Id="R1d151e295b91443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be4c9517ec544fe" /><Relationship Type="http://schemas.openxmlformats.org/officeDocument/2006/relationships/notesMaster" Target="/ppt/notesMasters/notesMaster1.xml" Id="R17a2840a067a4ac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91607702ea44c5a" /><Relationship Type="http://schemas.openxmlformats.org/officeDocument/2006/relationships/notesMaster" Target="/ppt/notesMasters/notesMaster1.xml" Id="R6aeea55a06a64cd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4f05b61ab524655" /><Relationship Type="http://schemas.openxmlformats.org/officeDocument/2006/relationships/notesMaster" Target="/ppt/notesMasters/notesMaster1.xml" Id="Rcd301d519b404d7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3da757b726046b3" /><Relationship Type="http://schemas.openxmlformats.org/officeDocument/2006/relationships/notesMaster" Target="/ppt/notesMasters/notesMaster1.xml" Id="R33e053074569456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7c1146d5d6e424d" /><Relationship Type="http://schemas.openxmlformats.org/officeDocument/2006/relationships/notesMaster" Target="/ppt/notesMasters/notesMaster1.xml" Id="R29bf8c99b475495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41865217b5548b5" /><Relationship Type="http://schemas.openxmlformats.org/officeDocument/2006/relationships/notesMaster" Target="/ppt/notesMasters/notesMaster1.xml" Id="R87dc9b3fb96b454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45c5aaf13544ce2" /><Relationship Type="http://schemas.openxmlformats.org/officeDocument/2006/relationships/notesMaster" Target="/ppt/notesMasters/notesMaster1.xml" Id="Re6265e573b5c4c6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8388b6a49b04286" /><Relationship Type="http://schemas.openxmlformats.org/officeDocument/2006/relationships/notesMaster" Target="/ppt/notesMasters/notesMaster1.xml" Id="Rab3867b41481453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238314f3b6f43ba" /><Relationship Type="http://schemas.openxmlformats.org/officeDocument/2006/relationships/notesMaster" Target="/ppt/notesMasters/notesMaster1.xml" Id="R8955f602cad04c7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6dd78b3bf004757" /><Relationship Type="http://schemas.openxmlformats.org/officeDocument/2006/relationships/notesMaster" Target="/ppt/notesMasters/notesMaster1.xml" Id="Raba97fc6547748d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cba5f154c354112" /><Relationship Type="http://schemas.openxmlformats.org/officeDocument/2006/relationships/notesMaster" Target="/ppt/notesMasters/notesMaster1.xml" Id="Rc97b8f7574df49d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4444197763b445a" /><Relationship Type="http://schemas.openxmlformats.org/officeDocument/2006/relationships/notesMaster" Target="/ppt/notesMasters/notesMaster1.xml" Id="Re225910e82df4d2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cf750cfe5a749fa" /><Relationship Type="http://schemas.openxmlformats.org/officeDocument/2006/relationships/notesMaster" Target="/ppt/notesMasters/notesMaster1.xml" Id="R17a70747177f44f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88c68ecd99d45e3" /><Relationship Type="http://schemas.openxmlformats.org/officeDocument/2006/relationships/notesMaster" Target="/ppt/notesMasters/notesMaster1.xml" Id="Re2ff68d61d22477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fd86e237da64acb" /><Relationship Type="http://schemas.openxmlformats.org/officeDocument/2006/relationships/notesMaster" Target="/ppt/notesMasters/notesMaster1.xml" Id="R3c9a1f34acb34aa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bf5fd87097c4611" /><Relationship Type="http://schemas.openxmlformats.org/officeDocument/2006/relationships/notesMaster" Target="/ppt/notesMasters/notesMaster1.xml" Id="R66665eb8a2e44a8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5cb19a1e600404f" /><Relationship Type="http://schemas.openxmlformats.org/officeDocument/2006/relationships/notesMaster" Target="/ppt/notesMasters/notesMaster1.xml" Id="Ra41b89c69e2f463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5c75f9e7e4d41bd" /><Relationship Type="http://schemas.openxmlformats.org/officeDocument/2006/relationships/notesMaster" Target="/ppt/notesMasters/notesMaster1.xml" Id="R966daf26031a4d6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eff798f1b234c9e" /><Relationship Type="http://schemas.openxmlformats.org/officeDocument/2006/relationships/notesMaster" Target="/ppt/notesMasters/notesMaster1.xml" Id="R9381df0aa05947f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2fff03fcdf545bb" /><Relationship Type="http://schemas.openxmlformats.org/officeDocument/2006/relationships/notesMaster" Target="/ppt/notesMasters/notesMaster1.xml" Id="Ra24713e486ca46e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df3ed06ecf045c9" /><Relationship Type="http://schemas.openxmlformats.org/officeDocument/2006/relationships/notesMaster" Target="/ppt/notesMasters/notesMaster1.xml" Id="R5e363fb30c6449d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76756927f104377" /><Relationship Type="http://schemas.openxmlformats.org/officeDocument/2006/relationships/notesMaster" Target="/ppt/notesMasters/notesMaster1.xml" Id="R09a09800a19d4da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09732e9ae544f46" /><Relationship Type="http://schemas.openxmlformats.org/officeDocument/2006/relationships/notesMaster" Target="/ppt/notesMasters/notesMaster1.xml" Id="Rd8461ecba8684ff5"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21f23b621ab4502" /><Relationship Type="http://schemas.openxmlformats.org/officeDocument/2006/relationships/notesMaster" Target="/ppt/notesMasters/notesMaster1.xml" Id="R5cbcb9c192e2412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59d955d47e0405e" /><Relationship Type="http://schemas.openxmlformats.org/officeDocument/2006/relationships/notesMaster" Target="/ppt/notesMasters/notesMaster1.xml" Id="Rcd36406c195940d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705f26627b34753" /><Relationship Type="http://schemas.openxmlformats.org/officeDocument/2006/relationships/notesMaster" Target="/ppt/notesMasters/notesMaster1.xml" Id="Reaee6b1aa32947b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dbd4b9287aa43dc" /><Relationship Type="http://schemas.openxmlformats.org/officeDocument/2006/relationships/notesMaster" Target="/ppt/notesMasters/notesMaster1.xml" Id="Re0fa38bda009493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305d17b1b174772" /><Relationship Type="http://schemas.openxmlformats.org/officeDocument/2006/relationships/notesMaster" Target="/ppt/notesMasters/notesMaster1.xml" Id="Rdd25d320fc654ec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733c7398a4d44a9" /><Relationship Type="http://schemas.openxmlformats.org/officeDocument/2006/relationships/notesMaster" Target="/ppt/notesMasters/notesMaster1.xml" Id="R61fa7c5625aa4ab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b608311329246ad" /><Relationship Type="http://schemas.openxmlformats.org/officeDocument/2006/relationships/notesMaster" Target="/ppt/notesMasters/notesMaster1.xml" Id="R01148546ad5048d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9b4151bd2544ff0" /><Relationship Type="http://schemas.openxmlformats.org/officeDocument/2006/relationships/notesMaster" Target="/ppt/notesMasters/notesMaster1.xml" Id="R9badea916b57417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90fe6b6a8d34bf5" /><Relationship Type="http://schemas.openxmlformats.org/officeDocument/2006/relationships/notesMaster" Target="/ppt/notesMasters/notesMaster1.xml" Id="Rb8fa6d8e3b15432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cdc224875e84180" /><Relationship Type="http://schemas.openxmlformats.org/officeDocument/2006/relationships/notesMaster" Target="/ppt/notesMasters/notesMaster1.xml" Id="R71e6515fca254ce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fc9fdca9d4c4830" /><Relationship Type="http://schemas.openxmlformats.org/officeDocument/2006/relationships/notesMaster" Target="/ppt/notesMasters/notesMaster1.xml" Id="R1e83a381884a475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451bde10dbe42f1" /><Relationship Type="http://schemas.openxmlformats.org/officeDocument/2006/relationships/notesMaster" Target="/ppt/notesMasters/notesMaster1.xml" Id="R168c97359039465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cc08741adb046cd" /><Relationship Type="http://schemas.openxmlformats.org/officeDocument/2006/relationships/notesMaster" Target="/ppt/notesMasters/notesMaster1.xml" Id="R13133ed4e9db4bd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29311c33bae4357" /><Relationship Type="http://schemas.openxmlformats.org/officeDocument/2006/relationships/notesMaster" Target="/ppt/notesMasters/notesMaster1.xml" Id="R4e62aa7c6c1341d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82cdd73236e4e88" /><Relationship Type="http://schemas.openxmlformats.org/officeDocument/2006/relationships/notesMaster" Target="/ppt/notesMasters/notesMaster1.xml" Id="R1f9271a62ef347a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01472a7357f4739" /><Relationship Type="http://schemas.openxmlformats.org/officeDocument/2006/relationships/notesMaster" Target="/ppt/notesMasters/notesMaster1.xml" Id="R1885c9e2b72c48a0"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2094137493c47ab" /><Relationship Type="http://schemas.openxmlformats.org/officeDocument/2006/relationships/notesMaster" Target="/ppt/notesMasters/notesMaster1.xml" Id="R0e2af2be57f74f6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2b87164030942fd" /><Relationship Type="http://schemas.openxmlformats.org/officeDocument/2006/relationships/notesMaster" Target="/ppt/notesMasters/notesMaster1.xml" Id="R9a7aef93c66842f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1ce7a0f9450449d" /><Relationship Type="http://schemas.openxmlformats.org/officeDocument/2006/relationships/notesMaster" Target="/ppt/notesMasters/notesMaster1.xml" Id="R442baf1dad1c4ce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38c0dbc1eea43be" /><Relationship Type="http://schemas.openxmlformats.org/officeDocument/2006/relationships/notesMaster" Target="/ppt/notesMasters/notesMaster1.xml" Id="Re1767629c97e431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febabcad204495b" /><Relationship Type="http://schemas.openxmlformats.org/officeDocument/2006/relationships/notesMaster" Target="/ppt/notesMasters/notesMaster1.xml" Id="R4e7405d28a7f40a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56f1ad8e9fec45a5" /><Relationship Type="http://schemas.openxmlformats.org/officeDocument/2006/relationships/notesMaster" Target="/ppt/notesMasters/notesMaster1.xml" Id="Rb60a4059c11b41b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a313664ff824f52" /><Relationship Type="http://schemas.openxmlformats.org/officeDocument/2006/relationships/notesMaster" Target="/ppt/notesMasters/notesMaster1.xml" Id="R4499f51a797743e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2fb70a0635e4bcf" /><Relationship Type="http://schemas.openxmlformats.org/officeDocument/2006/relationships/notesMaster" Target="/ppt/notesMasters/notesMaster1.xml" Id="R970df9bec81046c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92ca8123677845d5" /><Relationship Type="http://schemas.openxmlformats.org/officeDocument/2006/relationships/notesMaster" Target="/ppt/notesMasters/notesMaster1.xml" Id="Rd60f9dbaf0404108"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27efb42b34154f82" /><Relationship Type="http://schemas.openxmlformats.org/officeDocument/2006/relationships/notesMaster" Target="/ppt/notesMasters/notesMaster1.xml" Id="R3bb471fe3c18441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40bfab5fcbb41ee" /><Relationship Type="http://schemas.openxmlformats.org/officeDocument/2006/relationships/notesMaster" Target="/ppt/notesMasters/notesMaster1.xml" Id="Ra142b58addca46b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38633175cd1404f" /><Relationship Type="http://schemas.openxmlformats.org/officeDocument/2006/relationships/notesMaster" Target="/ppt/notesMasters/notesMaster1.xml" Id="Rfbd2f95d64274cc0"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8ae3cc3df3d0427e" /><Relationship Type="http://schemas.openxmlformats.org/officeDocument/2006/relationships/notesMaster" Target="/ppt/notesMasters/notesMaster1.xml" Id="R935c3600504943a0"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2e911dd1be124eba" /><Relationship Type="http://schemas.openxmlformats.org/officeDocument/2006/relationships/notesMaster" Target="/ppt/notesMasters/notesMaster1.xml" Id="R76ddb217cf1e47a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1c4635c939e4ea2" /><Relationship Type="http://schemas.openxmlformats.org/officeDocument/2006/relationships/notesMaster" Target="/ppt/notesMasters/notesMaster1.xml" Id="R01de1ebc79e040df"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62562488d4cf4025" /><Relationship Type="http://schemas.openxmlformats.org/officeDocument/2006/relationships/notesMaster" Target="/ppt/notesMasters/notesMaster1.xml" Id="Rdccdb87fb82d408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b3542b45fdf428c" /><Relationship Type="http://schemas.openxmlformats.org/officeDocument/2006/relationships/notesMaster" Target="/ppt/notesMasters/notesMaster1.xml" Id="R005dea0d5a3342f6"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6d6184ef7a947da" /><Relationship Type="http://schemas.openxmlformats.org/officeDocument/2006/relationships/notesMaster" Target="/ppt/notesMasters/notesMaster1.xml" Id="R4a6082d73c81468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1cd348996a2420c" /><Relationship Type="http://schemas.openxmlformats.org/officeDocument/2006/relationships/notesMaster" Target="/ppt/notesMasters/notesMaster1.xml" Id="R0af627954c674b4e"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d004db18316f4aa9" /><Relationship Type="http://schemas.openxmlformats.org/officeDocument/2006/relationships/notesMaster" Target="/ppt/notesMasters/notesMaster1.xml" Id="R89393421dde4483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35c61e7935c4280" /><Relationship Type="http://schemas.openxmlformats.org/officeDocument/2006/relationships/notesMaster" Target="/ppt/notesMasters/notesMaster1.xml" Id="R77642a3e6e7d49ae"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b2bdbe390674423d" /><Relationship Type="http://schemas.openxmlformats.org/officeDocument/2006/relationships/notesMaster" Target="/ppt/notesMasters/notesMaster1.xml" Id="R2ae5391c4dc94d9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2d4f7ce46d6941a9" /><Relationship Type="http://schemas.openxmlformats.org/officeDocument/2006/relationships/notesMaster" Target="/ppt/notesMasters/notesMaster1.xml" Id="R137be240ffc14d7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b3a334137d0496b" /><Relationship Type="http://schemas.openxmlformats.org/officeDocument/2006/relationships/notesMaster" Target="/ppt/notesMasters/notesMaster1.xml" Id="R8a02f99d3bda422f"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979691d640824349" /><Relationship Type="http://schemas.openxmlformats.org/officeDocument/2006/relationships/notesMaster" Target="/ppt/notesMasters/notesMaster1.xml" Id="Rf77e3c51e71a4528"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8844c2cb929048d3" /><Relationship Type="http://schemas.openxmlformats.org/officeDocument/2006/relationships/notesMaster" Target="/ppt/notesMasters/notesMaster1.xml" Id="R7adfa86776414797"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601829e4c134e53" /><Relationship Type="http://schemas.openxmlformats.org/officeDocument/2006/relationships/notesMaster" Target="/ppt/notesMasters/notesMaster1.xml" Id="R88a0d529acf34f80"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813179ec8dd749d5" /><Relationship Type="http://schemas.openxmlformats.org/officeDocument/2006/relationships/notesMaster" Target="/ppt/notesMasters/notesMaster1.xml" Id="Rf0665a0a52174db9"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8c3f1aa06473416f" /><Relationship Type="http://schemas.openxmlformats.org/officeDocument/2006/relationships/notesMaster" Target="/ppt/notesMasters/notesMaster1.xml" Id="R453b6b0db6a14a2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8a25cde1b06d4751" /><Relationship Type="http://schemas.openxmlformats.org/officeDocument/2006/relationships/notesMaster" Target="/ppt/notesMasters/notesMaster1.xml" Id="Rca5446d00601496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8b0eae59cfb045d9" /><Relationship Type="http://schemas.openxmlformats.org/officeDocument/2006/relationships/notesMaster" Target="/ppt/notesMasters/notesMaster1.xml" Id="R50d09c8d62e84188"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894a8288e93a4f2f" /><Relationship Type="http://schemas.openxmlformats.org/officeDocument/2006/relationships/notesMaster" Target="/ppt/notesMasters/notesMaster1.xml" Id="Rf15ba730368c4242"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7bc56b6dc59d4f4a" /><Relationship Type="http://schemas.openxmlformats.org/officeDocument/2006/relationships/notesMaster" Target="/ppt/notesMasters/notesMaster1.xml" Id="R8f25993baeff4b22"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499ec83ce9a64cf8" /><Relationship Type="http://schemas.openxmlformats.org/officeDocument/2006/relationships/notesMaster" Target="/ppt/notesMasters/notesMaster1.xml" Id="R243fee0fe3b34a0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3be6a746825a49da" /><Relationship Type="http://schemas.openxmlformats.org/officeDocument/2006/relationships/notesMaster" Target="/ppt/notesMasters/notesMaster1.xml" Id="Rb128d0558acc4f1a"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d966ede11af44fae" /><Relationship Type="http://schemas.openxmlformats.org/officeDocument/2006/relationships/notesMaster" Target="/ppt/notesMasters/notesMaster1.xml" Id="Rd818cb77dda24498"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5bea991bfc34086" /><Relationship Type="http://schemas.openxmlformats.org/officeDocument/2006/relationships/notesMaster" Target="/ppt/notesMasters/notesMaster1.xml" Id="R7594bf0af8b1438a"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3a3e98fe453d4cd2" /><Relationship Type="http://schemas.openxmlformats.org/officeDocument/2006/relationships/notesMaster" Target="/ppt/notesMasters/notesMaster1.xml" Id="Rc003113988474219"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f756b60c509443b0" /><Relationship Type="http://schemas.openxmlformats.org/officeDocument/2006/relationships/notesMaster" Target="/ppt/notesMasters/notesMaster1.xml" Id="R20b598c2142c4bd2"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ff6addb9beaa4586" /><Relationship Type="http://schemas.openxmlformats.org/officeDocument/2006/relationships/notesMaster" Target="/ppt/notesMasters/notesMaster1.xml" Id="Rbc3affc1eab1448d"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27a7a28eaf114e90" /><Relationship Type="http://schemas.openxmlformats.org/officeDocument/2006/relationships/notesMaster" Target="/ppt/notesMasters/notesMaster1.xml" Id="R00a00bcca98a4f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שיעור המשך לאחר השלמת Advanced Grammar. כעת מיישמים בכתיבה.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הסבירו: כל מבנה נכנס לחיבור משום שהוא מועיל לרעיון. אין צורך לדחוס את כל המבנים לכל משפט.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נושא תרגול מקורי. אין כאן התחייבות לשאלה שתופיע במבחן.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האורך תואם למשימות G שפורסמו ב־2026. ארבע פסקאות הן מסגרת ההוראה שנבחרה לשיעור; יש לקרוא תמיד את הוראות המשימה בפועל.</a:t>
            </a:r>
          </a:p>
          <a:p xmlns:a="http://schemas.openxmlformats.org/drawingml/2006/main">
            <a:r>
              <a:t>Source: https://meyda.education.gov.il/sheeloney_bagrut/pitronot_bagrut/2026/6/016582-8-HEB-1400-1600.pdf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הבחינו בין השתתפות במשחק כיתתי לבין בחירת נבחרת תחרותית. הימנעו מחיבור כללי על יתרונות הספורט.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תנו 90 שניות. בקשו מתלמיד אחד להסביר מה ההבדל בין שני הנימוקים.</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זו תוכנית אפשרית. אפשר לבחור עמדה אחרת ולנמק אותה היטב.</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תכנון לפני כתיבה. 10 שניות, בלי משימה נוספת.</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התחילו במשפט נקי. אין צורך לפתוח בקלישאה כללית כגון Nowadays everything is important.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הפתיחה מציגה את הנושא ואת העמדה. while מציג ניגוד בתוך המשפט הראשון.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הפתיחה מציגה את הנושא ואת העמדה. while מציג ניגוד בתוך המשפט הראשון.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האפשרות השנייה עונה לשאלה על שיתוף תלמידים במשחק. משפט כללי על ספורט אינו מספיק.</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האפשרות השנייה עונה לשאלה על שיתוף תלמידים במשחק. משפט כללי על ספורט אינו מספיק.</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קשר בין קריאת המשימה לגיבוש עמדה. אפשר לחייך ולהמשיך.</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אין חובה שכל פסקה תהיה באותו אורך. הדוגמה חייבת להראות איך הנימוק פועל.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Playing together היא הפעילות שעליה מדברים. כל הצירוף משמש נושא יחיד, ולכן helps.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Playing together היא הפעילות שעליה מדברים. כל הצירוף משמש נושא יחיד, ולכן helps.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הבחינו בין Playing helps לבין They are playing. בשני יש פעולה בזמן מתמשך; בשיעור משתמשים בפעילות כשם עצם.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התלמידים אומרים אות ומסבירים לפני החשיפה.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התלמידים אומרים אות ומסבירים לפני החשיפה.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הדגישו: מבנה נוסף שאפשר להשתמש בו לפי הצורך, ולא תוספת חובה לחיבור שלנו.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הדגישו: מבנה נוסף שאפשר להשתמש בו לפי הצורך, ולא תוספת חובה לחיבור שלנו.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שאלו: האם המשפט השני מוסיף מידע, או רק חוזר על הראשון?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Balancing הוא נושא המשפט. לא חייבים לענות על שאלה בכל הפוגה.</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Because מחבר סיבה למשפט. אחריו מופיע משפט עם נושא ופועל.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Because מחבר סיבה למשפט. אחריו מופיע משפט עם נושא ופועל.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Therefore מציג תוצאה. כאן הוא פותח משפט חדש ואחריו פסיק.</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Therefore מציג תוצאה. כאן הוא פותח משפט חדש ואחריו פסיק.</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However מציג ניגוד או הסתייגות. הוא אינו מציג סיבה.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However מציג ניגוד או הסתייגות. הוא אינו מציג סיבה.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דוגמאות הפיסוק כאן מראות דרך בטוחה לתלמידים: However ו־Therefore בתחילת משפט חדש. קיימים גם מבנים תקינים נוספים.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הניגוד בין מכשול קטן לתגובה גדולה ממחיש However.</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את הפסקה כמכלול. First מסמן נימוק ראשון; For example מציג את הדוגמה. playing ו־passing משמשים gerunds.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משפט פעיל. המוקד הוא במורים שמארגנים.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משפט פעיל. המוקד הוא במורים שמארגנים.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המשמעות נשמרת. שינינו את מוקד המשפט למשחקים. אין צורך ב־by teachers כשהמבצע מובן מההקשר.</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המשמעות נשמרת. שינינו את מוקד המשפט למשחקים. אין צורך ב־by teachers כשהמבצע מובן מההקשר.</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למשל: games should be organized; every student should be included. המילה should אינה משתנה לפי הנושא.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should be organized הוא מבנה סביל תקין: should + be + V3.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should be organized הוא מבנה סביל תקין: should + be + V3.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צריך גם be וגם V3: should be included. אין להשמיט אחד מהם.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צריך גם be וגם V3: should be included. אין להשמיט אחד מהם.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הדגמה משעשעת של passive: המוקד במה שקרה להודעה.</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הרגשת ההדרה מהעבר מסבירה למה צריך לפעול כעת. לא מציינים כאן זמן עבר מסוים כגון yesterday.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זהו ניסיון קודם שרלוונטי לטיעון בהווה. הפועל feel מופיע בצורת V3: felt.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זהו ניסיון קודם שרלוונטי לטיעון בהווה. הפועל feel מופיע בצורת V3: felt.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אל תוסיפו תווית הווה/עבר בודדת למשפט הזה: המבנה מחבר ניסיון קודם להווה.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V3 של feel הוא felt. לכן: have felt.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V3 של feel הוא felt. לכן: have felt.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Yesterday מציין זמן עבר שהסתיים. כאן משתמשים ב־Past Simple: felt.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Yesterday מציין זמן עבר שהסתיים. כאן משתמשים ב־Past Simple: felt.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תוצאה עד כה: has climbed. הפוגה קצרה.</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זו דרך לפתח טיעון, לא רק להדגים נוסחה דקדוקית.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צורת העבר מסמנת כאן מצב היפותטי בהווה או בעתיד, ולא אירוע שהתרחש בעבר. לכן אין תווית עבר צהובה.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they מתייחס לתלמידים שהרגישו מודרים. תנו לתלמידים לזהות את השינוי ואת התוצאה לפני התרגום.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they מתייחס לתלמידים שהרגישו מודרים. תנו לתלמידים לזהות את השינוי ואת התוצאה לפני התרגום.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עם If + Past Simple משתמשים כאן ב־would + base verb. הכוונה לתוצאה היפותטית.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עם If + Past Simple משתמשים כאן ב־would + base verb. הכוונה לתוצאה היפותטית.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זהו משפט חלופי למסר עתידי. לא חייבים להכניס לחיבור גם תנאי ראשון וגם תנאי שני.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Conditional: בחלק של if יש Present Simple; בחלק התוצאה will + base verb.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Conditional: בחלק של if יש Present Simple; בחלק התוצאה will + base verb.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משפט תנאי דמיוני הקשור לתמונה.</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בפסקת הדוגמה נבחר בתנאי השני כדי לדמיין שינוי. שימוש מדויק אחד מועיל יותר מרשימת מבנים.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הקריאו ברצף. Some students מציג ניסיון קודם; If מראה שינוי אפשרי; Therefore מציג מסקנה מעשית: לארגן את המשחק כך שכולם יוכלו להשתתף.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אין צורך להוסיף שמות מבנים בתוך החיבור המוגש. בתרגול נסמן אותם אחרי שהכתיבה הושלמה.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Although כבר מציג ניגוד. לא מוסיפים but או so באותו מבנה.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Although כבר מציג ניגוד. לא מוסיפים but או so באותו מבנה.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הסיום חוזר לעמדה ומסיק מסקנה. אין לפתוח בו נימוק חדש שלא פותח קודם.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הסיום חוזר לעמדה ומסיק מסקנה. אין לפתוח בו נימוק חדש שלא פותח קודם.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מחזיר לנושא של שיתוף פעולה ולזמן perfect.</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את החיבור ברצף לפני שמסמנים מבנים. שאלו אם העמדה נשארת עקבית.</a:t>
            </a:r>
          </a:p>
          <a:p xmlns:a="http://schemas.openxmlformats.org/drawingml/2006/main">
            <a:r>
              <a:t>Source: https://meyda.education.gov.il/sheeloney_bagrut/pitronot_bagrut/2026/6/016582-8-HEB-1400-1600.pdf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שאלו: איזה משפט מבטא את העמדה? זהו שיתוף קצר ולא בוחן.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הצביעו על המעבר מטענה כללית לפעולה ממשית: מסירה לתלמיד מתחיל.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זהו אותו טקסט. כעת הצבע מדגיש את תרומת המבנים לטיעון.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Although משלב רעיון מנוגד, אבל העמדה המקורית נשמרת.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חשיפה קצרה של present perfect passive. אין צורך ללמד מבנה חדש כעת.</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התלמידים מיישמים את אותה דרך כתיבה על נושא קרוב אך חדש. אל תציגו עדיין את תשובת הדוגמה.</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אפשר לקבל גם התנגדות מנומקת, למשל חשש מתחלופה מהירה מדי. העמדה אינה חלק מהציון.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תנו לכל תלמיד לבחור מבנה שהוא מבין. בקשו משפט עם משמעות ברורה, לא דוגמה מנותקת.</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הדוגמה משתמשת ב־gerund. משפט תקין עם מבנה אחר מתקבל באותה מידה.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הדוגמה משתמשת ב־gerund. משפט תקין עם מבנה אחר מתקבל באותה מידה.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כמו בדיקת חיבור: לפעמים הפרט החסר קרוב.</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הצירוף Playing together הוא נושא יחיד; הפועל הוא helps.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הצירוף Playing together הוא נושא יחיד; הפועל הוא helps.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 Past Simple, would + base verb. קראו גם את המשמעות ולא רק את הנוסחה.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 Past Simple, would + base verb. קראו גם את המשמעות ולא רק את הנוסחה.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בסבב הראשון בודקים תוכן וארגון. רק אחר כך בודקים דקדוק ומכניקה.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בכיתה אפשר להדגיש את המבנים לצורך משוב. הסימון ושמות המבנים אינם חלק מהחיבור עצמו.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זוכרים להרחיב רעיון באמצעות דוגמה, בלי להעמיס מילים.</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דקות כתיבה אחרי התכנון שכבר נעשה. יעד התרגול הכיתתי: ארבעה מבנים שונים שנלמדו, במקומות המתאימים למשמעות. תנו תמיכה נקודתית בלי לכתוב במקום התלמידים.</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השעון אינו מעביר שקף אוטומטית. אפשר להאריך זמן לפי קצב הכיתה.</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זהו כלי כיתתי לבדיקה. אין להציג מספר מסוים של מבנים או ספירה כפולה של Although ככלל ניקוד רשמי.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חזרה לנושא החיבור: הכללה, חברות ומתן הזדמנות.</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החיבור מתחזק כשהטיעון ברור והשפה מדויקת ומתאימה למשמעות.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החיבור מתחזק כשהטיעון ברור והשפה מדויקת ומתאימה למשמעות.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בקשו להביא גם את הטיוטה. בהמשך בוחרים פסקה אחת למשוב ומפתחים אותה, בלי לעבור על כל שגיאה במליאה.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228eb2d90764ec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bb06b3b7374c84" /><Relationship Type="http://schemas.openxmlformats.org/officeDocument/2006/relationships/slideLayout" Target="/ppt/slideLayouts/slideLayout1.xml" Id="Rbff94d8e335a49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f94d8e335a49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57234af80c34091" /><Relationship Type="http://schemas.openxmlformats.org/officeDocument/2006/relationships/hyperlink" Target="https://simonh68.github.io/teachers/grade11/five-units/" TargetMode="External" Id="R8c74d3167e5a433b" /><Relationship Type="http://schemas.openxmlformats.org/officeDocument/2006/relationships/notesSlide" Target="/ppt/notesSlides/notesSlide1.xml" Id="R2c66db068b5e42d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b166de25b0848a2" /><Relationship Type="http://schemas.openxmlformats.org/officeDocument/2006/relationships/hyperlink" Target="https://simonh68.github.io/teachers/grade11/five-units/" TargetMode="External" Id="Rb67600036bd943a2" /><Relationship Type="http://schemas.openxmlformats.org/officeDocument/2006/relationships/notesSlide" Target="/ppt/notesSlides/notesSlide2.xml" Id="Rfcefaeadb0e14b6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13a0e80a38b4c80" /><Relationship Type="http://schemas.openxmlformats.org/officeDocument/2006/relationships/hyperlink" Target="https://simonh68.github.io/teachers/grade11/five-units/" TargetMode="External" Id="Rac4440e427ec4701" /><Relationship Type="http://schemas.openxmlformats.org/officeDocument/2006/relationships/notesSlide" Target="/ppt/notesSlides/notesSlide3.xml" Id="Ra23dd6f362514b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f8cfc3508904e1f" /><Relationship Type="http://schemas.openxmlformats.org/officeDocument/2006/relationships/hyperlink" Target="https://simonh68.github.io/teachers/grade11/five-units/" TargetMode="External" Id="Rbc09d31674ea4f97" /><Relationship Type="http://schemas.openxmlformats.org/officeDocument/2006/relationships/notesSlide" Target="/ppt/notesSlides/notesSlide4.xml" Id="Rf78667b7312f45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a88871c03174d45" /><Relationship Type="http://schemas.openxmlformats.org/officeDocument/2006/relationships/hyperlink" Target="https://simonh68.github.io/teachers/grade11/five-units/" TargetMode="External" Id="R3404eea64c5a4ef5" /><Relationship Type="http://schemas.openxmlformats.org/officeDocument/2006/relationships/notesSlide" Target="/ppt/notesSlides/notesSlide5.xml" Id="Re58815b1799247b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b67eb0f07c341e1" /><Relationship Type="http://schemas.openxmlformats.org/officeDocument/2006/relationships/hyperlink" Target="https://simonh68.github.io/teachers/grade11/five-units/" TargetMode="External" Id="Rb682522ff3ec41ee" /><Relationship Type="http://schemas.openxmlformats.org/officeDocument/2006/relationships/hyperlink" Target="https://simonh68.github.io/teachers/grade11/grammar-in-an-essay/#slide-6" TargetMode="External" Id="R2bff7d8edc994179" /><Relationship Type="http://schemas.openxmlformats.org/officeDocument/2006/relationships/notesSlide" Target="/ppt/notesSlides/notesSlide6.xml" Id="R3894e7b36f2f47c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1e064187c754a50" /><Relationship Type="http://schemas.openxmlformats.org/officeDocument/2006/relationships/hyperlink" Target="https://simonh68.github.io/teachers/grade11/five-units/" TargetMode="External" Id="R8b8ee550d7214c62" /><Relationship Type="http://schemas.openxmlformats.org/officeDocument/2006/relationships/notesSlide" Target="/ppt/notesSlides/notesSlide7.xml" Id="R6107a2cc3cd1429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b784d1a510a4426" /><Relationship Type="http://schemas.openxmlformats.org/officeDocument/2006/relationships/hyperlink" Target="https://simonh68.github.io/teachers/grade11/five-units/" TargetMode="External" Id="Raff601de1d2f4a3e" /><Relationship Type="http://schemas.openxmlformats.org/officeDocument/2006/relationships/image" Target="/ppt/media/image.gif" Id="Re53ad61e3a6f44f2" /><Relationship Type="http://schemas.openxmlformats.org/officeDocument/2006/relationships/notesSlide" Target="/ppt/notesSlides/notesSlide8.xml" Id="R9b2a82df8ba44d1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c717d25d2394f2c" /><Relationship Type="http://schemas.openxmlformats.org/officeDocument/2006/relationships/hyperlink" Target="https://simonh68.github.io/teachers/grade11/five-units/" TargetMode="External" Id="Rcf0ece0a386540b6" /><Relationship Type="http://schemas.openxmlformats.org/officeDocument/2006/relationships/notesSlide" Target="/ppt/notesSlides/notesSlide9.xml" Id="R5a3b86b816a7479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91e99393770479e" /><Relationship Type="http://schemas.openxmlformats.org/officeDocument/2006/relationships/hyperlink" Target="https://simonh68.github.io/teachers/grade11/five-units/" TargetMode="External" Id="R47920224b2d0477f" /><Relationship Type="http://schemas.openxmlformats.org/officeDocument/2006/relationships/notesSlide" Target="/ppt/notesSlides/notesSlide10.xml" Id="Rc8764ebe5a7b47f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831ad92d99c45cb" /><Relationship Type="http://schemas.openxmlformats.org/officeDocument/2006/relationships/hyperlink" Target="https://simonh68.github.io/teachers/grade11/five-units/" TargetMode="External" Id="R4f5bce1e16a5483d" /><Relationship Type="http://schemas.openxmlformats.org/officeDocument/2006/relationships/notesSlide" Target="/ppt/notesSlides/notesSlide11.xml" Id="R28ac2bda612d4a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ebc77da99794577" /><Relationship Type="http://schemas.openxmlformats.org/officeDocument/2006/relationships/hyperlink" Target="https://simonh68.github.io/teachers/grade11/five-units/" TargetMode="External" Id="R4fe873944b714dff" /><Relationship Type="http://schemas.openxmlformats.org/officeDocument/2006/relationships/notesSlide" Target="/ppt/notesSlides/notesSlide12.xml" Id="Rbbb233aebfdb4a2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2b13e0ee7124298" /><Relationship Type="http://schemas.openxmlformats.org/officeDocument/2006/relationships/hyperlink" Target="https://simonh68.github.io/teachers/grade11/five-units/" TargetMode="External" Id="Rf2d5b1aa53bc414a" /><Relationship Type="http://schemas.openxmlformats.org/officeDocument/2006/relationships/notesSlide" Target="/ppt/notesSlides/notesSlide13.xml" Id="Rd20bb04a9ce24f5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35fce909c804662" /><Relationship Type="http://schemas.openxmlformats.org/officeDocument/2006/relationships/hyperlink" Target="https://simonh68.github.io/teachers/grade11/five-units/" TargetMode="External" Id="Re29322aaf78a45b0" /><Relationship Type="http://schemas.openxmlformats.org/officeDocument/2006/relationships/image" Target="/ppt/media/image2.gif" Id="R076a4f386cb04c76" /><Relationship Type="http://schemas.openxmlformats.org/officeDocument/2006/relationships/notesSlide" Target="/ppt/notesSlides/notesSlide14.xml" Id="R2439fa565afe471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ce317ced5694ffa" /><Relationship Type="http://schemas.openxmlformats.org/officeDocument/2006/relationships/hyperlink" Target="https://simonh68.github.io/teachers/grade11/five-units/" TargetMode="External" Id="Ra3835e7000d24fd6" /><Relationship Type="http://schemas.openxmlformats.org/officeDocument/2006/relationships/notesSlide" Target="/ppt/notesSlides/notesSlide15.xml" Id="R6852f83f422744f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02d493d33d04292" /><Relationship Type="http://schemas.openxmlformats.org/officeDocument/2006/relationships/hyperlink" Target="https://simonh68.github.io/teachers/grade11/five-units/" TargetMode="External" Id="R56e36e2c2fec4bc0" /><Relationship Type="http://schemas.openxmlformats.org/officeDocument/2006/relationships/notesSlide" Target="/ppt/notesSlides/notesSlide16.xml" Id="R9fb785500b0d4a4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e38fa3c820347ad" /><Relationship Type="http://schemas.openxmlformats.org/officeDocument/2006/relationships/hyperlink" Target="https://simonh68.github.io/teachers/grade11/five-units/" TargetMode="External" Id="Rdc776b3935d94de5" /><Relationship Type="http://schemas.openxmlformats.org/officeDocument/2006/relationships/notesSlide" Target="/ppt/notesSlides/notesSlide17.xml" Id="Re0b57b16db0c4c6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dfc56f3fc844ce6" /><Relationship Type="http://schemas.openxmlformats.org/officeDocument/2006/relationships/hyperlink" Target="https://simonh68.github.io/teachers/grade11/five-units/" TargetMode="External" Id="R0f84353dfd92451b" /><Relationship Type="http://schemas.openxmlformats.org/officeDocument/2006/relationships/notesSlide" Target="/ppt/notesSlides/notesSlide18.xml" Id="R37ef97fba5be47f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8bbb7d873ac4845" /><Relationship Type="http://schemas.openxmlformats.org/officeDocument/2006/relationships/hyperlink" Target="https://simonh68.github.io/teachers/grade11/five-units/" TargetMode="External" Id="Ra133005cb9c74490" /><Relationship Type="http://schemas.openxmlformats.org/officeDocument/2006/relationships/notesSlide" Target="/ppt/notesSlides/notesSlide19.xml" Id="R90bf9f458eb7492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d6c448f34814aa5" /><Relationship Type="http://schemas.openxmlformats.org/officeDocument/2006/relationships/hyperlink" Target="https://simonh68.github.io/teachers/grade11/five-units/" TargetMode="External" Id="Rb97f043b6a2a4bfa" /><Relationship Type="http://schemas.openxmlformats.org/officeDocument/2006/relationships/notesSlide" Target="/ppt/notesSlides/notesSlide20.xml" Id="Rde0fd8a029544c8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2517b140a0c4912" /><Relationship Type="http://schemas.openxmlformats.org/officeDocument/2006/relationships/hyperlink" Target="https://simonh68.github.io/teachers/grade11/five-units/" TargetMode="External" Id="Rb64e8d0264724bda" /><Relationship Type="http://schemas.openxmlformats.org/officeDocument/2006/relationships/notesSlide" Target="/ppt/notesSlides/notesSlide21.xml" Id="Rf9a2cd88def2406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86c4c9dc0ba4a8d" /><Relationship Type="http://schemas.openxmlformats.org/officeDocument/2006/relationships/hyperlink" Target="https://simonh68.github.io/teachers/grade11/five-units/" TargetMode="External" Id="R187be44782ce4712" /><Relationship Type="http://schemas.openxmlformats.org/officeDocument/2006/relationships/notesSlide" Target="/ppt/notesSlides/notesSlide22.xml" Id="Ra0470c543cbb4be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5052499d5854e04" /><Relationship Type="http://schemas.openxmlformats.org/officeDocument/2006/relationships/hyperlink" Target="https://simonh68.github.io/teachers/grade11/five-units/" TargetMode="External" Id="R1f8df138b6ef405b" /><Relationship Type="http://schemas.openxmlformats.org/officeDocument/2006/relationships/notesSlide" Target="/ppt/notesSlides/notesSlide23.xml" Id="R378c6c499266439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a0b64aaf2a146a3" /><Relationship Type="http://schemas.openxmlformats.org/officeDocument/2006/relationships/hyperlink" Target="https://simonh68.github.io/teachers/grade11/five-units/" TargetMode="External" Id="Rf2c30c9f2d8a4e00" /><Relationship Type="http://schemas.openxmlformats.org/officeDocument/2006/relationships/image" Target="/ppt/media/image3.gif" Id="R99569df0b5c44a3e" /><Relationship Type="http://schemas.openxmlformats.org/officeDocument/2006/relationships/notesSlide" Target="/ppt/notesSlides/notesSlide24.xml" Id="Rf5e42f77fd39428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9b0fbec6ab04f25" /><Relationship Type="http://schemas.openxmlformats.org/officeDocument/2006/relationships/hyperlink" Target="https://simonh68.github.io/teachers/grade11/five-units/" TargetMode="External" Id="Raf69d33001324323" /><Relationship Type="http://schemas.openxmlformats.org/officeDocument/2006/relationships/notesSlide" Target="/ppt/notesSlides/notesSlide25.xml" Id="R4f5aec6c59c14d2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6905c2bd8ba438c" /><Relationship Type="http://schemas.openxmlformats.org/officeDocument/2006/relationships/hyperlink" Target="https://simonh68.github.io/teachers/grade11/five-units/" TargetMode="External" Id="Re44c0c108a33432f" /><Relationship Type="http://schemas.openxmlformats.org/officeDocument/2006/relationships/notesSlide" Target="/ppt/notesSlides/notesSlide26.xml" Id="Rbb4a796b8fb7481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f28d843b74d4113" /><Relationship Type="http://schemas.openxmlformats.org/officeDocument/2006/relationships/hyperlink" Target="https://simonh68.github.io/teachers/grade11/five-units/" TargetMode="External" Id="Rd2be2ce34bf4481f" /><Relationship Type="http://schemas.openxmlformats.org/officeDocument/2006/relationships/notesSlide" Target="/ppt/notesSlides/notesSlide27.xml" Id="Rbd86e667e23344d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a16e675983a41d7" /><Relationship Type="http://schemas.openxmlformats.org/officeDocument/2006/relationships/hyperlink" Target="https://simonh68.github.io/teachers/grade11/five-units/" TargetMode="External" Id="R1b24172c67674796" /><Relationship Type="http://schemas.openxmlformats.org/officeDocument/2006/relationships/notesSlide" Target="/ppt/notesSlides/notesSlide28.xml" Id="R607075446259471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0aac306a4a34607" /><Relationship Type="http://schemas.openxmlformats.org/officeDocument/2006/relationships/hyperlink" Target="https://simonh68.github.io/teachers/grade11/five-units/" TargetMode="External" Id="Re319c74e9b124d9a" /><Relationship Type="http://schemas.openxmlformats.org/officeDocument/2006/relationships/notesSlide" Target="/ppt/notesSlides/notesSlide29.xml" Id="R453a84443971447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49eeb75f25f4c5b" /><Relationship Type="http://schemas.openxmlformats.org/officeDocument/2006/relationships/hyperlink" Target="https://simonh68.github.io/teachers/grade11/five-units/" TargetMode="External" Id="Rfad6d5678c834fbe" /><Relationship Type="http://schemas.openxmlformats.org/officeDocument/2006/relationships/notesSlide" Target="/ppt/notesSlides/notesSlide30.xml" Id="Rf2a900a31caf44c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c81b27df0d5413e" /><Relationship Type="http://schemas.openxmlformats.org/officeDocument/2006/relationships/hyperlink" Target="https://simonh68.github.io/teachers/grade11/five-units/" TargetMode="External" Id="R03fab488f9324c4d" /><Relationship Type="http://schemas.openxmlformats.org/officeDocument/2006/relationships/notesSlide" Target="/ppt/notesSlides/notesSlide31.xml" Id="R6ed460b85b104af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03a12bbdbf74d9b" /><Relationship Type="http://schemas.openxmlformats.org/officeDocument/2006/relationships/hyperlink" Target="https://simonh68.github.io/teachers/grade11/five-units/" TargetMode="External" Id="R5e931712d5724f17" /><Relationship Type="http://schemas.openxmlformats.org/officeDocument/2006/relationships/image" Target="/ppt/media/image4.gif" Id="R3b62af363fb94d8d" /><Relationship Type="http://schemas.openxmlformats.org/officeDocument/2006/relationships/notesSlide" Target="/ppt/notesSlides/notesSlide32.xml" Id="R47308c3cf1c24fc3"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bd0d1a4d8f1468b" /><Relationship Type="http://schemas.openxmlformats.org/officeDocument/2006/relationships/hyperlink" Target="https://simonh68.github.io/teachers/grade11/five-units/" TargetMode="External" Id="Ra1d73652df714303" /><Relationship Type="http://schemas.openxmlformats.org/officeDocument/2006/relationships/notesSlide" Target="/ppt/notesSlides/notesSlide33.xml" Id="R0d5308de249e4de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c14935f53dd4c9b" /><Relationship Type="http://schemas.openxmlformats.org/officeDocument/2006/relationships/hyperlink" Target="https://simonh68.github.io/teachers/grade11/five-units/" TargetMode="External" Id="R2a632c89222347e7" /><Relationship Type="http://schemas.openxmlformats.org/officeDocument/2006/relationships/notesSlide" Target="/ppt/notesSlides/notesSlide34.xml" Id="Rbada0736b853483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5d9dfcccd8ad42e9" /><Relationship Type="http://schemas.openxmlformats.org/officeDocument/2006/relationships/hyperlink" Target="https://simonh68.github.io/teachers/grade11/five-units/" TargetMode="External" Id="Rf80ac7a5363a448e" /><Relationship Type="http://schemas.openxmlformats.org/officeDocument/2006/relationships/notesSlide" Target="/ppt/notesSlides/notesSlide35.xml" Id="R3d0e4d90cbb04e6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cfd7f4d4d9ea4222" /><Relationship Type="http://schemas.openxmlformats.org/officeDocument/2006/relationships/hyperlink" Target="https://simonh68.github.io/teachers/grade11/five-units/" TargetMode="External" Id="R12757b2d2ade4854" /><Relationship Type="http://schemas.openxmlformats.org/officeDocument/2006/relationships/notesSlide" Target="/ppt/notesSlides/notesSlide36.xml" Id="Rf5a17ed693bd436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e388dde2b7cf4870" /><Relationship Type="http://schemas.openxmlformats.org/officeDocument/2006/relationships/hyperlink" Target="https://simonh68.github.io/teachers/grade11/five-units/" TargetMode="External" Id="Rfbc2ef2dba264416" /><Relationship Type="http://schemas.openxmlformats.org/officeDocument/2006/relationships/notesSlide" Target="/ppt/notesSlides/notesSlide37.xml" Id="Rb1399610ce2f477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8369bb81659c4565" /><Relationship Type="http://schemas.openxmlformats.org/officeDocument/2006/relationships/hyperlink" Target="https://simonh68.github.io/teachers/grade11/five-units/" TargetMode="External" Id="R5ba15f7b7464497a" /><Relationship Type="http://schemas.openxmlformats.org/officeDocument/2006/relationships/notesSlide" Target="/ppt/notesSlides/notesSlide38.xml" Id="R8b494bdde04e404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df720e26464a4950" /><Relationship Type="http://schemas.openxmlformats.org/officeDocument/2006/relationships/hyperlink" Target="https://simonh68.github.io/teachers/grade11/five-units/" TargetMode="External" Id="R938b9c26c0514b8c" /><Relationship Type="http://schemas.openxmlformats.org/officeDocument/2006/relationships/notesSlide" Target="/ppt/notesSlides/notesSlide39.xml" Id="Rc642548241114a0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a1d4dc55cddb41c9" /><Relationship Type="http://schemas.openxmlformats.org/officeDocument/2006/relationships/hyperlink" Target="https://simonh68.github.io/teachers/grade11/five-units/" TargetMode="External" Id="R9b819557b53d4bdc" /><Relationship Type="http://schemas.openxmlformats.org/officeDocument/2006/relationships/notesSlide" Target="/ppt/notesSlides/notesSlide40.xml" Id="Ra5323f53fa87497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4bb74b8a7e34620" /><Relationship Type="http://schemas.openxmlformats.org/officeDocument/2006/relationships/hyperlink" Target="https://simonh68.github.io/teachers/grade11/five-units/" TargetMode="External" Id="R0490df92aede452e" /><Relationship Type="http://schemas.openxmlformats.org/officeDocument/2006/relationships/notesSlide" Target="/ppt/notesSlides/notesSlide41.xml" Id="Rcfea34966e8a447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3577ef3e2474431" /><Relationship Type="http://schemas.openxmlformats.org/officeDocument/2006/relationships/hyperlink" Target="https://simonh68.github.io/teachers/grade11/five-units/" TargetMode="External" Id="R565dfceacd9640f9" /><Relationship Type="http://schemas.openxmlformats.org/officeDocument/2006/relationships/notesSlide" Target="/ppt/notesSlides/notesSlide42.xml" Id="Ra4a367ece20c4b9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91fba6b4e46d46db" /><Relationship Type="http://schemas.openxmlformats.org/officeDocument/2006/relationships/hyperlink" Target="https://simonh68.github.io/teachers/grade11/five-units/" TargetMode="External" Id="R377c87ee1a904c6a" /><Relationship Type="http://schemas.openxmlformats.org/officeDocument/2006/relationships/image" Target="/ppt/media/image5.gif" Id="R0570b94fc0c14c49" /><Relationship Type="http://schemas.openxmlformats.org/officeDocument/2006/relationships/notesSlide" Target="/ppt/notesSlides/notesSlide43.xml" Id="R16b4621f92364c9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29b3977b6e3f4e0c" /><Relationship Type="http://schemas.openxmlformats.org/officeDocument/2006/relationships/hyperlink" Target="https://simonh68.github.io/teachers/grade11/five-units/" TargetMode="External" Id="R18b51caec1564144" /><Relationship Type="http://schemas.openxmlformats.org/officeDocument/2006/relationships/notesSlide" Target="/ppt/notesSlides/notesSlide44.xml" Id="R510467b8f6344d5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b1bf06ff9884856" /><Relationship Type="http://schemas.openxmlformats.org/officeDocument/2006/relationships/hyperlink" Target="https://simonh68.github.io/teachers/grade11/five-units/" TargetMode="External" Id="R0749c05c32634955" /><Relationship Type="http://schemas.openxmlformats.org/officeDocument/2006/relationships/notesSlide" Target="/ppt/notesSlides/notesSlide45.xml" Id="Re2bbf611e71840b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e119f114c5c548df" /><Relationship Type="http://schemas.openxmlformats.org/officeDocument/2006/relationships/hyperlink" Target="https://simonh68.github.io/teachers/grade11/five-units/" TargetMode="External" Id="R31885b4c60014c28" /><Relationship Type="http://schemas.openxmlformats.org/officeDocument/2006/relationships/notesSlide" Target="/ppt/notesSlides/notesSlide46.xml" Id="Rc6ddd46bb39646f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5a70aa2babf445da" /><Relationship Type="http://schemas.openxmlformats.org/officeDocument/2006/relationships/hyperlink" Target="https://simonh68.github.io/teachers/grade11/five-units/" TargetMode="External" Id="R3617fac333864239" /><Relationship Type="http://schemas.openxmlformats.org/officeDocument/2006/relationships/notesSlide" Target="/ppt/notesSlides/notesSlide47.xml" Id="Rb18587d94ee0441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ee993ba9ccdc4b3a" /><Relationship Type="http://schemas.openxmlformats.org/officeDocument/2006/relationships/hyperlink" Target="https://simonh68.github.io/teachers/grade11/five-units/" TargetMode="External" Id="Rd11f565f2e6f43c4" /><Relationship Type="http://schemas.openxmlformats.org/officeDocument/2006/relationships/notesSlide" Target="/ppt/notesSlides/notesSlide48.xml" Id="R8ff717c3f9b04587"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7cea7416bc3146e5" /><Relationship Type="http://schemas.openxmlformats.org/officeDocument/2006/relationships/hyperlink" Target="https://simonh68.github.io/teachers/grade11/five-units/" TargetMode="External" Id="Ra5a1c4fee47e46f2" /><Relationship Type="http://schemas.openxmlformats.org/officeDocument/2006/relationships/notesSlide" Target="/ppt/notesSlides/notesSlide49.xml" Id="R0ef2d43fbb244b3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6d93689d0217427d" /><Relationship Type="http://schemas.openxmlformats.org/officeDocument/2006/relationships/hyperlink" Target="https://simonh68.github.io/teachers/grade11/five-units/" TargetMode="External" Id="R8150a692644a40c2" /><Relationship Type="http://schemas.openxmlformats.org/officeDocument/2006/relationships/notesSlide" Target="/ppt/notesSlides/notesSlide50.xml" Id="R7984e8133ec44b6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dc2ec415c8b745fa" /><Relationship Type="http://schemas.openxmlformats.org/officeDocument/2006/relationships/hyperlink" Target="https://simonh68.github.io/teachers/grade11/five-units/" TargetMode="External" Id="R8e679d5e52004838" /><Relationship Type="http://schemas.openxmlformats.org/officeDocument/2006/relationships/notesSlide" Target="/ppt/notesSlides/notesSlide51.xml" Id="R3577d82ae5f3473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fec00c58ca2d4e55" /><Relationship Type="http://schemas.openxmlformats.org/officeDocument/2006/relationships/hyperlink" Target="https://simonh68.github.io/teachers/grade11/five-units/" TargetMode="External" Id="Ra7975722797946ee" /><Relationship Type="http://schemas.openxmlformats.org/officeDocument/2006/relationships/image" Target="/ppt/media/image6.gif" Id="R93d45bf75a954cc2" /><Relationship Type="http://schemas.openxmlformats.org/officeDocument/2006/relationships/notesSlide" Target="/ppt/notesSlides/notesSlide52.xml" Id="R436fb3e123b5448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973dcd51a8214110" /><Relationship Type="http://schemas.openxmlformats.org/officeDocument/2006/relationships/hyperlink" Target="https://simonh68.github.io/teachers/grade11/five-units/" TargetMode="External" Id="R729cf5c2c3314236" /><Relationship Type="http://schemas.openxmlformats.org/officeDocument/2006/relationships/notesSlide" Target="/ppt/notesSlides/notesSlide53.xml" Id="Redb836735365433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94b3d40033ae4c7e" /><Relationship Type="http://schemas.openxmlformats.org/officeDocument/2006/relationships/hyperlink" Target="https://simonh68.github.io/teachers/grade11/five-units/" TargetMode="External" Id="Rd66ad570dfc04a8f" /><Relationship Type="http://schemas.openxmlformats.org/officeDocument/2006/relationships/notesSlide" Target="/ppt/notesSlides/notesSlide54.xml" Id="R501032dbafb84f9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897f6cb7fe0a4349" /><Relationship Type="http://schemas.openxmlformats.org/officeDocument/2006/relationships/hyperlink" Target="https://simonh68.github.io/teachers/grade11/five-units/" TargetMode="External" Id="Rc0cfaa42b60544d4" /><Relationship Type="http://schemas.openxmlformats.org/officeDocument/2006/relationships/notesSlide" Target="/ppt/notesSlides/notesSlide55.xml" Id="R48fd5d6e91244a9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fdccea340bfa4476" /><Relationship Type="http://schemas.openxmlformats.org/officeDocument/2006/relationships/hyperlink" Target="https://simonh68.github.io/teachers/grade11/five-units/" TargetMode="External" Id="Re21daf0edd154ccf" /><Relationship Type="http://schemas.openxmlformats.org/officeDocument/2006/relationships/notesSlide" Target="/ppt/notesSlides/notesSlide56.xml" Id="R5cfcccfe1e6242b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e5e2e0ad619d4c33" /><Relationship Type="http://schemas.openxmlformats.org/officeDocument/2006/relationships/hyperlink" Target="https://simonh68.github.io/teachers/grade11/five-units/" TargetMode="External" Id="Redfdceb1563a4484" /><Relationship Type="http://schemas.openxmlformats.org/officeDocument/2006/relationships/notesSlide" Target="/ppt/notesSlides/notesSlide57.xml" Id="R2bc78fa4f1a54cfa"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ac00bcb72ca343dc" /><Relationship Type="http://schemas.openxmlformats.org/officeDocument/2006/relationships/hyperlink" Target="https://simonh68.github.io/teachers/grade11/five-units/" TargetMode="External" Id="Rfaf9f70e6e3f4e5a" /><Relationship Type="http://schemas.openxmlformats.org/officeDocument/2006/relationships/notesSlide" Target="/ppt/notesSlides/notesSlide58.xml" Id="Rc7f04f8820114ff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08318dc85d524cec" /><Relationship Type="http://schemas.openxmlformats.org/officeDocument/2006/relationships/hyperlink" Target="https://simonh68.github.io/teachers/grade11/five-units/" TargetMode="External" Id="R541dd5ba04fc44c8" /><Relationship Type="http://schemas.openxmlformats.org/officeDocument/2006/relationships/notesSlide" Target="/ppt/notesSlides/notesSlide59.xml" Id="R6067e316966f454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bcc1f995771f4a42" /><Relationship Type="http://schemas.openxmlformats.org/officeDocument/2006/relationships/hyperlink" Target="https://simonh68.github.io/teachers/grade11/five-units/" TargetMode="External" Id="R3a3c5943c39f4e3b" /><Relationship Type="http://schemas.openxmlformats.org/officeDocument/2006/relationships/notesSlide" Target="/ppt/notesSlides/notesSlide60.xml" Id="R09cb950361dd499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a68857b7b7f74d0c" /><Relationship Type="http://schemas.openxmlformats.org/officeDocument/2006/relationships/hyperlink" Target="https://simonh68.github.io/teachers/grade11/five-units/" TargetMode="External" Id="R4021f261cdb1435e" /><Relationship Type="http://schemas.openxmlformats.org/officeDocument/2006/relationships/notesSlide" Target="/ppt/notesSlides/notesSlide61.xml" Id="R68330963b35d49c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b4ad4a63f902467b" /><Relationship Type="http://schemas.openxmlformats.org/officeDocument/2006/relationships/hyperlink" Target="https://simonh68.github.io/teachers/grade11/five-units/" TargetMode="External" Id="R8d0f91205f5f4258" /><Relationship Type="http://schemas.openxmlformats.org/officeDocument/2006/relationships/image" Target="/ppt/media/image7.gif" Id="R4dec9d5a5f1341fe" /><Relationship Type="http://schemas.openxmlformats.org/officeDocument/2006/relationships/notesSlide" Target="/ppt/notesSlides/notesSlide62.xml" Id="R4499b7393a5c485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61e2c03d486641c2" /><Relationship Type="http://schemas.openxmlformats.org/officeDocument/2006/relationships/hyperlink" Target="https://simonh68.github.io/teachers/grade11/five-units/" TargetMode="External" Id="R6ccec857a6bd4e8b" /><Relationship Type="http://schemas.openxmlformats.org/officeDocument/2006/relationships/notesSlide" Target="/ppt/notesSlides/notesSlide63.xml" Id="R1ae39b9f19d245a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1ee81dc293ed40c4" /><Relationship Type="http://schemas.openxmlformats.org/officeDocument/2006/relationships/hyperlink" Target="https://simonh68.github.io/teachers/grade11/five-units/" TargetMode="External" Id="R90f78456c2004de5" /><Relationship Type="http://schemas.openxmlformats.org/officeDocument/2006/relationships/notesSlide" Target="/ppt/notesSlides/notesSlide64.xml" Id="R2dfad4f6b3c04371"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0547f49d02dc41d6" /><Relationship Type="http://schemas.openxmlformats.org/officeDocument/2006/relationships/hyperlink" Target="https://simonh68.github.io/teachers/grade11/five-units/" TargetMode="External" Id="Rfc1afd9e360245e7" /><Relationship Type="http://schemas.openxmlformats.org/officeDocument/2006/relationships/notesSlide" Target="/ppt/notesSlides/notesSlide65.xml" Id="Rb9bb26ad67154f3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cbb23d7237144b6f" /><Relationship Type="http://schemas.openxmlformats.org/officeDocument/2006/relationships/hyperlink" Target="https://simonh68.github.io/teachers/grade11/five-units/" TargetMode="External" Id="Rf8abb0c6d84849ed" /><Relationship Type="http://schemas.openxmlformats.org/officeDocument/2006/relationships/notesSlide" Target="/ppt/notesSlides/notesSlide66.xml" Id="R301269762d1e4f7d"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f1a1aa8711c54ccb" /><Relationship Type="http://schemas.openxmlformats.org/officeDocument/2006/relationships/hyperlink" Target="https://simonh68.github.io/teachers/grade11/five-units/" TargetMode="External" Id="R1d2f7b2cd81b41e1" /><Relationship Type="http://schemas.openxmlformats.org/officeDocument/2006/relationships/notesSlide" Target="/ppt/notesSlides/notesSlide67.xml" Id="R7dd82772f7a24955"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9257d96b5304eb9" /><Relationship Type="http://schemas.openxmlformats.org/officeDocument/2006/relationships/hyperlink" Target="https://simonh68.github.io/teachers/grade11/five-units/" TargetMode="External" Id="R93bc217c4cd143c5" /><Relationship Type="http://schemas.openxmlformats.org/officeDocument/2006/relationships/notesSlide" Target="/ppt/notesSlides/notesSlide68.xml" Id="R8ed8f822081849b9"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59c8cfb40da7426b" /><Relationship Type="http://schemas.openxmlformats.org/officeDocument/2006/relationships/hyperlink" Target="https://simonh68.github.io/teachers/grade11/five-units/" TargetMode="External" Id="R6898abe324d24d8d" /><Relationship Type="http://schemas.openxmlformats.org/officeDocument/2006/relationships/notesSlide" Target="/ppt/notesSlides/notesSlide69.xml" Id="Rac87247b2d30476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0bb02c2b8b4e47cb" /><Relationship Type="http://schemas.openxmlformats.org/officeDocument/2006/relationships/hyperlink" Target="https://simonh68.github.io/teachers/grade11/five-units/" TargetMode="External" Id="Re4df282326fd454a" /><Relationship Type="http://schemas.openxmlformats.org/officeDocument/2006/relationships/image" Target="/ppt/media/image8.gif" Id="R96c7b274c22a46d6" /><Relationship Type="http://schemas.openxmlformats.org/officeDocument/2006/relationships/notesSlide" Target="/ppt/notesSlides/notesSlide70.xml" Id="R2a3e05bde9ac4bf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7d9b9d92c5044fb5" /><Relationship Type="http://schemas.openxmlformats.org/officeDocument/2006/relationships/hyperlink" Target="https://simonh68.github.io/teachers/grade11/five-units/" TargetMode="External" Id="Rf1b11b8637a843f0" /><Relationship Type="http://schemas.openxmlformats.org/officeDocument/2006/relationships/notesSlide" Target="/ppt/notesSlides/notesSlide71.xml" Id="Rab5be644c6c741c3"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0d9cfeda5dd143a8" /><Relationship Type="http://schemas.openxmlformats.org/officeDocument/2006/relationships/hyperlink" Target="https://simonh68.github.io/teachers/grade11/five-units/" TargetMode="External" Id="R05cb2a1cd9b34e45" /><Relationship Type="http://schemas.openxmlformats.org/officeDocument/2006/relationships/notesSlide" Target="/ppt/notesSlides/notesSlide72.xml" Id="R79a20d5011504f87"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23a79744720e4914" /><Relationship Type="http://schemas.openxmlformats.org/officeDocument/2006/relationships/hyperlink" Target="https://simonh68.github.io/teachers/grade11/five-units/" TargetMode="External" Id="Rb07eb98dd71b4902" /><Relationship Type="http://schemas.openxmlformats.org/officeDocument/2006/relationships/notesSlide" Target="/ppt/notesSlides/notesSlide73.xml" Id="R1c1609361e6d435f"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43efbeaa39384ff8" /><Relationship Type="http://schemas.openxmlformats.org/officeDocument/2006/relationships/hyperlink" Target="https://simonh68.github.io/teachers/grade11/five-units/" TargetMode="External" Id="Re71cacfa87e547b4" /><Relationship Type="http://schemas.openxmlformats.org/officeDocument/2006/relationships/notesSlide" Target="/ppt/notesSlides/notesSlide74.xml" Id="R092577d42bfa4f4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359896f2f3324cd4" /><Relationship Type="http://schemas.openxmlformats.org/officeDocument/2006/relationships/hyperlink" Target="https://simonh68.github.io/teachers/grade11/five-units/" TargetMode="External" Id="Rd89448cb3b344280" /><Relationship Type="http://schemas.openxmlformats.org/officeDocument/2006/relationships/notesSlide" Target="/ppt/notesSlides/notesSlide75.xml" Id="Rf4f165bae4b344af"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8c1e993a02c040a9" /><Relationship Type="http://schemas.openxmlformats.org/officeDocument/2006/relationships/hyperlink" Target="https://simonh68.github.io/teachers/grade11/five-units/" TargetMode="External" Id="R18dc374425ac460c" /><Relationship Type="http://schemas.openxmlformats.org/officeDocument/2006/relationships/image" Target="/ppt/media/image9.gif" Id="R03bbf9c00c634b8c" /><Relationship Type="http://schemas.openxmlformats.org/officeDocument/2006/relationships/notesSlide" Target="/ppt/notesSlides/notesSlide76.xml" Id="R8562b40ce8464e7d"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351861a76ea041be" /><Relationship Type="http://schemas.openxmlformats.org/officeDocument/2006/relationships/hyperlink" Target="https://simonh68.github.io/teachers/grade11/five-units/" TargetMode="External" Id="R29500ddf2c764493" /><Relationship Type="http://schemas.openxmlformats.org/officeDocument/2006/relationships/hyperlink" Target="https://simonh68.github.io/teachers/grade11/grammar-in-an-essay/#slide-77" TargetMode="External" Id="R62d315bf7d7b46bf" /><Relationship Type="http://schemas.openxmlformats.org/officeDocument/2006/relationships/notesSlide" Target="/ppt/notesSlides/notesSlide77.xml" Id="Rb72e52a549fa4fec"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1eabc95980e44867" /><Relationship Type="http://schemas.openxmlformats.org/officeDocument/2006/relationships/hyperlink" Target="https://simonh68.github.io/teachers/grade11/five-units/" TargetMode="External" Id="R6176f2162c3245db" /><Relationship Type="http://schemas.openxmlformats.org/officeDocument/2006/relationships/notesSlide" Target="/ppt/notesSlides/notesSlide78.xml" Id="Rea259f90b43f4e4f"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e06bd0891ef54a09" /><Relationship Type="http://schemas.openxmlformats.org/officeDocument/2006/relationships/hyperlink" Target="https://simonh68.github.io/teachers/grade11/five-units/" TargetMode="External" Id="Ra200d59659554b37" /><Relationship Type="http://schemas.openxmlformats.org/officeDocument/2006/relationships/hyperlink" Target="https://simonh68.github.io/teachers/grade11/grammar-in-an-essay/#slide-79" TargetMode="External" Id="R124be2cde564405a" /><Relationship Type="http://schemas.openxmlformats.org/officeDocument/2006/relationships/notesSlide" Target="/ppt/notesSlides/notesSlide79.xml" Id="R1655675db912425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ac7d2702ea174273" /><Relationship Type="http://schemas.openxmlformats.org/officeDocument/2006/relationships/hyperlink" Target="https://simonh68.github.io/teachers/grade11/five-units/" TargetMode="External" Id="R8ff62ed54b6643f1" /><Relationship Type="http://schemas.openxmlformats.org/officeDocument/2006/relationships/notesSlide" Target="/ppt/notesSlides/notesSlide80.xml" Id="R98f42f2b95e546e3"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a49fd84a42074f05" /><Relationship Type="http://schemas.openxmlformats.org/officeDocument/2006/relationships/hyperlink" Target="https://simonh68.github.io/teachers/grade11/five-units/" TargetMode="External" Id="R66cfeb1cda1945fb" /><Relationship Type="http://schemas.openxmlformats.org/officeDocument/2006/relationships/notesSlide" Target="/ppt/notesSlides/notesSlide81.xml" Id="Rb5f9025206d94f8f"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6f78b855702d472f" /><Relationship Type="http://schemas.openxmlformats.org/officeDocument/2006/relationships/hyperlink" Target="https://simonh68.github.io/teachers/grade11/five-units/" TargetMode="External" Id="R4f6c17c56c8f4a55" /><Relationship Type="http://schemas.openxmlformats.org/officeDocument/2006/relationships/image" Target="/ppt/media/image10.gif" Id="R34462ae740cc4563" /><Relationship Type="http://schemas.openxmlformats.org/officeDocument/2006/relationships/notesSlide" Target="/ppt/notesSlides/notesSlide82.xml" Id="Raca15af91c214c2a"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5c5441d392d54ab7" /><Relationship Type="http://schemas.openxmlformats.org/officeDocument/2006/relationships/hyperlink" Target="https://simonh68.github.io/teachers/grade11/five-units/" TargetMode="External" Id="Rb78cecb229174bce" /><Relationship Type="http://schemas.openxmlformats.org/officeDocument/2006/relationships/notesSlide" Target="/ppt/notesSlides/notesSlide83.xml" Id="R5debb19b15ba4d5c"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a8ffaa3ecf934226" /><Relationship Type="http://schemas.openxmlformats.org/officeDocument/2006/relationships/hyperlink" Target="https://simonh68.github.io/teachers/grade11/five-units/" TargetMode="External" Id="Rc43c79695d5c45a3" /><Relationship Type="http://schemas.openxmlformats.org/officeDocument/2006/relationships/notesSlide" Target="/ppt/notesSlides/notesSlide84.xml" Id="R75f096dc3e264eb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c50230b4180a4356" /><Relationship Type="http://schemas.openxmlformats.org/officeDocument/2006/relationships/hyperlink" Target="https://simonh68.github.io/teachers/grade11/five-units/" TargetMode="External" Id="Re29bdc06c63741b3" /><Relationship Type="http://schemas.openxmlformats.org/officeDocument/2006/relationships/notesSlide" Target="/ppt/notesSlides/notesSlide85.xml" Id="R6a0f6e55520c4bf8"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488e40e18afd4756" /><Relationship Type="http://schemas.openxmlformats.org/officeDocument/2006/relationships/hyperlink" Target="https://simonh68.github.io/teachers/grade11/five-units/" TargetMode="External" Id="Rdbf0fe6c80354720" /><Relationship Type="http://schemas.openxmlformats.org/officeDocument/2006/relationships/notesSlide" Target="/ppt/notesSlides/notesSlide86.xml" Id="R34fad6725bd04d28"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1402d9398686443b" /><Relationship Type="http://schemas.openxmlformats.org/officeDocument/2006/relationships/hyperlink" Target="https://simonh68.github.io/teachers/grade11/five-units/" TargetMode="External" Id="R6b17efe74be7407c" /><Relationship Type="http://schemas.openxmlformats.org/officeDocument/2006/relationships/notesSlide" Target="/ppt/notesSlides/notesSlide87.xml" Id="R3bd61dc0f2204b8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f07a1e06efa745ca" /><Relationship Type="http://schemas.openxmlformats.org/officeDocument/2006/relationships/hyperlink" Target="https://simonh68.github.io/teachers/grade11/five-units/" TargetMode="External" Id="R7d7094b247044289" /><Relationship Type="http://schemas.openxmlformats.org/officeDocument/2006/relationships/notesSlide" Target="/ppt/notesSlides/notesSlide88.xml" Id="Rdc0827b884fe4723"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8f79fff11eea4fcd" /><Relationship Type="http://schemas.openxmlformats.org/officeDocument/2006/relationships/hyperlink" Target="https://simonh68.github.io/teachers/grade11/five-units/" TargetMode="External" Id="R7273ef6328244864" /><Relationship Type="http://schemas.openxmlformats.org/officeDocument/2006/relationships/image" Target="/ppt/media/image11.gif" Id="Rea686fe073e94fcb" /><Relationship Type="http://schemas.openxmlformats.org/officeDocument/2006/relationships/notesSlide" Target="/ppt/notesSlides/notesSlide89.xml" Id="Rf4f474dd1c4548e0"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f5eae9a552d84b0c" /><Relationship Type="http://schemas.openxmlformats.org/officeDocument/2006/relationships/hyperlink" Target="https://simonh68.github.io/teachers/grade11/five-units/" TargetMode="External" Id="Ref50c35f99e84fc2" /><Relationship Type="http://schemas.openxmlformats.org/officeDocument/2006/relationships/hyperlink" Target="https://simonh68.github.io/teachers/grade11/grammar-in-an-essay/#slide-90" TargetMode="External" Id="Rf77a513765b74223" /><Relationship Type="http://schemas.openxmlformats.org/officeDocument/2006/relationships/notesSlide" Target="/ppt/notesSlides/notesSlide90.xml" Id="R55200bf7106044e8"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99a1ca1d540f4992" /><Relationship Type="http://schemas.openxmlformats.org/officeDocument/2006/relationships/hyperlink" Target="https://simonh68.github.io/teachers/grade11/five-units/" TargetMode="External" Id="Rd44a0aa663fe4bbf" /><Relationship Type="http://schemas.openxmlformats.org/officeDocument/2006/relationships/hyperlink" Target="https://simonh68.github.io/teachers/grade11/grammar-in-an-essay/#slide-91" TargetMode="External" Id="R783c8f9db6204d1c" /><Relationship Type="http://schemas.openxmlformats.org/officeDocument/2006/relationships/notesSlide" Target="/ppt/notesSlides/notesSlide91.xml" Id="R3a2ef1d30f9749e1"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e99ed873bc174250" /><Relationship Type="http://schemas.openxmlformats.org/officeDocument/2006/relationships/hyperlink" Target="https://simonh68.github.io/teachers/grade11/five-units/" TargetMode="External" Id="Rfc4702f0572e4712" /><Relationship Type="http://schemas.openxmlformats.org/officeDocument/2006/relationships/notesSlide" Target="/ppt/notesSlides/notesSlide92.xml" Id="R6a6cc00db7d34786"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06139bdbccc042cf" /><Relationship Type="http://schemas.openxmlformats.org/officeDocument/2006/relationships/hyperlink" Target="https://simonh68.github.io/teachers/grade11/five-units/" TargetMode="External" Id="R19e35c8d7a264860" /><Relationship Type="http://schemas.openxmlformats.org/officeDocument/2006/relationships/image" Target="/ppt/media/image12.gif" Id="R6c0254298bc343c3" /><Relationship Type="http://schemas.openxmlformats.org/officeDocument/2006/relationships/notesSlide" Target="/ppt/notesSlides/notesSlide93.xml" Id="R3dcf6b0fd3de4d4f"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ee6e6ee471c94dc6" /><Relationship Type="http://schemas.openxmlformats.org/officeDocument/2006/relationships/hyperlink" Target="https://simonh68.github.io/teachers/grade11/five-units/" TargetMode="External" Id="R6a1aba84b85f4a25" /><Relationship Type="http://schemas.openxmlformats.org/officeDocument/2006/relationships/notesSlide" Target="/ppt/notesSlides/notesSlide94.xml" Id="Rfe39639139614007"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3fe1258dafc84b03" /><Relationship Type="http://schemas.openxmlformats.org/officeDocument/2006/relationships/hyperlink" Target="https://simonh68.github.io/teachers/grade11/five-units/" TargetMode="External" Id="Rd59b62772c2e48b1" /><Relationship Type="http://schemas.openxmlformats.org/officeDocument/2006/relationships/notesSlide" Target="/ppt/notesSlides/notesSlide95.xml" Id="R160cf81f002d4b87"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25cec7a5b7614fb3" /><Relationship Type="http://schemas.openxmlformats.org/officeDocument/2006/relationships/hyperlink" Target="https://simonh68.github.io/teachers/grade11/five-units/" TargetMode="External" Id="R8b07e02d4df04e05" /><Relationship Type="http://schemas.openxmlformats.org/officeDocument/2006/relationships/notesSlide" Target="/ppt/notesSlides/notesSlide96.xml" Id="Raf97c71aebd349df" /></Relationships>
</file>

<file path=ppt/slides/slide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7" name="text-1">
            <a:extLst xmlns:a="http://schemas.openxmlformats.org/drawingml/2006/main">
              <a:ext uri="{FF2B5EF4-FFF2-40B4-BE49-F238E27FC236}">
                <a16:creationId xmlns:a16="http://schemas.microsoft.com/office/drawing/2014/main" id="{7998D360-E4C7-4EDC-AEC7-7BD5AB79A7F7}"/>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8c74d3167e5a433b"/>
              </a:rPr>
              <a:t>⌂</a:t>
            </a:r>
          </a:p>
        </p:txBody>
      </p:sp>
      <p:sp>
        <p:nvSpPr>
          <p:cNvPr id="2" name="title-2">
            <a:extLst xmlns:a="http://schemas.openxmlformats.org/drawingml/2006/main">
              <a:ext uri="{FF2B5EF4-FFF2-40B4-BE49-F238E27FC236}">
                <a16:creationId xmlns:a16="http://schemas.microsoft.com/office/drawing/2014/main" id="{7AD72777-1173-43A4-B227-B3C5193E64BB}"/>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ברוכים הבאים</a:t>
            </a:r>
          </a:p>
        </p:txBody>
      </p:sp>
      <p:sp>
        <p:nvSpPr>
          <p:cNvPr id="3" name="text-3">
            <a:extLst xmlns:a="http://schemas.openxmlformats.org/drawingml/2006/main">
              <a:ext uri="{FF2B5EF4-FFF2-40B4-BE49-F238E27FC236}">
                <a16:creationId xmlns:a16="http://schemas.microsoft.com/office/drawing/2014/main" id="{BD594FD7-025E-47EF-B80E-F92301944F5A}"/>
              </a:ext>
            </a:extLst>
          </p:cNvPr>
          <p:cNvSpPr>
            <a:spLocks xmlns:a="http://schemas.openxmlformats.org/drawingml/2006/main" noGrp="1"/>
          </p:cNvSpPr>
          <p:nvPr/>
        </p:nvSpPr>
        <p:spPr>
          <a:xfrm xmlns:a="http://schemas.openxmlformats.org/drawingml/2006/main">
            <a:off x="762000" y="2057400"/>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6450" b="1" lang="he-IL">
                <a:solidFill>
                  <a:srgbClr val="DFFF5B"/>
                </a:solidFill>
                <a:latin typeface="Heebo"/>
                <a:ea typeface="Heebo"/>
                <a:cs typeface="Heebo"/>
              </a:defRPr>
            </a:pPr>
            <a:r>
              <a:rPr sz="6450" b="1" lang="he-IL">
                <a:solidFill>
                  <a:srgbClr val="DFFF5B"/>
                </a:solidFill>
                <a:latin typeface="Heebo"/>
                <a:ea typeface="Heebo"/>
                <a:cs typeface="Heebo"/>
              </a:rPr>
              <a:t>ברוכים הבאים</a:t>
            </a:r>
          </a:p>
        </p:txBody>
      </p:sp>
      <p:sp>
        <p:nvSpPr>
          <p:cNvPr id="4" name="text-4">
            <a:extLst xmlns:a="http://schemas.openxmlformats.org/drawingml/2006/main">
              <a:ext uri="{FF2B5EF4-FFF2-40B4-BE49-F238E27FC236}">
                <a16:creationId xmlns:a16="http://schemas.microsoft.com/office/drawing/2014/main" id="{CFF1D3B9-6709-44E8-B723-43D5FD97121D}"/>
              </a:ext>
            </a:extLst>
          </p:cNvPr>
          <p:cNvSpPr>
            <a:spLocks xmlns:a="http://schemas.openxmlformats.org/drawingml/2006/main" noGrp="1"/>
          </p:cNvSpPr>
          <p:nvPr/>
        </p:nvSpPr>
        <p:spPr>
          <a:xfrm xmlns:a="http://schemas.openxmlformats.org/drawingml/2006/main">
            <a:off x="762000" y="33909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375" b="1" lang="he-IL">
                <a:solidFill>
                  <a:srgbClr val="F7F7F2"/>
                </a:solidFill>
                <a:latin typeface="Heebo"/>
                <a:ea typeface="Heebo"/>
                <a:cs typeface="Heebo"/>
              </a:defRPr>
            </a:pPr>
            <a:r>
              <a:rPr sz="3375" b="1" lang="he-IL">
                <a:solidFill>
                  <a:srgbClr val="F7F7F2"/>
                </a:solidFill>
                <a:latin typeface="Heebo"/>
                <a:ea typeface="Heebo"/>
                <a:cs typeface="Heebo"/>
              </a:rPr>
              <a:t>כיתה י״א · 5 יח״ל</a:t>
            </a:r>
          </a:p>
        </p:txBody>
      </p:sp>
      <p:sp>
        <p:nvSpPr>
          <p:cNvPr id="5" name="text-5">
            <a:extLst xmlns:a="http://schemas.openxmlformats.org/drawingml/2006/main">
              <a:ext uri="{FF2B5EF4-FFF2-40B4-BE49-F238E27FC236}">
                <a16:creationId xmlns:a16="http://schemas.microsoft.com/office/drawing/2014/main" id="{51F1A803-8B4F-4B0E-A0E2-2BB81D965BD8}"/>
              </a:ext>
            </a:extLst>
          </p:cNvPr>
          <p:cNvSpPr>
            <a:spLocks xmlns:a="http://schemas.openxmlformats.org/drawingml/2006/main" noGrp="1"/>
          </p:cNvSpPr>
          <p:nvPr/>
        </p:nvSpPr>
        <p:spPr>
          <a:xfrm xmlns:a="http://schemas.openxmlformats.org/drawingml/2006/main">
            <a:off x="762000" y="4238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700" b="1" lang="he-IL">
                <a:solidFill>
                  <a:srgbClr val="A9BDD2"/>
                </a:solidFill>
                <a:latin typeface="Heebo"/>
                <a:ea typeface="Heebo"/>
                <a:cs typeface="Heebo"/>
              </a:defRPr>
            </a:pPr>
            <a:r>
              <a:rPr sz="2700" b="1" lang="he-IL">
                <a:solidFill>
                  <a:srgbClr val="A9BDD2"/>
                </a:solidFill>
                <a:latin typeface="Heebo"/>
                <a:ea typeface="Heebo"/>
                <a:cs typeface="Heebo"/>
              </a:rPr>
              <a:t>ישיבת בני עקיבא קריית הרצוג</a:t>
            </a:r>
          </a:p>
        </p:txBody>
      </p:sp>
      <p:sp>
        <p:nvSpPr>
          <p:cNvPr id="6" name="text-6">
            <a:extLst xmlns:a="http://schemas.openxmlformats.org/drawingml/2006/main">
              <a:ext uri="{FF2B5EF4-FFF2-40B4-BE49-F238E27FC236}">
                <a16:creationId xmlns:a16="http://schemas.microsoft.com/office/drawing/2014/main" id="{BA61E83C-5F76-4FA2-B55F-ED903C7FE485}"/>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1 / 96</a:t>
            </a:r>
          </a:p>
        </p:txBody>
      </p:sp>
    </p:spTree>
    <p:extLst>
      <p:ext uri="{BB962C8B-B14F-4D97-AF65-F5344CB8AC3E}">
        <p14:creationId xmlns:p14="http://schemas.microsoft.com/office/powerpoint/2010/main" val="1531697193"/>
      </p:ext>
    </p:extLst>
  </p:cSld>
</p:sld>
</file>

<file path=ppt/slides/slide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7">
            <a:extLst xmlns:a="http://schemas.openxmlformats.org/drawingml/2006/main">
              <a:ext uri="{FF2B5EF4-FFF2-40B4-BE49-F238E27FC236}">
                <a16:creationId xmlns:a16="http://schemas.microsoft.com/office/drawing/2014/main" id="{8C9B9874-901A-4EB5-B839-272011A77ADD}"/>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b67600036bd943a2"/>
              </a:rPr>
              <a:t>⌂</a:t>
            </a:r>
          </a:p>
        </p:txBody>
      </p:sp>
      <p:sp>
        <p:nvSpPr>
          <p:cNvPr id="2" name="title-8">
            <a:extLst xmlns:a="http://schemas.openxmlformats.org/drawingml/2006/main">
              <a:ext uri="{FF2B5EF4-FFF2-40B4-BE49-F238E27FC236}">
                <a16:creationId xmlns:a16="http://schemas.microsoft.com/office/drawing/2014/main" id="{DBB0CDC0-743C-46EB-9406-48480D4E5150}"/>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00" b="1">
                <a:solidFill>
                  <a:srgbClr val="4EE5FF"/>
                </a:solidFill>
                <a:latin typeface="Nunito"/>
                <a:ea typeface="Nunito"/>
                <a:cs typeface="Nunito"/>
              </a:defRPr>
            </a:pPr>
            <a:r>
              <a:rPr sz="2100" b="1">
                <a:solidFill>
                  <a:srgbClr val="4EE5FF"/>
                </a:solidFill>
                <a:latin typeface="Nunito"/>
                <a:ea typeface="Nunito"/>
                <a:cs typeface="Nunito"/>
              </a:rPr>
              <a:t>Advanced Grammar in an Essay</a:t>
            </a:r>
          </a:p>
        </p:txBody>
      </p:sp>
      <p:sp>
        <p:nvSpPr>
          <p:cNvPr id="3" name="text-9">
            <a:extLst xmlns:a="http://schemas.openxmlformats.org/drawingml/2006/main">
              <a:ext uri="{FF2B5EF4-FFF2-40B4-BE49-F238E27FC236}">
                <a16:creationId xmlns:a16="http://schemas.microsoft.com/office/drawing/2014/main" id="{6F6C6AFA-E5F1-48AC-99AA-61A44E250540}"/>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A clear opinion. Developed reasons. Accurate language.</a:t>
            </a:r>
          </a:p>
        </p:txBody>
      </p:sp>
      <p:sp>
        <p:nvSpPr>
          <p:cNvPr id="4" name="text-10">
            <a:extLst xmlns:a="http://schemas.openxmlformats.org/drawingml/2006/main">
              <a:ext uri="{FF2B5EF4-FFF2-40B4-BE49-F238E27FC236}">
                <a16:creationId xmlns:a16="http://schemas.microsoft.com/office/drawing/2014/main" id="{3A362851-2BBC-4C70-BAFC-DA85ABAA3FE0}"/>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נבנה חיבור דעה שלם, צעד אחר צעד.</a:t>
            </a:r>
          </a:p>
        </p:txBody>
      </p:sp>
      <p:sp>
        <p:nvSpPr>
          <p:cNvPr id="5" name="text-11">
            <a:extLst xmlns:a="http://schemas.openxmlformats.org/drawingml/2006/main">
              <a:ext uri="{FF2B5EF4-FFF2-40B4-BE49-F238E27FC236}">
                <a16:creationId xmlns:a16="http://schemas.microsoft.com/office/drawing/2014/main" id="{CCBC7358-5C12-4AFE-82E8-598B035DE5AA}"/>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2 / 96</a:t>
            </a:r>
          </a:p>
        </p:txBody>
      </p:sp>
    </p:spTree>
    <p:extLst>
      <p:ext uri="{BB962C8B-B14F-4D97-AF65-F5344CB8AC3E}">
        <p14:creationId xmlns:p14="http://schemas.microsoft.com/office/powerpoint/2010/main" val="103149511"/>
      </p:ext>
    </p:extLst>
  </p:cSld>
</p:sld>
</file>

<file path=ppt/slides/slide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12">
            <a:extLst xmlns:a="http://schemas.openxmlformats.org/drawingml/2006/main">
              <a:ext uri="{FF2B5EF4-FFF2-40B4-BE49-F238E27FC236}">
                <a16:creationId xmlns:a16="http://schemas.microsoft.com/office/drawing/2014/main" id="{43FD9D46-0AF6-49DE-896C-0D59AC4DE44D}"/>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ac4440e427ec4701"/>
              </a:rPr>
              <a:t>⌂</a:t>
            </a:r>
          </a:p>
        </p:txBody>
      </p:sp>
      <p:sp>
        <p:nvSpPr>
          <p:cNvPr id="2" name="title-13">
            <a:extLst xmlns:a="http://schemas.openxmlformats.org/drawingml/2006/main">
              <a:ext uri="{FF2B5EF4-FFF2-40B4-BE49-F238E27FC236}">
                <a16:creationId xmlns:a16="http://schemas.microsoft.com/office/drawing/2014/main" id="{48EBFF58-03FE-4282-8993-176C3746B31D}"/>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00" b="1">
                <a:solidFill>
                  <a:srgbClr val="4EE5FF"/>
                </a:solidFill>
                <a:latin typeface="Nunito"/>
                <a:ea typeface="Nunito"/>
                <a:cs typeface="Nunito"/>
              </a:defRPr>
            </a:pPr>
            <a:r>
              <a:rPr sz="2100" b="1">
                <a:solidFill>
                  <a:srgbClr val="4EE5FF"/>
                </a:solidFill>
                <a:latin typeface="Nunito"/>
                <a:ea typeface="Nunito"/>
                <a:cs typeface="Nunito"/>
              </a:rPr>
              <a:t>The writing task</a:t>
            </a:r>
          </a:p>
        </p:txBody>
      </p:sp>
      <p:sp>
        <p:nvSpPr>
          <p:cNvPr id="3" name="text-14">
            <a:extLst xmlns:a="http://schemas.openxmlformats.org/drawingml/2006/main">
              <a:ext uri="{FF2B5EF4-FFF2-40B4-BE49-F238E27FC236}">
                <a16:creationId xmlns:a16="http://schemas.microsoft.com/office/drawing/2014/main" id="{BFDDF572-A571-42A9-AB8C-B0B859B2F302}"/>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Should every student have a chance to take part in class sports games, even if they are not good at sports?</a:t>
            </a:r>
          </a:p>
        </p:txBody>
      </p:sp>
      <p:sp>
        <p:nvSpPr>
          <p:cNvPr id="4" name="text-15">
            <a:extLst xmlns:a="http://schemas.openxmlformats.org/drawingml/2006/main">
              <a:ext uri="{FF2B5EF4-FFF2-40B4-BE49-F238E27FC236}">
                <a16:creationId xmlns:a16="http://schemas.microsoft.com/office/drawing/2014/main" id="{1F04C206-8C83-4889-98B9-A61842B38BAA}"/>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כתבו את דעתכם ותמכו בה בנימוקים ובדוגמאות.</a:t>
            </a:r>
          </a:p>
        </p:txBody>
      </p:sp>
      <p:sp>
        <p:nvSpPr>
          <p:cNvPr id="5" name="text-16">
            <a:extLst xmlns:a="http://schemas.openxmlformats.org/drawingml/2006/main">
              <a:ext uri="{FF2B5EF4-FFF2-40B4-BE49-F238E27FC236}">
                <a16:creationId xmlns:a16="http://schemas.microsoft.com/office/drawing/2014/main" id="{6CC72814-9874-466E-8FC8-B928A59D0703}"/>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3 / 96</a:t>
            </a:r>
          </a:p>
        </p:txBody>
      </p:sp>
    </p:spTree>
    <p:extLst>
      <p:ext uri="{BB962C8B-B14F-4D97-AF65-F5344CB8AC3E}">
        <p14:creationId xmlns:p14="http://schemas.microsoft.com/office/powerpoint/2010/main" val="691544808"/>
      </p:ext>
    </p:extLst>
  </p:cSld>
</p:sld>
</file>

<file path=ppt/slides/slide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17">
            <a:extLst xmlns:a="http://schemas.openxmlformats.org/drawingml/2006/main">
              <a:ext uri="{FF2B5EF4-FFF2-40B4-BE49-F238E27FC236}">
                <a16:creationId xmlns:a16="http://schemas.microsoft.com/office/drawing/2014/main" id="{AC5E2BB7-5F8A-4356-8DCC-0B0A435463A1}"/>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bc09d31674ea4f97"/>
              </a:rPr>
              <a:t>⌂</a:t>
            </a:r>
          </a:p>
        </p:txBody>
      </p:sp>
      <p:sp>
        <p:nvSpPr>
          <p:cNvPr id="2" name="title-18">
            <a:extLst xmlns:a="http://schemas.openxmlformats.org/drawingml/2006/main">
              <a:ext uri="{FF2B5EF4-FFF2-40B4-BE49-F238E27FC236}">
                <a16:creationId xmlns:a16="http://schemas.microsoft.com/office/drawing/2014/main" id="{667D7C4E-8FB9-4686-BDC5-298F0E1AB3BE}"/>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מסגרת התרגול</a:t>
            </a:r>
          </a:p>
        </p:txBody>
      </p:sp>
      <p:sp>
        <p:nvSpPr>
          <p:cNvPr id="3" name="text-19">
            <a:extLst xmlns:a="http://schemas.openxmlformats.org/drawingml/2006/main">
              <a:ext uri="{FF2B5EF4-FFF2-40B4-BE49-F238E27FC236}">
                <a16:creationId xmlns:a16="http://schemas.microsoft.com/office/drawing/2014/main" id="{8ABF8565-BFC0-499B-B09C-099F9E9FF2D1}"/>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Introduction / Reason 1 / Reason 2 / Conclusion</a:t>
            </a:r>
          </a:p>
        </p:txBody>
      </p:sp>
      <p:sp>
        <p:nvSpPr>
          <p:cNvPr id="4" name="text-20">
            <a:extLst xmlns:a="http://schemas.openxmlformats.org/drawingml/2006/main">
              <a:ext uri="{FF2B5EF4-FFF2-40B4-BE49-F238E27FC236}">
                <a16:creationId xmlns:a16="http://schemas.microsoft.com/office/drawing/2014/main" id="{EDE9BCAB-8833-4BFD-A057-F240807698F3}"/>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120–140 מילים. היום נתאמן בארבע פסקאות.</a:t>
            </a:r>
          </a:p>
        </p:txBody>
      </p:sp>
      <p:sp>
        <p:nvSpPr>
          <p:cNvPr id="5" name="text-21">
            <a:extLst xmlns:a="http://schemas.openxmlformats.org/drawingml/2006/main">
              <a:ext uri="{FF2B5EF4-FFF2-40B4-BE49-F238E27FC236}">
                <a16:creationId xmlns:a16="http://schemas.microsoft.com/office/drawing/2014/main" id="{0EB980ED-3C62-4352-B964-943CE532B214}"/>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4 / 96</a:t>
            </a:r>
          </a:p>
        </p:txBody>
      </p:sp>
    </p:spTree>
    <p:extLst>
      <p:ext uri="{BB962C8B-B14F-4D97-AF65-F5344CB8AC3E}">
        <p14:creationId xmlns:p14="http://schemas.microsoft.com/office/powerpoint/2010/main" val="1870238335"/>
      </p:ext>
    </p:extLst>
  </p:cSld>
</p:sld>
</file>

<file path=ppt/slides/slide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22">
            <a:extLst xmlns:a="http://schemas.openxmlformats.org/drawingml/2006/main">
              <a:ext uri="{FF2B5EF4-FFF2-40B4-BE49-F238E27FC236}">
                <a16:creationId xmlns:a16="http://schemas.microsoft.com/office/drawing/2014/main" id="{ADA7114B-88DC-4220-8503-9C1C8C89A9B2}"/>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3404eea64c5a4ef5"/>
              </a:rPr>
              <a:t>⌂</a:t>
            </a:r>
          </a:p>
        </p:txBody>
      </p:sp>
      <p:sp>
        <p:nvSpPr>
          <p:cNvPr id="2" name="title-23">
            <a:extLst xmlns:a="http://schemas.openxmlformats.org/drawingml/2006/main">
              <a:ext uri="{FF2B5EF4-FFF2-40B4-BE49-F238E27FC236}">
                <a16:creationId xmlns:a16="http://schemas.microsoft.com/office/drawing/2014/main" id="{3D715051-A9D8-47BD-8389-A501840DD4B2}"/>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מה בדיוק מבקשים?</a:t>
            </a:r>
          </a:p>
        </p:txBody>
      </p:sp>
      <p:sp>
        <p:nvSpPr>
          <p:cNvPr id="3" name="text-24">
            <a:extLst xmlns:a="http://schemas.openxmlformats.org/drawingml/2006/main">
              <a:ext uri="{FF2B5EF4-FFF2-40B4-BE49-F238E27FC236}">
                <a16:creationId xmlns:a16="http://schemas.microsoft.com/office/drawing/2014/main" id="{DEC9A06C-FF26-41B2-91DA-109490369729}"/>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Our focus: participation in class games.</a:t>
            </a:r>
          </a:p>
        </p:txBody>
      </p:sp>
      <p:sp>
        <p:nvSpPr>
          <p:cNvPr id="4" name="text-25">
            <a:extLst xmlns:a="http://schemas.openxmlformats.org/drawingml/2006/main">
              <a:ext uri="{FF2B5EF4-FFF2-40B4-BE49-F238E27FC236}">
                <a16:creationId xmlns:a16="http://schemas.microsoft.com/office/drawing/2014/main" id="{9C91D676-BED3-47CE-AE80-35F11EF5BE07}"/>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עמדה על שיתוף במשחקי הכיתה, גם כשהיכולת שונה.</a:t>
            </a:r>
          </a:p>
        </p:txBody>
      </p:sp>
      <p:sp>
        <p:nvSpPr>
          <p:cNvPr id="5" name="text-26">
            <a:extLst xmlns:a="http://schemas.openxmlformats.org/drawingml/2006/main">
              <a:ext uri="{FF2B5EF4-FFF2-40B4-BE49-F238E27FC236}">
                <a16:creationId xmlns:a16="http://schemas.microsoft.com/office/drawing/2014/main" id="{E86D3BD9-5793-4535-8B0F-014C71384AE6}"/>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5 / 96</a:t>
            </a:r>
          </a:p>
        </p:txBody>
      </p:sp>
    </p:spTree>
    <p:extLst>
      <p:ext uri="{BB962C8B-B14F-4D97-AF65-F5344CB8AC3E}">
        <p14:creationId xmlns:p14="http://schemas.microsoft.com/office/powerpoint/2010/main" val="1678845507"/>
      </p:ext>
    </p:extLst>
  </p:cSld>
</p:sld>
</file>

<file path=ppt/slides/slide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27">
            <a:extLst xmlns:a="http://schemas.openxmlformats.org/drawingml/2006/main">
              <a:ext uri="{FF2B5EF4-FFF2-40B4-BE49-F238E27FC236}">
                <a16:creationId xmlns:a16="http://schemas.microsoft.com/office/drawing/2014/main" id="{7A6FAE1F-CA7A-4C05-A029-8E7CE0C85FB9}"/>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b682522ff3ec41ee"/>
              </a:rPr>
              <a:t>⌂</a:t>
            </a:r>
          </a:p>
        </p:txBody>
      </p:sp>
      <p:sp>
        <p:nvSpPr>
          <p:cNvPr id="2" name="title-28">
            <a:extLst xmlns:a="http://schemas.openxmlformats.org/drawingml/2006/main">
              <a:ext uri="{FF2B5EF4-FFF2-40B4-BE49-F238E27FC236}">
                <a16:creationId xmlns:a16="http://schemas.microsoft.com/office/drawing/2014/main" id="{C912CA6C-45E8-4E96-9036-A9A364FC702E}"/>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תכנון קצר</a:t>
            </a:r>
          </a:p>
        </p:txBody>
      </p:sp>
      <p:sp>
        <p:nvSpPr>
          <p:cNvPr id="3" name="text-29">
            <a:extLst xmlns:a="http://schemas.openxmlformats.org/drawingml/2006/main">
              <a:ext uri="{FF2B5EF4-FFF2-40B4-BE49-F238E27FC236}">
                <a16:creationId xmlns:a16="http://schemas.microsoft.com/office/drawing/2014/main" id="{60535766-EC6B-4065-B96F-F22AC318F12C}"/>
              </a:ext>
            </a:extLst>
          </p:cNvPr>
          <p:cNvSpPr>
            <a:spLocks xmlns:a="http://schemas.openxmlformats.org/drawingml/2006/main" noGrp="1"/>
          </p:cNvSpPr>
          <p:nvPr/>
        </p:nvSpPr>
        <p:spPr>
          <a:xfrm xmlns:a="http://schemas.openxmlformats.org/drawingml/2006/main">
            <a:off x="857250" y="1562100"/>
            <a:ext cx="10477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375" b="1">
                <a:solidFill>
                  <a:srgbClr val="F7F7F2"/>
                </a:solidFill>
                <a:latin typeface="Nunito"/>
                <a:ea typeface="Nunito"/>
                <a:cs typeface="Nunito"/>
              </a:defRPr>
            </a:pPr>
            <a:r>
              <a:rPr sz="3375" b="1">
                <a:solidFill>
                  <a:srgbClr val="F7F7F2"/>
                </a:solidFill>
                <a:latin typeface="Nunito"/>
                <a:ea typeface="Nunito"/>
                <a:cs typeface="Nunito"/>
              </a:rPr>
              <a:t>Write your opinion and two different reasons.</a:t>
            </a:r>
          </a:p>
        </p:txBody>
      </p:sp>
      <p:sp>
        <p:nvSpPr>
          <p:cNvPr id="4" name="text-30">
            <a:extLst xmlns:a="http://schemas.openxmlformats.org/drawingml/2006/main">
              <a:ext uri="{FF2B5EF4-FFF2-40B4-BE49-F238E27FC236}">
                <a16:creationId xmlns:a16="http://schemas.microsoft.com/office/drawing/2014/main" id="{786F81C1-36BD-4661-AD87-BC9A67063BEC}"/>
              </a:ext>
            </a:extLst>
          </p:cNvPr>
          <p:cNvSpPr>
            <a:spLocks xmlns:a="http://schemas.openxmlformats.org/drawingml/2006/main" noGrp="1"/>
          </p:cNvSpPr>
          <p:nvPr/>
        </p:nvSpPr>
        <p:spPr>
          <a:xfrm xmlns:a="http://schemas.openxmlformats.org/drawingml/2006/main">
            <a:off x="952500" y="3143250"/>
            <a:ext cx="1028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325" b="1" lang="he-IL">
                <a:solidFill>
                  <a:srgbClr val="A9BDD2"/>
                </a:solidFill>
                <a:latin typeface="Heebo"/>
                <a:ea typeface="Heebo"/>
                <a:cs typeface="Heebo"/>
              </a:defRPr>
            </a:pPr>
            <a:r>
              <a:rPr sz="2325" b="1" lang="he-IL">
                <a:solidFill>
                  <a:srgbClr val="A9BDD2"/>
                </a:solidFill>
                <a:latin typeface="Heebo"/>
                <a:ea typeface="Heebo"/>
                <a:cs typeface="Heebo"/>
              </a:rPr>
              <a:t>רק שלוש הערות קצרות. עדיין לא כותבים חיבור.</a:t>
            </a:r>
          </a:p>
        </p:txBody>
      </p:sp>
      <p:sp>
        <p:nvSpPr>
          <p:cNvPr id="5" name="text-31">
            <a:extLst xmlns:a="http://schemas.openxmlformats.org/drawingml/2006/main">
              <a:ext uri="{FF2B5EF4-FFF2-40B4-BE49-F238E27FC236}">
                <a16:creationId xmlns:a16="http://schemas.microsoft.com/office/drawing/2014/main" id="{5CAA51E5-0542-460B-8144-F5D028450A4F}"/>
              </a:ext>
            </a:extLst>
          </p:cNvPr>
          <p:cNvSpPr>
            <a:spLocks xmlns:a="http://schemas.openxmlformats.org/drawingml/2006/main" noGrp="1"/>
          </p:cNvSpPr>
          <p:nvPr/>
        </p:nvSpPr>
        <p:spPr>
          <a:xfrm xmlns:a="http://schemas.openxmlformats.org/drawingml/2006/main">
            <a:off x="952500" y="4343400"/>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375" b="1">
                <a:solidFill>
                  <a:srgbClr val="FFC857"/>
                </a:solidFill>
                <a:latin typeface="Nunito"/>
                <a:ea typeface="Nunito"/>
                <a:cs typeface="Nunito"/>
              </a:defRPr>
            </a:pPr>
            <a:r>
              <a:rPr sz="6375" b="1">
                <a:solidFill>
                  <a:srgbClr val="FFC857"/>
                </a:solidFill>
                <a:latin typeface="Nunito"/>
                <a:ea typeface="Nunito"/>
                <a:cs typeface="Nunito"/>
              </a:rPr>
              <a:t>01:30</a:t>
            </a:r>
          </a:p>
        </p:txBody>
      </p:sp>
      <p:sp>
        <p:nvSpPr>
          <p:cNvPr id="6" name="text-32">
            <a:extLst xmlns:a="http://schemas.openxmlformats.org/drawingml/2006/main">
              <a:ext uri="{FF2B5EF4-FFF2-40B4-BE49-F238E27FC236}">
                <a16:creationId xmlns:a16="http://schemas.microsoft.com/office/drawing/2014/main" id="{F06EEB2E-FF71-4D57-B4D3-506DB2194362}"/>
              </a:ext>
            </a:extLst>
          </p:cNvPr>
          <p:cNvSpPr>
            <a:spLocks xmlns:a="http://schemas.openxmlformats.org/drawingml/2006/main" noGrp="1"/>
          </p:cNvSpPr>
          <p:nvPr/>
        </p:nvSpPr>
        <p:spPr>
          <a:xfrm xmlns:a="http://schemas.openxmlformats.org/drawingml/2006/main">
            <a:off x="952500" y="5553075"/>
            <a:ext cx="1028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00" b="1" lang="he-IL">
                <a:solidFill>
                  <a:srgbClr val="4EE5FF"/>
                </a:solidFill>
                <a:latin typeface="Heebo"/>
                <a:ea typeface="Heebo"/>
                <a:cs typeface="Heebo"/>
              </a:defRPr>
            </a:pPr>
            <a:r>
              <a:rPr sz="1800" b="1" lang="he-IL">
                <a:solidFill>
                  <a:srgbClr val="4EE5FF"/>
                </a:solidFill>
                <a:latin typeface="Heebo"/>
                <a:ea typeface="Heebo"/>
                <a:cs typeface="Heebo"/>
                <a:hlinkClick xmlns:r="http://schemas.openxmlformats.org/officeDocument/2006/relationships" r:id="R2bff7d8edc994179"/>
              </a:rPr>
              <a:t>שעון פעיל במצגת באתר</a:t>
            </a:r>
          </a:p>
        </p:txBody>
      </p:sp>
      <p:sp>
        <p:nvSpPr>
          <p:cNvPr id="7" name="text-33">
            <a:extLst xmlns:a="http://schemas.openxmlformats.org/drawingml/2006/main">
              <a:ext uri="{FF2B5EF4-FFF2-40B4-BE49-F238E27FC236}">
                <a16:creationId xmlns:a16="http://schemas.microsoft.com/office/drawing/2014/main" id="{9D3D5ADE-1E2C-45E6-AA45-D81AEC7280F7}"/>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6 / 96</a:t>
            </a:r>
          </a:p>
        </p:txBody>
      </p:sp>
    </p:spTree>
    <p:extLst>
      <p:ext uri="{BB962C8B-B14F-4D97-AF65-F5344CB8AC3E}">
        <p14:creationId xmlns:p14="http://schemas.microsoft.com/office/powerpoint/2010/main" val="1663775439"/>
      </p:ext>
    </p:extLst>
  </p:cSld>
</p:sld>
</file>

<file path=ppt/slides/slide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34">
            <a:extLst xmlns:a="http://schemas.openxmlformats.org/drawingml/2006/main">
              <a:ext uri="{FF2B5EF4-FFF2-40B4-BE49-F238E27FC236}">
                <a16:creationId xmlns:a16="http://schemas.microsoft.com/office/drawing/2014/main" id="{639435CA-9C37-4405-96F5-DA4D6A81872C}"/>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8b8ee550d7214c62"/>
              </a:rPr>
              <a:t>⌂</a:t>
            </a:r>
          </a:p>
        </p:txBody>
      </p:sp>
      <p:sp>
        <p:nvSpPr>
          <p:cNvPr id="2" name="title-35">
            <a:extLst xmlns:a="http://schemas.openxmlformats.org/drawingml/2006/main">
              <a:ext uri="{FF2B5EF4-FFF2-40B4-BE49-F238E27FC236}">
                <a16:creationId xmlns:a16="http://schemas.microsoft.com/office/drawing/2014/main" id="{4CF7AB93-CB43-40F4-AC18-59281F2CBE37}"/>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תוכנית לדוגמה</a:t>
            </a:r>
          </a:p>
        </p:txBody>
      </p:sp>
      <p:sp>
        <p:nvSpPr>
          <p:cNvPr id="3" name="text-36">
            <a:extLst xmlns:a="http://schemas.openxmlformats.org/drawingml/2006/main">
              <a:ext uri="{FF2B5EF4-FFF2-40B4-BE49-F238E27FC236}">
                <a16:creationId xmlns:a16="http://schemas.microsoft.com/office/drawing/2014/main" id="{2B260FB3-59F5-4D5A-9010-9C39A4448408}"/>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Include everyone. Build friendships. Improve confidence.</a:t>
            </a:r>
          </a:p>
        </p:txBody>
      </p:sp>
      <p:sp>
        <p:nvSpPr>
          <p:cNvPr id="4" name="text-37">
            <a:extLst xmlns:a="http://schemas.openxmlformats.org/drawingml/2006/main">
              <a:ext uri="{FF2B5EF4-FFF2-40B4-BE49-F238E27FC236}">
                <a16:creationId xmlns:a16="http://schemas.microsoft.com/office/drawing/2014/main" id="{5B117BB6-6126-49A1-9C74-AF73CE7D1E5E}"/>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עמדה: לשתף את כולם. נימוק ראשון: חברות. נימוק שני: ביטחון עצמי.</a:t>
            </a:r>
          </a:p>
        </p:txBody>
      </p:sp>
      <p:sp>
        <p:nvSpPr>
          <p:cNvPr id="5" name="text-38">
            <a:extLst xmlns:a="http://schemas.openxmlformats.org/drawingml/2006/main">
              <a:ext uri="{FF2B5EF4-FFF2-40B4-BE49-F238E27FC236}">
                <a16:creationId xmlns:a16="http://schemas.microsoft.com/office/drawing/2014/main" id="{0E09DC06-AF49-410A-B25A-E3EFB482821F}"/>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7 / 96</a:t>
            </a:r>
          </a:p>
        </p:txBody>
      </p:sp>
    </p:spTree>
    <p:extLst>
      <p:ext uri="{BB962C8B-B14F-4D97-AF65-F5344CB8AC3E}">
        <p14:creationId xmlns:p14="http://schemas.microsoft.com/office/powerpoint/2010/main" val="1226105755"/>
      </p:ext>
    </p:extLst>
  </p:cSld>
</p:sld>
</file>

<file path=ppt/slides/slide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39">
            <a:extLst xmlns:a="http://schemas.openxmlformats.org/drawingml/2006/main">
              <a:ext uri="{FF2B5EF4-FFF2-40B4-BE49-F238E27FC236}">
                <a16:creationId xmlns:a16="http://schemas.microsoft.com/office/drawing/2014/main" id="{75698FA4-A387-4542-8FAA-D447FE17EF9F}"/>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aff601de1d2f4a3e"/>
              </a:rPr>
              <a:t>⌂</a:t>
            </a:r>
          </a:p>
        </p:txBody>
      </p:sp>
      <p:sp>
        <p:nvSpPr>
          <p:cNvPr id="2" name="title-40">
            <a:extLst xmlns:a="http://schemas.openxmlformats.org/drawingml/2006/main">
              <a:ext uri="{FF2B5EF4-FFF2-40B4-BE49-F238E27FC236}">
                <a16:creationId xmlns:a16="http://schemas.microsoft.com/office/drawing/2014/main" id="{D86EC80E-4962-4C4C-9189-23A6F0498C7F}"/>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e53ad61e3a6f44f2"/>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41">
            <a:extLst xmlns:a="http://schemas.openxmlformats.org/drawingml/2006/main">
              <a:ext uri="{FF2B5EF4-FFF2-40B4-BE49-F238E27FC236}">
                <a16:creationId xmlns:a16="http://schemas.microsoft.com/office/drawing/2014/main" id="{578A0DFD-50F8-48BA-AE7D-3631D1CF09A3}"/>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Planning is half the game. Aiming helps too.</a:t>
            </a:r>
          </a:p>
        </p:txBody>
      </p:sp>
      <p:sp>
        <p:nvSpPr>
          <p:cNvPr id="5" name="text-42">
            <a:extLst xmlns:a="http://schemas.openxmlformats.org/drawingml/2006/main">
              <a:ext uri="{FF2B5EF4-FFF2-40B4-BE49-F238E27FC236}">
                <a16:creationId xmlns:a16="http://schemas.microsoft.com/office/drawing/2014/main" id="{9EEB508E-8F84-43CB-AC39-2974F618A335}"/>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8 / 96</a:t>
            </a:r>
          </a:p>
        </p:txBody>
      </p:sp>
    </p:spTree>
    <p:extLst>
      <p:ext uri="{BB962C8B-B14F-4D97-AF65-F5344CB8AC3E}">
        <p14:creationId xmlns:p14="http://schemas.microsoft.com/office/powerpoint/2010/main" val="117333849"/>
      </p:ext>
    </p:extLst>
  </p:cSld>
</p:sld>
</file>

<file path=ppt/slides/slide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43">
            <a:extLst xmlns:a="http://schemas.openxmlformats.org/drawingml/2006/main">
              <a:ext uri="{FF2B5EF4-FFF2-40B4-BE49-F238E27FC236}">
                <a16:creationId xmlns:a16="http://schemas.microsoft.com/office/drawing/2014/main" id="{4BBCD088-B967-4257-AE66-7E94D093CB8F}"/>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cf0ece0a386540b6"/>
              </a:rPr>
              <a:t>⌂</a:t>
            </a:r>
          </a:p>
        </p:txBody>
      </p:sp>
      <p:sp>
        <p:nvSpPr>
          <p:cNvPr id="2" name="title-44">
            <a:extLst xmlns:a="http://schemas.openxmlformats.org/drawingml/2006/main">
              <a:ext uri="{FF2B5EF4-FFF2-40B4-BE49-F238E27FC236}">
                <a16:creationId xmlns:a16="http://schemas.microsoft.com/office/drawing/2014/main" id="{45597F9F-08C8-4767-B4EE-2C7B8BB20451}"/>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עמדה במשפט ברור</a:t>
            </a:r>
          </a:p>
        </p:txBody>
      </p:sp>
      <p:sp>
        <p:nvSpPr>
          <p:cNvPr id="3" name="text-45">
            <a:extLst xmlns:a="http://schemas.openxmlformats.org/drawingml/2006/main">
              <a:ext uri="{FF2B5EF4-FFF2-40B4-BE49-F238E27FC236}">
                <a16:creationId xmlns:a16="http://schemas.microsoft.com/office/drawing/2014/main" id="{13850750-187A-4BCF-ADCB-9AB7AB16B0FF}"/>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Every student should have a chance to join class games.</a:t>
            </a:r>
          </a:p>
        </p:txBody>
      </p:sp>
      <p:sp>
        <p:nvSpPr>
          <p:cNvPr id="4" name="text-46">
            <a:extLst xmlns:a="http://schemas.openxmlformats.org/drawingml/2006/main">
              <a:ext uri="{FF2B5EF4-FFF2-40B4-BE49-F238E27FC236}">
                <a16:creationId xmlns:a16="http://schemas.microsoft.com/office/drawing/2014/main" id="{C6FE0EAC-C998-4DA0-A7C8-A63B5A3ADFA7}"/>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נושא, פועל והמשך שמביעים עמדה.</a:t>
            </a:r>
          </a:p>
        </p:txBody>
      </p:sp>
      <p:sp>
        <p:nvSpPr>
          <p:cNvPr id="5" name="text-47">
            <a:extLst xmlns:a="http://schemas.openxmlformats.org/drawingml/2006/main">
              <a:ext uri="{FF2B5EF4-FFF2-40B4-BE49-F238E27FC236}">
                <a16:creationId xmlns:a16="http://schemas.microsoft.com/office/drawing/2014/main" id="{7F4FF8CD-BFF1-482C-BE9B-F144484BF4E8}"/>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9 / 96</a:t>
            </a:r>
          </a:p>
        </p:txBody>
      </p:sp>
    </p:spTree>
    <p:extLst>
      <p:ext uri="{BB962C8B-B14F-4D97-AF65-F5344CB8AC3E}">
        <p14:creationId xmlns:p14="http://schemas.microsoft.com/office/powerpoint/2010/main" val="1306317571"/>
      </p:ext>
    </p:extLst>
  </p:cSld>
</p:sld>
</file>

<file path=ppt/slides/slide1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48">
            <a:extLst xmlns:a="http://schemas.openxmlformats.org/drawingml/2006/main">
              <a:ext uri="{FF2B5EF4-FFF2-40B4-BE49-F238E27FC236}">
                <a16:creationId xmlns:a16="http://schemas.microsoft.com/office/drawing/2014/main" id="{9709FA2A-F3C6-456D-8708-E4EB4BFE43BF}"/>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47920224b2d0477f"/>
              </a:rPr>
              <a:t>⌂</a:t>
            </a:r>
          </a:p>
        </p:txBody>
      </p:sp>
      <p:sp>
        <p:nvSpPr>
          <p:cNvPr id="2" name="title-49">
            <a:extLst xmlns:a="http://schemas.openxmlformats.org/drawingml/2006/main">
              <a:ext uri="{FF2B5EF4-FFF2-40B4-BE49-F238E27FC236}">
                <a16:creationId xmlns:a16="http://schemas.microsoft.com/office/drawing/2014/main" id="{A5DCAD1D-B9D5-425F-8FF7-4D0FA343C8BD}"/>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פסקת פתיחה</a:t>
            </a:r>
          </a:p>
        </p:txBody>
      </p:sp>
      <p:sp>
        <p:nvSpPr>
          <p:cNvPr id="3" name="text-50">
            <a:extLst xmlns:a="http://schemas.openxmlformats.org/drawingml/2006/main">
              <a:ext uri="{FF2B5EF4-FFF2-40B4-BE49-F238E27FC236}">
                <a16:creationId xmlns:a16="http://schemas.microsoft.com/office/drawing/2014/main" id="{D40FBCB2-9AA8-4E26-9798-7E9BE643D786}"/>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850" b="1">
                <a:solidFill>
                  <a:srgbClr val="F7F7F2"/>
                </a:solidFill>
                <a:latin typeface="Nunito"/>
                <a:ea typeface="Nunito"/>
                <a:cs typeface="Nunito"/>
              </a:defRPr>
            </a:pPr>
            <a:r>
              <a:rPr sz="2850" b="1">
                <a:solidFill>
                  <a:srgbClr val="F7F7F2"/>
                </a:solidFill>
                <a:latin typeface="Nunito"/>
                <a:ea typeface="Nunito"/>
                <a:cs typeface="Nunito"/>
              </a:rPr>
              <a:t>Some students enjoy school sports, </a:t>
            </a:r>
            <a:r>
              <a:rPr sz="2850" b="1">
                <a:solidFill>
                  <a:srgbClr val="4EE5FF"/>
                </a:solidFill>
                <a:latin typeface="Nunito"/>
                <a:ea typeface="Nunito"/>
                <a:cs typeface="Nunito"/>
              </a:rPr>
              <a:t>while</a:t>
            </a:r>
            <a:r>
              <a:rPr sz="2850" b="1">
                <a:solidFill>
                  <a:srgbClr val="F7F7F2"/>
                </a:solidFill>
                <a:latin typeface="Nunito"/>
                <a:ea typeface="Nunito"/>
                <a:cs typeface="Nunito"/>
              </a:rPr>
              <a:t> others worry about making mistakes. </a:t>
            </a:r>
            <a:r>
              <a:rPr sz="2850" b="1">
                <a:solidFill>
                  <a:srgbClr val="4EE5FF"/>
                </a:solidFill>
                <a:latin typeface="Nunito"/>
                <a:ea typeface="Nunito"/>
                <a:cs typeface="Nunito"/>
              </a:rPr>
              <a:t>In my opinion</a:t>
            </a:r>
            <a:r>
              <a:rPr sz="2850" b="1">
                <a:solidFill>
                  <a:srgbClr val="F7F7F2"/>
                </a:solidFill>
                <a:latin typeface="Nunito"/>
                <a:ea typeface="Nunito"/>
                <a:cs typeface="Nunito"/>
              </a:rPr>
              <a:t>, every student should have a chance to join class games, regardless of ability.</a:t>
            </a:r>
          </a:p>
        </p:txBody>
      </p:sp>
      <p:sp>
        <p:nvSpPr>
          <p:cNvPr id="4" name="text-51">
            <a:extLst xmlns:a="http://schemas.openxmlformats.org/drawingml/2006/main">
              <a:ext uri="{FF2B5EF4-FFF2-40B4-BE49-F238E27FC236}">
                <a16:creationId xmlns:a16="http://schemas.microsoft.com/office/drawing/2014/main" id="{DA1429C5-E42C-46FC-A62E-F547157E20F0}"/>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10 / 96</a:t>
            </a:r>
          </a:p>
        </p:txBody>
      </p:sp>
    </p:spTree>
    <p:extLst>
      <p:ext uri="{BB962C8B-B14F-4D97-AF65-F5344CB8AC3E}">
        <p14:creationId xmlns:p14="http://schemas.microsoft.com/office/powerpoint/2010/main" val="2077407072"/>
      </p:ext>
    </p:extLst>
  </p:cSld>
</p:sld>
</file>

<file path=ppt/slides/slide1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2">
            <a:extLst xmlns:a="http://schemas.openxmlformats.org/drawingml/2006/main">
              <a:ext uri="{FF2B5EF4-FFF2-40B4-BE49-F238E27FC236}">
                <a16:creationId xmlns:a16="http://schemas.microsoft.com/office/drawing/2014/main" id="{68AAB970-A79B-4232-99EA-FD2C616D6890}"/>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4f5bce1e16a5483d"/>
              </a:rPr>
              <a:t>⌂</a:t>
            </a:r>
          </a:p>
        </p:txBody>
      </p:sp>
      <p:sp>
        <p:nvSpPr>
          <p:cNvPr id="2" name="title-53">
            <a:extLst xmlns:a="http://schemas.openxmlformats.org/drawingml/2006/main">
              <a:ext uri="{FF2B5EF4-FFF2-40B4-BE49-F238E27FC236}">
                <a16:creationId xmlns:a16="http://schemas.microsoft.com/office/drawing/2014/main" id="{5B3FFC3A-B132-4089-8F4F-547FC880378C}"/>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פסקת פתיחה</a:t>
            </a:r>
          </a:p>
        </p:txBody>
      </p:sp>
      <p:sp>
        <p:nvSpPr>
          <p:cNvPr id="3" name="text-54">
            <a:extLst xmlns:a="http://schemas.openxmlformats.org/drawingml/2006/main">
              <a:ext uri="{FF2B5EF4-FFF2-40B4-BE49-F238E27FC236}">
                <a16:creationId xmlns:a16="http://schemas.microsoft.com/office/drawing/2014/main" id="{012AC81A-8C3D-4D80-AFBF-ADE2310B0284}"/>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850" b="1">
                <a:solidFill>
                  <a:srgbClr val="F7F7F2"/>
                </a:solidFill>
                <a:latin typeface="Nunito"/>
                <a:ea typeface="Nunito"/>
                <a:cs typeface="Nunito"/>
              </a:defRPr>
            </a:pPr>
            <a:r>
              <a:rPr sz="2850" b="1">
                <a:solidFill>
                  <a:srgbClr val="F7F7F2"/>
                </a:solidFill>
                <a:latin typeface="Nunito"/>
                <a:ea typeface="Nunito"/>
                <a:cs typeface="Nunito"/>
              </a:rPr>
              <a:t>Some students enjoy school sports, </a:t>
            </a:r>
            <a:r>
              <a:rPr sz="2850" b="1">
                <a:solidFill>
                  <a:srgbClr val="4EE5FF"/>
                </a:solidFill>
                <a:latin typeface="Nunito"/>
                <a:ea typeface="Nunito"/>
                <a:cs typeface="Nunito"/>
              </a:rPr>
              <a:t>while</a:t>
            </a:r>
            <a:r>
              <a:rPr sz="2850" b="1">
                <a:solidFill>
                  <a:srgbClr val="F7F7F2"/>
                </a:solidFill>
                <a:latin typeface="Nunito"/>
                <a:ea typeface="Nunito"/>
                <a:cs typeface="Nunito"/>
              </a:rPr>
              <a:t> others worry about making mistakes. </a:t>
            </a:r>
            <a:r>
              <a:rPr sz="2850" b="1">
                <a:solidFill>
                  <a:srgbClr val="4EE5FF"/>
                </a:solidFill>
                <a:latin typeface="Nunito"/>
                <a:ea typeface="Nunito"/>
                <a:cs typeface="Nunito"/>
              </a:rPr>
              <a:t>In my opinion</a:t>
            </a:r>
            <a:r>
              <a:rPr sz="2850" b="1">
                <a:solidFill>
                  <a:srgbClr val="F7F7F2"/>
                </a:solidFill>
                <a:latin typeface="Nunito"/>
                <a:ea typeface="Nunito"/>
                <a:cs typeface="Nunito"/>
              </a:rPr>
              <a:t>, every student should have a chance to join class games, regardless of ability.</a:t>
            </a:r>
          </a:p>
        </p:txBody>
      </p:sp>
      <p:sp>
        <p:nvSpPr>
          <p:cNvPr id="4" name="text-55">
            <a:extLst xmlns:a="http://schemas.openxmlformats.org/drawingml/2006/main">
              <a:ext uri="{FF2B5EF4-FFF2-40B4-BE49-F238E27FC236}">
                <a16:creationId xmlns:a16="http://schemas.microsoft.com/office/drawing/2014/main" id="{C47FA2C4-464C-4DB1-8277-233A6D5597F5}"/>
              </a:ext>
            </a:extLst>
          </p:cNvPr>
          <p:cNvSpPr>
            <a:spLocks xmlns:a="http://schemas.openxmlformats.org/drawingml/2006/main" noGrp="1"/>
          </p:cNvSpPr>
          <p:nvPr/>
        </p:nvSpPr>
        <p:spPr>
          <a:xfrm xmlns:a="http://schemas.openxmlformats.org/drawingml/2006/main">
            <a:off x="876300" y="4391025"/>
            <a:ext cx="104394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DFFF5B"/>
                </a:solidFill>
                <a:latin typeface="Heebo"/>
                <a:ea typeface="Heebo"/>
                <a:cs typeface="Heebo"/>
              </a:defRPr>
            </a:pPr>
            <a:r>
              <a:rPr sz="2475" b="1" lang="he-IL">
                <a:solidFill>
                  <a:srgbClr val="DFFF5B"/>
                </a:solidFill>
                <a:latin typeface="Heebo"/>
                <a:ea typeface="Heebo"/>
                <a:cs typeface="Heebo"/>
              </a:rPr>
              <a:t>יש תלמידים שנהנים מספורט בבית הספר, ואחרים חוששים לטעות. לדעתי, לכל תלמיד צריכה להיות הזדמנות להשתתף במשחקי הכיתה, בלי קשר ליכולת.</a:t>
            </a:r>
          </a:p>
        </p:txBody>
      </p:sp>
      <p:sp>
        <p:nvSpPr>
          <p:cNvPr id="5" name="text-56">
            <a:extLst xmlns:a="http://schemas.openxmlformats.org/drawingml/2006/main">
              <a:ext uri="{FF2B5EF4-FFF2-40B4-BE49-F238E27FC236}">
                <a16:creationId xmlns:a16="http://schemas.microsoft.com/office/drawing/2014/main" id="{09B57129-8664-43ED-98D6-EDEA62F68170}"/>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11 / 96</a:t>
            </a:r>
          </a:p>
        </p:txBody>
      </p:sp>
    </p:spTree>
    <p:extLst>
      <p:ext uri="{BB962C8B-B14F-4D97-AF65-F5344CB8AC3E}">
        <p14:creationId xmlns:p14="http://schemas.microsoft.com/office/powerpoint/2010/main" val="863133706"/>
      </p:ext>
    </p:extLst>
  </p:cSld>
</p:sld>
</file>

<file path=ppt/slides/slide1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57">
            <a:extLst xmlns:a="http://schemas.openxmlformats.org/drawingml/2006/main">
              <a:ext uri="{FF2B5EF4-FFF2-40B4-BE49-F238E27FC236}">
                <a16:creationId xmlns:a16="http://schemas.microsoft.com/office/drawing/2014/main" id="{BB7CA44E-C603-4BD8-B83B-F18E1DAE29F2}"/>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4fe873944b714dff"/>
              </a:rPr>
              <a:t>⌂</a:t>
            </a:r>
          </a:p>
        </p:txBody>
      </p:sp>
      <p:sp>
        <p:nvSpPr>
          <p:cNvPr id="2" name="title-58">
            <a:extLst xmlns:a="http://schemas.openxmlformats.org/drawingml/2006/main">
              <a:ext uri="{FF2B5EF4-FFF2-40B4-BE49-F238E27FC236}">
                <a16:creationId xmlns:a16="http://schemas.microsoft.com/office/drawing/2014/main" id="{74918487-22B2-4A1A-9D15-27AE18CC2B85}"/>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עמדה ממוקדת</a:t>
            </a:r>
          </a:p>
        </p:txBody>
      </p:sp>
      <p:sp>
        <p:nvSpPr>
          <p:cNvPr id="3" name="text-59">
            <a:extLst xmlns:a="http://schemas.openxmlformats.org/drawingml/2006/main">
              <a:ext uri="{FF2B5EF4-FFF2-40B4-BE49-F238E27FC236}">
                <a16:creationId xmlns:a16="http://schemas.microsoft.com/office/drawing/2014/main" id="{E986F5EA-DBD2-412C-8C88-D2798FAD7DC9}"/>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sentence directly answers the task?</a:t>
            </a:r>
          </a:p>
        </p:txBody>
      </p:sp>
      <p:sp>
        <p:nvSpPr>
          <p:cNvPr id="4" name="text-60">
            <a:extLst xmlns:a="http://schemas.openxmlformats.org/drawingml/2006/main">
              <a:ext uri="{FF2B5EF4-FFF2-40B4-BE49-F238E27FC236}">
                <a16:creationId xmlns:a16="http://schemas.microsoft.com/office/drawing/2014/main" id="{4140F5AB-5328-4303-ADC6-37AB13352E81}"/>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Sport is very popular around the world.</a:t>
            </a:r>
          </a:p>
        </p:txBody>
      </p:sp>
      <p:sp>
        <p:nvSpPr>
          <p:cNvPr id="5" name="text-61">
            <a:extLst xmlns:a="http://schemas.openxmlformats.org/drawingml/2006/main">
              <a:ext uri="{FF2B5EF4-FFF2-40B4-BE49-F238E27FC236}">
                <a16:creationId xmlns:a16="http://schemas.microsoft.com/office/drawing/2014/main" id="{33CB199F-9FEB-4C20-B794-9C23E97BD722}"/>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B   Every classmate should have a chance to join the game.</a:t>
            </a:r>
          </a:p>
        </p:txBody>
      </p:sp>
      <p:sp>
        <p:nvSpPr>
          <p:cNvPr id="6" name="text-62">
            <a:extLst xmlns:a="http://schemas.openxmlformats.org/drawingml/2006/main">
              <a:ext uri="{FF2B5EF4-FFF2-40B4-BE49-F238E27FC236}">
                <a16:creationId xmlns:a16="http://schemas.microsoft.com/office/drawing/2014/main" id="{15049BE1-AA5D-4845-AF98-289CED8B678C}"/>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There are many different kinds of sports.</a:t>
            </a:r>
          </a:p>
        </p:txBody>
      </p:sp>
      <p:sp>
        <p:nvSpPr>
          <p:cNvPr id="7" name="text-63">
            <a:extLst xmlns:a="http://schemas.openxmlformats.org/drawingml/2006/main">
              <a:ext uri="{FF2B5EF4-FFF2-40B4-BE49-F238E27FC236}">
                <a16:creationId xmlns:a16="http://schemas.microsoft.com/office/drawing/2014/main" id="{D600FC11-12ED-4475-99B7-B7E369103AB1}"/>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12 / 96</a:t>
            </a:r>
          </a:p>
        </p:txBody>
      </p:sp>
    </p:spTree>
    <p:extLst>
      <p:ext uri="{BB962C8B-B14F-4D97-AF65-F5344CB8AC3E}">
        <p14:creationId xmlns:p14="http://schemas.microsoft.com/office/powerpoint/2010/main" val="1077416720"/>
      </p:ext>
    </p:extLst>
  </p:cSld>
</p:sld>
</file>

<file path=ppt/slides/slide1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9" name="text-64">
            <a:extLst xmlns:a="http://schemas.openxmlformats.org/drawingml/2006/main">
              <a:ext uri="{FF2B5EF4-FFF2-40B4-BE49-F238E27FC236}">
                <a16:creationId xmlns:a16="http://schemas.microsoft.com/office/drawing/2014/main" id="{31484CCB-7F61-4E1F-BFB6-ABA62E5ACE99}"/>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f2d5b1aa53bc414a"/>
              </a:rPr>
              <a:t>⌂</a:t>
            </a:r>
          </a:p>
        </p:txBody>
      </p:sp>
      <p:sp>
        <p:nvSpPr>
          <p:cNvPr id="2" name="title-65">
            <a:extLst xmlns:a="http://schemas.openxmlformats.org/drawingml/2006/main">
              <a:ext uri="{FF2B5EF4-FFF2-40B4-BE49-F238E27FC236}">
                <a16:creationId xmlns:a16="http://schemas.microsoft.com/office/drawing/2014/main" id="{6891D650-6DF1-46DF-BC88-4793134F85BA}"/>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עמדה ממוקדת</a:t>
            </a:r>
          </a:p>
        </p:txBody>
      </p:sp>
      <p:sp>
        <p:nvSpPr>
          <p:cNvPr id="3" name="text-66">
            <a:extLst xmlns:a="http://schemas.openxmlformats.org/drawingml/2006/main">
              <a:ext uri="{FF2B5EF4-FFF2-40B4-BE49-F238E27FC236}">
                <a16:creationId xmlns:a16="http://schemas.microsoft.com/office/drawing/2014/main" id="{D3FA3664-E85B-4307-8A7C-FCBF0D942F61}"/>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sentence directly answers the task?</a:t>
            </a:r>
          </a:p>
        </p:txBody>
      </p:sp>
      <p:sp>
        <p:nvSpPr>
          <p:cNvPr id="4" name="text-67">
            <a:extLst xmlns:a="http://schemas.openxmlformats.org/drawingml/2006/main">
              <a:ext uri="{FF2B5EF4-FFF2-40B4-BE49-F238E27FC236}">
                <a16:creationId xmlns:a16="http://schemas.microsoft.com/office/drawing/2014/main" id="{609A82DE-F81A-4D64-ACE7-0880FC65E133}"/>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Sport is very popular around the world.</a:t>
            </a:r>
          </a:p>
        </p:txBody>
      </p:sp>
      <p:sp>
        <p:nvSpPr>
          <p:cNvPr id="5" name="text-68">
            <a:extLst xmlns:a="http://schemas.openxmlformats.org/drawingml/2006/main">
              <a:ext uri="{FF2B5EF4-FFF2-40B4-BE49-F238E27FC236}">
                <a16:creationId xmlns:a16="http://schemas.microsoft.com/office/drawing/2014/main" id="{3291C014-4A30-48DB-A82A-694C0574BCD6}"/>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DFFF5B"/>
                </a:solidFill>
                <a:latin typeface="Nunito"/>
                <a:ea typeface="Nunito"/>
                <a:cs typeface="Nunito"/>
              </a:defRPr>
            </a:pPr>
            <a:r>
              <a:rPr sz="2325" b="1">
                <a:solidFill>
                  <a:srgbClr val="DFFF5B"/>
                </a:solidFill>
                <a:latin typeface="Nunito"/>
                <a:ea typeface="Nunito"/>
                <a:cs typeface="Nunito"/>
              </a:rPr>
              <a:t>B   Every classmate should have a chance to join the game.</a:t>
            </a:r>
          </a:p>
        </p:txBody>
      </p:sp>
      <p:sp>
        <p:nvSpPr>
          <p:cNvPr id="6" name="text-69">
            <a:extLst xmlns:a="http://schemas.openxmlformats.org/drawingml/2006/main">
              <a:ext uri="{FF2B5EF4-FFF2-40B4-BE49-F238E27FC236}">
                <a16:creationId xmlns:a16="http://schemas.microsoft.com/office/drawing/2014/main" id="{D288C83F-D128-4C93-9779-9908AC9AEE70}"/>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There are many different kinds of sports.</a:t>
            </a:r>
          </a:p>
        </p:txBody>
      </p:sp>
      <p:sp>
        <p:nvSpPr>
          <p:cNvPr id="7" name="text-70">
            <a:extLst xmlns:a="http://schemas.openxmlformats.org/drawingml/2006/main">
              <a:ext uri="{FF2B5EF4-FFF2-40B4-BE49-F238E27FC236}">
                <a16:creationId xmlns:a16="http://schemas.microsoft.com/office/drawing/2014/main" id="{FA066729-C61A-41D1-B842-8140F890E5DF}"/>
              </a:ext>
            </a:extLst>
          </p:cNvPr>
          <p:cNvSpPr>
            <a:spLocks xmlns:a="http://schemas.openxmlformats.org/drawingml/2006/main" noGrp="1"/>
          </p:cNvSpPr>
          <p:nvPr/>
        </p:nvSpPr>
        <p:spPr>
          <a:xfrm xmlns:a="http://schemas.openxmlformats.org/drawingml/2006/main">
            <a:off x="904875" y="5143500"/>
            <a:ext cx="103822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DFFF5B"/>
                </a:solidFill>
                <a:latin typeface="Heebo"/>
                <a:ea typeface="Heebo"/>
                <a:cs typeface="Heebo"/>
              </a:defRPr>
            </a:pPr>
            <a:r>
              <a:rPr sz="2100" b="1" lang="he-IL">
                <a:solidFill>
                  <a:srgbClr val="DFFF5B"/>
                </a:solidFill>
                <a:latin typeface="Heebo"/>
                <a:ea typeface="Heebo"/>
                <a:cs typeface="Heebo"/>
              </a:rPr>
              <a:t>האפשרות השנייה עונה לשאלה על שיתוף תלמידים במשחק. משפט כללי על ספורט אינו מספיק.</a:t>
            </a:r>
          </a:p>
        </p:txBody>
      </p:sp>
      <p:sp>
        <p:nvSpPr>
          <p:cNvPr id="8" name="text-71">
            <a:extLst xmlns:a="http://schemas.openxmlformats.org/drawingml/2006/main">
              <a:ext uri="{FF2B5EF4-FFF2-40B4-BE49-F238E27FC236}">
                <a16:creationId xmlns:a16="http://schemas.microsoft.com/office/drawing/2014/main" id="{ACD1150F-00E7-4566-9EDB-4BAC46EEE6C6}"/>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13 / 96</a:t>
            </a:r>
          </a:p>
        </p:txBody>
      </p:sp>
    </p:spTree>
    <p:extLst>
      <p:ext uri="{BB962C8B-B14F-4D97-AF65-F5344CB8AC3E}">
        <p14:creationId xmlns:p14="http://schemas.microsoft.com/office/powerpoint/2010/main" val="1633950755"/>
      </p:ext>
    </p:extLst>
  </p:cSld>
</p:sld>
</file>

<file path=ppt/slides/slide1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72">
            <a:extLst xmlns:a="http://schemas.openxmlformats.org/drawingml/2006/main">
              <a:ext uri="{FF2B5EF4-FFF2-40B4-BE49-F238E27FC236}">
                <a16:creationId xmlns:a16="http://schemas.microsoft.com/office/drawing/2014/main" id="{C9B10C58-8EC8-4186-ADC4-8AEE62F48DF1}"/>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e29322aaf78a45b0"/>
              </a:rPr>
              <a:t>⌂</a:t>
            </a:r>
          </a:p>
        </p:txBody>
      </p:sp>
      <p:sp>
        <p:nvSpPr>
          <p:cNvPr id="2" name="title-73">
            <a:extLst xmlns:a="http://schemas.openxmlformats.org/drawingml/2006/main">
              <a:ext uri="{FF2B5EF4-FFF2-40B4-BE49-F238E27FC236}">
                <a16:creationId xmlns:a16="http://schemas.microsoft.com/office/drawing/2014/main" id="{2DCA404D-C8BA-4F68-972B-51D7F2B9E16B}"/>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076a4f386cb04c76"/>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74">
            <a:extLst xmlns:a="http://schemas.openxmlformats.org/drawingml/2006/main">
              <a:ext uri="{FF2B5EF4-FFF2-40B4-BE49-F238E27FC236}">
                <a16:creationId xmlns:a16="http://schemas.microsoft.com/office/drawing/2014/main" id="{674137A1-BC41-4AC4-BE3F-6D1008D8365F}"/>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He has read half the message. He has formed a whole opinion.</a:t>
            </a:r>
          </a:p>
        </p:txBody>
      </p:sp>
      <p:sp>
        <p:nvSpPr>
          <p:cNvPr id="5" name="text-75">
            <a:extLst xmlns:a="http://schemas.openxmlformats.org/drawingml/2006/main">
              <a:ext uri="{FF2B5EF4-FFF2-40B4-BE49-F238E27FC236}">
                <a16:creationId xmlns:a16="http://schemas.microsoft.com/office/drawing/2014/main" id="{66D32357-E86F-4809-8FCB-66F95CE49193}"/>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14 / 96</a:t>
            </a:r>
          </a:p>
        </p:txBody>
      </p:sp>
    </p:spTree>
    <p:extLst>
      <p:ext uri="{BB962C8B-B14F-4D97-AF65-F5344CB8AC3E}">
        <p14:creationId xmlns:p14="http://schemas.microsoft.com/office/powerpoint/2010/main" val="333974117"/>
      </p:ext>
    </p:extLst>
  </p:cSld>
</p:sld>
</file>

<file path=ppt/slides/slide1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76">
            <a:extLst xmlns:a="http://schemas.openxmlformats.org/drawingml/2006/main">
              <a:ext uri="{FF2B5EF4-FFF2-40B4-BE49-F238E27FC236}">
                <a16:creationId xmlns:a16="http://schemas.microsoft.com/office/drawing/2014/main" id="{5D7EC266-49B7-4BB6-BC3E-43E107AF1B0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a3835e7000d24fd6"/>
              </a:rPr>
              <a:t>⌂</a:t>
            </a:r>
          </a:p>
        </p:txBody>
      </p:sp>
      <p:sp>
        <p:nvSpPr>
          <p:cNvPr id="2" name="title-77">
            <a:extLst xmlns:a="http://schemas.openxmlformats.org/drawingml/2006/main">
              <a:ext uri="{FF2B5EF4-FFF2-40B4-BE49-F238E27FC236}">
                <a16:creationId xmlns:a16="http://schemas.microsoft.com/office/drawing/2014/main" id="{3E81A9A4-D5D7-463F-B9FE-FFEC5260C451}"/>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פסקת נימוק</a:t>
            </a:r>
          </a:p>
        </p:txBody>
      </p:sp>
      <p:sp>
        <p:nvSpPr>
          <p:cNvPr id="3" name="text-78">
            <a:extLst xmlns:a="http://schemas.openxmlformats.org/drawingml/2006/main">
              <a:ext uri="{FF2B5EF4-FFF2-40B4-BE49-F238E27FC236}">
                <a16:creationId xmlns:a16="http://schemas.microsoft.com/office/drawing/2014/main" id="{86D7B52A-DCC1-4F7B-8AC1-63D17CEF4643}"/>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Reason + explanation + example</a:t>
            </a:r>
          </a:p>
        </p:txBody>
      </p:sp>
      <p:sp>
        <p:nvSpPr>
          <p:cNvPr id="4" name="text-79">
            <a:extLst xmlns:a="http://schemas.openxmlformats.org/drawingml/2006/main">
              <a:ext uri="{FF2B5EF4-FFF2-40B4-BE49-F238E27FC236}">
                <a16:creationId xmlns:a16="http://schemas.microsoft.com/office/drawing/2014/main" id="{D16376B7-D4FE-4742-BE6A-FA8977120EFF}"/>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כל פסקת גוף מפתחת רעיון אחד: נימוק, הסבר ואז דוגמה.</a:t>
            </a:r>
          </a:p>
        </p:txBody>
      </p:sp>
      <p:sp>
        <p:nvSpPr>
          <p:cNvPr id="5" name="text-80">
            <a:extLst xmlns:a="http://schemas.openxmlformats.org/drawingml/2006/main">
              <a:ext uri="{FF2B5EF4-FFF2-40B4-BE49-F238E27FC236}">
                <a16:creationId xmlns:a16="http://schemas.microsoft.com/office/drawing/2014/main" id="{DFC0626C-4133-4717-8BE5-1B7B1179A5A1}"/>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15 / 96</a:t>
            </a:r>
          </a:p>
        </p:txBody>
      </p:sp>
    </p:spTree>
    <p:extLst>
      <p:ext uri="{BB962C8B-B14F-4D97-AF65-F5344CB8AC3E}">
        <p14:creationId xmlns:p14="http://schemas.microsoft.com/office/powerpoint/2010/main" val="408964565"/>
      </p:ext>
    </p:extLst>
  </p:cSld>
</p:sld>
</file>

<file path=ppt/slides/slide1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81">
            <a:extLst xmlns:a="http://schemas.openxmlformats.org/drawingml/2006/main">
              <a:ext uri="{FF2B5EF4-FFF2-40B4-BE49-F238E27FC236}">
                <a16:creationId xmlns:a16="http://schemas.microsoft.com/office/drawing/2014/main" id="{9CA16753-54C2-4B83-8C85-3C6F871F2D26}"/>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56e36e2c2fec4bc0"/>
              </a:rPr>
              <a:t>⌂</a:t>
            </a:r>
          </a:p>
        </p:txBody>
      </p:sp>
      <p:sp>
        <p:nvSpPr>
          <p:cNvPr id="2" name="title-82">
            <a:extLst xmlns:a="http://schemas.openxmlformats.org/drawingml/2006/main">
              <a:ext uri="{FF2B5EF4-FFF2-40B4-BE49-F238E27FC236}">
                <a16:creationId xmlns:a16="http://schemas.microsoft.com/office/drawing/2014/main" id="{C203C268-A76F-419D-B1B1-07E9DDE0B62C}"/>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Gerund כנושא המשפט</a:t>
            </a:r>
          </a:p>
        </p:txBody>
      </p:sp>
      <p:sp>
        <p:nvSpPr>
          <p:cNvPr id="3" name="text-83">
            <a:extLst xmlns:a="http://schemas.openxmlformats.org/drawingml/2006/main">
              <a:ext uri="{FF2B5EF4-FFF2-40B4-BE49-F238E27FC236}">
                <a16:creationId xmlns:a16="http://schemas.microsoft.com/office/drawing/2014/main" id="{BFD74391-09F0-456B-843B-3F05B8E3494C}"/>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84">
            <a:extLst xmlns:a="http://schemas.openxmlformats.org/drawingml/2006/main">
              <a:ext uri="{FF2B5EF4-FFF2-40B4-BE49-F238E27FC236}">
                <a16:creationId xmlns:a16="http://schemas.microsoft.com/office/drawing/2014/main" id="{61929E2A-230B-4709-B93B-1095401964E1}"/>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4EE5FF"/>
                </a:solidFill>
                <a:latin typeface="Nunito"/>
                <a:ea typeface="Nunito"/>
                <a:cs typeface="Nunito"/>
              </a:rPr>
              <a:t>Playing together</a:t>
            </a:r>
            <a:r>
              <a:rPr sz="3450" b="1">
                <a:solidFill>
                  <a:srgbClr val="F7F7F2"/>
                </a:solidFill>
                <a:latin typeface="Nunito"/>
                <a:ea typeface="Nunito"/>
                <a:cs typeface="Nunito"/>
              </a:rPr>
              <a:t> </a:t>
            </a:r>
            <a:r>
              <a:rPr sz="3450" b="1">
                <a:solidFill>
                  <a:srgbClr val="4EE5FF"/>
                </a:solidFill>
                <a:latin typeface="Nunito"/>
                <a:ea typeface="Nunito"/>
                <a:cs typeface="Nunito"/>
              </a:rPr>
              <a:t>helps</a:t>
            </a:r>
            <a:r>
              <a:rPr sz="3450" b="1">
                <a:solidFill>
                  <a:srgbClr val="F7F7F2"/>
                </a:solidFill>
                <a:latin typeface="Nunito"/>
                <a:ea typeface="Nunito"/>
                <a:cs typeface="Nunito"/>
              </a:rPr>
              <a:t> students build friendships.</a:t>
            </a:r>
          </a:p>
        </p:txBody>
      </p:sp>
      <p:sp>
        <p:nvSpPr>
          <p:cNvPr id="5" name="text-85">
            <a:extLst xmlns:a="http://schemas.openxmlformats.org/drawingml/2006/main">
              <a:ext uri="{FF2B5EF4-FFF2-40B4-BE49-F238E27FC236}">
                <a16:creationId xmlns:a16="http://schemas.microsoft.com/office/drawing/2014/main" id="{22A37B9C-5B14-4085-934F-1E2481BA9528}"/>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16 / 96</a:t>
            </a:r>
          </a:p>
        </p:txBody>
      </p:sp>
    </p:spTree>
    <p:extLst>
      <p:ext uri="{BB962C8B-B14F-4D97-AF65-F5344CB8AC3E}">
        <p14:creationId xmlns:p14="http://schemas.microsoft.com/office/powerpoint/2010/main" val="48551760"/>
      </p:ext>
    </p:extLst>
  </p:cSld>
</p:sld>
</file>

<file path=ppt/slides/slide1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7" name="text-86">
            <a:extLst xmlns:a="http://schemas.openxmlformats.org/drawingml/2006/main">
              <a:ext uri="{FF2B5EF4-FFF2-40B4-BE49-F238E27FC236}">
                <a16:creationId xmlns:a16="http://schemas.microsoft.com/office/drawing/2014/main" id="{3FC3C1E4-AA34-4DC9-9345-A88AF2542BD9}"/>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dc776b3935d94de5"/>
              </a:rPr>
              <a:t>⌂</a:t>
            </a:r>
          </a:p>
        </p:txBody>
      </p:sp>
      <p:sp>
        <p:nvSpPr>
          <p:cNvPr id="2" name="title-87">
            <a:extLst xmlns:a="http://schemas.openxmlformats.org/drawingml/2006/main">
              <a:ext uri="{FF2B5EF4-FFF2-40B4-BE49-F238E27FC236}">
                <a16:creationId xmlns:a16="http://schemas.microsoft.com/office/drawing/2014/main" id="{1FF8F274-5869-4A4C-A81A-BE1DF1D69C66}"/>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Gerund כנושא המשפט</a:t>
            </a:r>
          </a:p>
        </p:txBody>
      </p:sp>
      <p:sp>
        <p:nvSpPr>
          <p:cNvPr id="3" name="text-88">
            <a:extLst xmlns:a="http://schemas.openxmlformats.org/drawingml/2006/main">
              <a:ext uri="{FF2B5EF4-FFF2-40B4-BE49-F238E27FC236}">
                <a16:creationId xmlns:a16="http://schemas.microsoft.com/office/drawing/2014/main" id="{222F6ECA-5CE6-4BE0-9C47-973D4374EB14}"/>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89">
            <a:extLst xmlns:a="http://schemas.openxmlformats.org/drawingml/2006/main">
              <a:ext uri="{FF2B5EF4-FFF2-40B4-BE49-F238E27FC236}">
                <a16:creationId xmlns:a16="http://schemas.microsoft.com/office/drawing/2014/main" id="{1B021DE8-4D8B-427F-ADA6-D87D6ADFAF6F}"/>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4EE5FF"/>
                </a:solidFill>
                <a:latin typeface="Nunito"/>
                <a:ea typeface="Nunito"/>
                <a:cs typeface="Nunito"/>
              </a:rPr>
              <a:t>Playing together</a:t>
            </a:r>
            <a:r>
              <a:rPr sz="3450" b="1">
                <a:solidFill>
                  <a:srgbClr val="F7F7F2"/>
                </a:solidFill>
                <a:latin typeface="Nunito"/>
                <a:ea typeface="Nunito"/>
                <a:cs typeface="Nunito"/>
              </a:rPr>
              <a:t> </a:t>
            </a:r>
            <a:r>
              <a:rPr sz="3450" b="1">
                <a:solidFill>
                  <a:srgbClr val="4EE5FF"/>
                </a:solidFill>
                <a:latin typeface="Nunito"/>
                <a:ea typeface="Nunito"/>
                <a:cs typeface="Nunito"/>
              </a:rPr>
              <a:t>helps</a:t>
            </a:r>
            <a:r>
              <a:rPr sz="3450" b="1">
                <a:solidFill>
                  <a:srgbClr val="F7F7F2"/>
                </a:solidFill>
                <a:latin typeface="Nunito"/>
                <a:ea typeface="Nunito"/>
                <a:cs typeface="Nunito"/>
              </a:rPr>
              <a:t> students build friendships.</a:t>
            </a:r>
          </a:p>
        </p:txBody>
      </p:sp>
      <p:sp>
        <p:nvSpPr>
          <p:cNvPr id="5" name="text-90">
            <a:extLst xmlns:a="http://schemas.openxmlformats.org/drawingml/2006/main">
              <a:ext uri="{FF2B5EF4-FFF2-40B4-BE49-F238E27FC236}">
                <a16:creationId xmlns:a16="http://schemas.microsoft.com/office/drawing/2014/main" id="{A5014D0D-210D-4FD3-BC2D-0E53253E015F}"/>
              </a:ext>
            </a:extLst>
          </p:cNvPr>
          <p:cNvSpPr>
            <a:spLocks xmlns:a="http://schemas.openxmlformats.org/drawingml/2006/main" noGrp="1"/>
          </p:cNvSpPr>
          <p:nvPr/>
        </p:nvSpPr>
        <p:spPr>
          <a:xfrm xmlns:a="http://schemas.openxmlformats.org/drawingml/2006/main">
            <a:off x="876300" y="4391025"/>
            <a:ext cx="104394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DFFF5B"/>
                </a:solidFill>
                <a:latin typeface="Heebo"/>
                <a:ea typeface="Heebo"/>
                <a:cs typeface="Heebo"/>
              </a:defRPr>
            </a:pPr>
            <a:r>
              <a:rPr sz="2475" b="1" lang="he-IL">
                <a:solidFill>
                  <a:srgbClr val="DFFF5B"/>
                </a:solidFill>
                <a:latin typeface="Heebo"/>
                <a:ea typeface="Heebo"/>
                <a:cs typeface="Heebo"/>
              </a:rPr>
              <a:t>משחק משותף עוזר לתלמידים ליצור חברויות.</a:t>
            </a:r>
          </a:p>
        </p:txBody>
      </p:sp>
      <p:sp>
        <p:nvSpPr>
          <p:cNvPr id="6" name="text-91">
            <a:extLst xmlns:a="http://schemas.openxmlformats.org/drawingml/2006/main">
              <a:ext uri="{FF2B5EF4-FFF2-40B4-BE49-F238E27FC236}">
                <a16:creationId xmlns:a16="http://schemas.microsoft.com/office/drawing/2014/main" id="{89596E2D-AC05-4874-97A6-6F95DFCA914A}"/>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17 / 96</a:t>
            </a:r>
          </a:p>
        </p:txBody>
      </p:sp>
    </p:spTree>
    <p:extLst>
      <p:ext uri="{BB962C8B-B14F-4D97-AF65-F5344CB8AC3E}">
        <p14:creationId xmlns:p14="http://schemas.microsoft.com/office/powerpoint/2010/main" val="1150843865"/>
      </p:ext>
    </p:extLst>
  </p:cSld>
</p:sld>
</file>

<file path=ppt/slides/slide1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92">
            <a:extLst xmlns:a="http://schemas.openxmlformats.org/drawingml/2006/main">
              <a:ext uri="{FF2B5EF4-FFF2-40B4-BE49-F238E27FC236}">
                <a16:creationId xmlns:a16="http://schemas.microsoft.com/office/drawing/2014/main" id="{BBC77B73-06EF-4C57-9F8F-A54FEA9F84E4}"/>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0f84353dfd92451b"/>
              </a:rPr>
              <a:t>⌂</a:t>
            </a:r>
          </a:p>
        </p:txBody>
      </p:sp>
      <p:sp>
        <p:nvSpPr>
          <p:cNvPr id="2" name="title-93">
            <a:extLst xmlns:a="http://schemas.openxmlformats.org/drawingml/2006/main">
              <a:ext uri="{FF2B5EF4-FFF2-40B4-BE49-F238E27FC236}">
                <a16:creationId xmlns:a16="http://schemas.microsoft.com/office/drawing/2014/main" id="{328CF185-73C0-4741-8059-F3F4D9A5B032}"/>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שם של פעילות</a:t>
            </a:r>
          </a:p>
        </p:txBody>
      </p:sp>
      <p:sp>
        <p:nvSpPr>
          <p:cNvPr id="3" name="text-94">
            <a:extLst xmlns:a="http://schemas.openxmlformats.org/drawingml/2006/main">
              <a:ext uri="{FF2B5EF4-FFF2-40B4-BE49-F238E27FC236}">
                <a16:creationId xmlns:a16="http://schemas.microsoft.com/office/drawing/2014/main" id="{690FACB7-36D4-4EE6-8E34-F3484C1078A6}"/>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Playing together helps students.</a:t>
            </a:r>
          </a:p>
        </p:txBody>
      </p:sp>
      <p:sp>
        <p:nvSpPr>
          <p:cNvPr id="4" name="text-95">
            <a:extLst xmlns:a="http://schemas.openxmlformats.org/drawingml/2006/main">
              <a:ext uri="{FF2B5EF4-FFF2-40B4-BE49-F238E27FC236}">
                <a16:creationId xmlns:a16="http://schemas.microsoft.com/office/drawing/2014/main" id="{5BDDB758-3D16-4C7D-B2BA-26498970C2D2}"/>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Gerund הוא פועל עם ing שמתפקד כשם עצם. כאן הוא נושא המשפט.</a:t>
            </a:r>
          </a:p>
        </p:txBody>
      </p:sp>
      <p:sp>
        <p:nvSpPr>
          <p:cNvPr id="5" name="text-96">
            <a:extLst xmlns:a="http://schemas.openxmlformats.org/drawingml/2006/main">
              <a:ext uri="{FF2B5EF4-FFF2-40B4-BE49-F238E27FC236}">
                <a16:creationId xmlns:a16="http://schemas.microsoft.com/office/drawing/2014/main" id="{7B3AABA2-F78E-43BA-B49D-D59D49CFB74F}"/>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18 / 96</a:t>
            </a:r>
          </a:p>
        </p:txBody>
      </p:sp>
    </p:spTree>
    <p:extLst>
      <p:ext uri="{BB962C8B-B14F-4D97-AF65-F5344CB8AC3E}">
        <p14:creationId xmlns:p14="http://schemas.microsoft.com/office/powerpoint/2010/main" val="2099611253"/>
      </p:ext>
    </p:extLst>
  </p:cSld>
</p:sld>
</file>

<file path=ppt/slides/slide1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5" name="text-97">
            <a:extLst xmlns:a="http://schemas.openxmlformats.org/drawingml/2006/main">
              <a:ext uri="{FF2B5EF4-FFF2-40B4-BE49-F238E27FC236}">
                <a16:creationId xmlns:a16="http://schemas.microsoft.com/office/drawing/2014/main" id="{676F678C-172C-4CA2-8E8B-1E8203B50138}"/>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a133005cb9c74490"/>
              </a:rPr>
              <a:t>⌂</a:t>
            </a:r>
          </a:p>
        </p:txBody>
      </p:sp>
      <p:sp>
        <p:nvSpPr>
          <p:cNvPr id="2" name="title-98">
            <a:extLst xmlns:a="http://schemas.openxmlformats.org/drawingml/2006/main">
              <a:ext uri="{FF2B5EF4-FFF2-40B4-BE49-F238E27FC236}">
                <a16:creationId xmlns:a16="http://schemas.microsoft.com/office/drawing/2014/main" id="{1C2D6C6B-0B39-432A-A869-08BD486F11CA}"/>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Gerund והסכמה עם הפועל</a:t>
            </a:r>
          </a:p>
        </p:txBody>
      </p:sp>
      <p:sp>
        <p:nvSpPr>
          <p:cNvPr id="3" name="text-99">
            <a:extLst xmlns:a="http://schemas.openxmlformats.org/drawingml/2006/main">
              <a:ext uri="{FF2B5EF4-FFF2-40B4-BE49-F238E27FC236}">
                <a16:creationId xmlns:a16="http://schemas.microsoft.com/office/drawing/2014/main" id="{6D53340D-9123-489F-95E2-5D8AE02F81BD}"/>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100">
            <a:extLst xmlns:a="http://schemas.openxmlformats.org/drawingml/2006/main">
              <a:ext uri="{FF2B5EF4-FFF2-40B4-BE49-F238E27FC236}">
                <a16:creationId xmlns:a16="http://schemas.microsoft.com/office/drawing/2014/main" id="{BE556FE2-6A76-4DA5-85F1-1703AD726FF2}"/>
              </a:ext>
            </a:extLst>
          </p:cNvPr>
          <p:cNvSpPr>
            <a:spLocks xmlns:a="http://schemas.openxmlformats.org/drawingml/2006/main" noGrp="1"/>
          </p:cNvSpPr>
          <p:nvPr/>
        </p:nvSpPr>
        <p:spPr>
          <a:xfrm xmlns:a="http://schemas.openxmlformats.org/drawingml/2006/main">
            <a:off x="2101028" y="1776413"/>
            <a:ext cx="182465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 </a:t>
            </a:r>
          </a:p>
        </p:txBody>
      </p:sp>
      <p:sp>
        <p:nvSpPr>
          <p:cNvPr id="5" name="gap-line-19">
            <a:extLst xmlns:a="http://schemas.openxmlformats.org/drawingml/2006/main">
              <a:ext uri="{FF2B5EF4-FFF2-40B4-BE49-F238E27FC236}">
                <a16:creationId xmlns:a16="http://schemas.microsoft.com/office/drawing/2014/main" id="{BD6DC479-D798-4A6C-951D-72B5AE07402B}"/>
              </a:ext>
            </a:extLst>
          </p:cNvPr>
          <p:cNvSpPr>
            <a:spLocks xmlns:a="http://schemas.openxmlformats.org/drawingml/2006/main" noGrp="1"/>
          </p:cNvSpPr>
          <p:nvPr/>
        </p:nvSpPr>
        <p:spPr>
          <a:xfrm xmlns:a="http://schemas.openxmlformats.org/drawingml/2006/main">
            <a:off x="2101028" y="2319338"/>
            <a:ext cx="1824655" cy="0"/>
          </a:xfrm>
          <a:prstGeom xmlns:a="http://schemas.openxmlformats.org/drawingml/2006/main" prst="line">
            <a:avLst/>
          </a:prstGeom>
          <a:ln xmlns:a="http://schemas.openxmlformats.org/drawingml/2006/main" w="19050">
            <a:solidFill>
              <a:srgbClr val="4EE5FF"/>
            </a:solidFill>
          </a:ln>
        </p:spPr>
      </p:sp>
      <p:sp>
        <p:nvSpPr>
          <p:cNvPr id="6" name="text-101">
            <a:extLst xmlns:a="http://schemas.openxmlformats.org/drawingml/2006/main">
              <a:ext uri="{FF2B5EF4-FFF2-40B4-BE49-F238E27FC236}">
                <a16:creationId xmlns:a16="http://schemas.microsoft.com/office/drawing/2014/main" id="{7812AB6F-8749-4119-BD29-D391D8619803}"/>
              </a:ext>
            </a:extLst>
          </p:cNvPr>
          <p:cNvSpPr>
            <a:spLocks xmlns:a="http://schemas.openxmlformats.org/drawingml/2006/main" noGrp="1"/>
          </p:cNvSpPr>
          <p:nvPr/>
        </p:nvSpPr>
        <p:spPr>
          <a:xfrm xmlns:a="http://schemas.openxmlformats.org/drawingml/2006/main">
            <a:off x="4022524" y="1776413"/>
            <a:ext cx="178174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together</a:t>
            </a:r>
          </a:p>
        </p:txBody>
      </p:sp>
      <p:sp>
        <p:nvSpPr>
          <p:cNvPr id="7" name="text-102">
            <a:extLst xmlns:a="http://schemas.openxmlformats.org/drawingml/2006/main">
              <a:ext uri="{FF2B5EF4-FFF2-40B4-BE49-F238E27FC236}">
                <a16:creationId xmlns:a16="http://schemas.microsoft.com/office/drawing/2014/main" id="{E13D5CE0-4255-4797-8DE1-6B890F82DB16}"/>
              </a:ext>
            </a:extLst>
          </p:cNvPr>
          <p:cNvSpPr>
            <a:spLocks xmlns:a="http://schemas.openxmlformats.org/drawingml/2006/main" noGrp="1"/>
          </p:cNvSpPr>
          <p:nvPr/>
        </p:nvSpPr>
        <p:spPr>
          <a:xfrm xmlns:a="http://schemas.openxmlformats.org/drawingml/2006/main">
            <a:off x="5882057" y="1776413"/>
            <a:ext cx="117548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helps</a:t>
            </a:r>
          </a:p>
        </p:txBody>
      </p:sp>
      <p:sp>
        <p:nvSpPr>
          <p:cNvPr id="8" name="text-103">
            <a:extLst xmlns:a="http://schemas.openxmlformats.org/drawingml/2006/main">
              <a:ext uri="{FF2B5EF4-FFF2-40B4-BE49-F238E27FC236}">
                <a16:creationId xmlns:a16="http://schemas.microsoft.com/office/drawing/2014/main" id="{E439EC42-AE3D-4751-B9CD-194750548151}"/>
              </a:ext>
            </a:extLst>
          </p:cNvPr>
          <p:cNvSpPr>
            <a:spLocks xmlns:a="http://schemas.openxmlformats.org/drawingml/2006/main" noGrp="1"/>
          </p:cNvSpPr>
          <p:nvPr/>
        </p:nvSpPr>
        <p:spPr>
          <a:xfrm xmlns:a="http://schemas.openxmlformats.org/drawingml/2006/main">
            <a:off x="7135332" y="1776413"/>
            <a:ext cx="183113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students</a:t>
            </a:r>
          </a:p>
        </p:txBody>
      </p:sp>
      <p:sp>
        <p:nvSpPr>
          <p:cNvPr id="9" name="text-104">
            <a:extLst xmlns:a="http://schemas.openxmlformats.org/drawingml/2006/main">
              <a:ext uri="{FF2B5EF4-FFF2-40B4-BE49-F238E27FC236}">
                <a16:creationId xmlns:a16="http://schemas.microsoft.com/office/drawing/2014/main" id="{4264034F-FB11-4BE6-86C2-103F385EC5B2}"/>
              </a:ext>
            </a:extLst>
          </p:cNvPr>
          <p:cNvSpPr>
            <a:spLocks xmlns:a="http://schemas.openxmlformats.org/drawingml/2006/main" noGrp="1"/>
          </p:cNvSpPr>
          <p:nvPr/>
        </p:nvSpPr>
        <p:spPr>
          <a:xfrm xmlns:a="http://schemas.openxmlformats.org/drawingml/2006/main">
            <a:off x="9044254" y="1776413"/>
            <a:ext cx="106576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build</a:t>
            </a:r>
          </a:p>
        </p:txBody>
      </p:sp>
      <p:sp>
        <p:nvSpPr>
          <p:cNvPr id="10" name="text-105">
            <a:extLst xmlns:a="http://schemas.openxmlformats.org/drawingml/2006/main">
              <a:ext uri="{FF2B5EF4-FFF2-40B4-BE49-F238E27FC236}">
                <a16:creationId xmlns:a16="http://schemas.microsoft.com/office/drawing/2014/main" id="{901A906E-3268-4914-9A97-0821E02E50BC}"/>
              </a:ext>
            </a:extLst>
          </p:cNvPr>
          <p:cNvSpPr>
            <a:spLocks xmlns:a="http://schemas.openxmlformats.org/drawingml/2006/main" noGrp="1"/>
          </p:cNvSpPr>
          <p:nvPr/>
        </p:nvSpPr>
        <p:spPr>
          <a:xfrm xmlns:a="http://schemas.openxmlformats.org/drawingml/2006/main">
            <a:off x="4894431" y="2395538"/>
            <a:ext cx="240313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friendships.</a:t>
            </a:r>
          </a:p>
        </p:txBody>
      </p:sp>
      <p:sp>
        <p:nvSpPr>
          <p:cNvPr id="11" name="text-106">
            <a:extLst xmlns:a="http://schemas.openxmlformats.org/drawingml/2006/main">
              <a:ext uri="{FF2B5EF4-FFF2-40B4-BE49-F238E27FC236}">
                <a16:creationId xmlns:a16="http://schemas.microsoft.com/office/drawing/2014/main" id="{11C88EA5-344B-4FA5-B681-7275F9242A83}"/>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Play</a:t>
            </a:r>
          </a:p>
        </p:txBody>
      </p:sp>
      <p:sp>
        <p:nvSpPr>
          <p:cNvPr id="12" name="text-107">
            <a:extLst xmlns:a="http://schemas.openxmlformats.org/drawingml/2006/main">
              <a:ext uri="{FF2B5EF4-FFF2-40B4-BE49-F238E27FC236}">
                <a16:creationId xmlns:a16="http://schemas.microsoft.com/office/drawing/2014/main" id="{EB28CCCD-4EAD-4A71-A949-9F88B9378B03}"/>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Playing</a:t>
            </a:r>
          </a:p>
        </p:txBody>
      </p:sp>
      <p:sp>
        <p:nvSpPr>
          <p:cNvPr id="13" name="text-108">
            <a:extLst xmlns:a="http://schemas.openxmlformats.org/drawingml/2006/main">
              <a:ext uri="{FF2B5EF4-FFF2-40B4-BE49-F238E27FC236}">
                <a16:creationId xmlns:a16="http://schemas.microsoft.com/office/drawing/2014/main" id="{BDCF83C2-518E-4701-8DA0-940339EB1703}"/>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Played</a:t>
            </a:r>
          </a:p>
        </p:txBody>
      </p:sp>
      <p:sp>
        <p:nvSpPr>
          <p:cNvPr id="14" name="text-109">
            <a:extLst xmlns:a="http://schemas.openxmlformats.org/drawingml/2006/main">
              <a:ext uri="{FF2B5EF4-FFF2-40B4-BE49-F238E27FC236}">
                <a16:creationId xmlns:a16="http://schemas.microsoft.com/office/drawing/2014/main" id="{834E06BD-9DE8-4EE7-A34C-8E2C0576B694}"/>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19 / 96</a:t>
            </a:r>
          </a:p>
        </p:txBody>
      </p:sp>
    </p:spTree>
    <p:extLst>
      <p:ext uri="{BB962C8B-B14F-4D97-AF65-F5344CB8AC3E}">
        <p14:creationId xmlns:p14="http://schemas.microsoft.com/office/powerpoint/2010/main" val="974482694"/>
      </p:ext>
    </p:extLst>
  </p:cSld>
</p:sld>
</file>

<file path=ppt/slides/slide2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6" name="text-110">
            <a:extLst xmlns:a="http://schemas.openxmlformats.org/drawingml/2006/main">
              <a:ext uri="{FF2B5EF4-FFF2-40B4-BE49-F238E27FC236}">
                <a16:creationId xmlns:a16="http://schemas.microsoft.com/office/drawing/2014/main" id="{C50DA927-BE67-4A84-9BA8-AABB570D3786}"/>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b97f043b6a2a4bfa"/>
              </a:rPr>
              <a:t>⌂</a:t>
            </a:r>
          </a:p>
        </p:txBody>
      </p:sp>
      <p:sp>
        <p:nvSpPr>
          <p:cNvPr id="2" name="title-111">
            <a:extLst xmlns:a="http://schemas.openxmlformats.org/drawingml/2006/main">
              <a:ext uri="{FF2B5EF4-FFF2-40B4-BE49-F238E27FC236}">
                <a16:creationId xmlns:a16="http://schemas.microsoft.com/office/drawing/2014/main" id="{92F250D3-1A2C-487D-B138-52F2139BA821}"/>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Gerund והסכמה עם הפועל</a:t>
            </a:r>
          </a:p>
        </p:txBody>
      </p:sp>
      <p:sp>
        <p:nvSpPr>
          <p:cNvPr id="3" name="text-112">
            <a:extLst xmlns:a="http://schemas.openxmlformats.org/drawingml/2006/main">
              <a:ext uri="{FF2B5EF4-FFF2-40B4-BE49-F238E27FC236}">
                <a16:creationId xmlns:a16="http://schemas.microsoft.com/office/drawing/2014/main" id="{7176D46B-5C5B-4660-A490-D501DAE35708}"/>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113">
            <a:extLst xmlns:a="http://schemas.openxmlformats.org/drawingml/2006/main">
              <a:ext uri="{FF2B5EF4-FFF2-40B4-BE49-F238E27FC236}">
                <a16:creationId xmlns:a16="http://schemas.microsoft.com/office/drawing/2014/main" id="{A2554F63-4D60-44C9-B4A8-62BE5D7C2BAD}"/>
              </a:ext>
            </a:extLst>
          </p:cNvPr>
          <p:cNvSpPr>
            <a:spLocks xmlns:a="http://schemas.openxmlformats.org/drawingml/2006/main" noGrp="1"/>
          </p:cNvSpPr>
          <p:nvPr/>
        </p:nvSpPr>
        <p:spPr>
          <a:xfrm xmlns:a="http://schemas.openxmlformats.org/drawingml/2006/main">
            <a:off x="2101028" y="1776413"/>
            <a:ext cx="182465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Playing</a:t>
            </a:r>
          </a:p>
        </p:txBody>
      </p:sp>
      <p:sp>
        <p:nvSpPr>
          <p:cNvPr id="5" name="gap-line-20">
            <a:extLst xmlns:a="http://schemas.openxmlformats.org/drawingml/2006/main">
              <a:ext uri="{FF2B5EF4-FFF2-40B4-BE49-F238E27FC236}">
                <a16:creationId xmlns:a16="http://schemas.microsoft.com/office/drawing/2014/main" id="{F255DC50-5C4A-447B-8FF1-C9430FEDB262}"/>
              </a:ext>
            </a:extLst>
          </p:cNvPr>
          <p:cNvSpPr>
            <a:spLocks xmlns:a="http://schemas.openxmlformats.org/drawingml/2006/main" noGrp="1"/>
          </p:cNvSpPr>
          <p:nvPr/>
        </p:nvSpPr>
        <p:spPr>
          <a:xfrm xmlns:a="http://schemas.openxmlformats.org/drawingml/2006/main">
            <a:off x="2101028" y="2319338"/>
            <a:ext cx="1824655" cy="0"/>
          </a:xfrm>
          <a:prstGeom xmlns:a="http://schemas.openxmlformats.org/drawingml/2006/main" prst="line">
            <a:avLst/>
          </a:prstGeom>
          <a:ln xmlns:a="http://schemas.openxmlformats.org/drawingml/2006/main" w="19050">
            <a:solidFill>
              <a:srgbClr val="DFFF5B"/>
            </a:solidFill>
          </a:ln>
        </p:spPr>
      </p:sp>
      <p:sp>
        <p:nvSpPr>
          <p:cNvPr id="6" name="text-114">
            <a:extLst xmlns:a="http://schemas.openxmlformats.org/drawingml/2006/main">
              <a:ext uri="{FF2B5EF4-FFF2-40B4-BE49-F238E27FC236}">
                <a16:creationId xmlns:a16="http://schemas.microsoft.com/office/drawing/2014/main" id="{080D8C53-E341-4085-8D54-034422800D13}"/>
              </a:ext>
            </a:extLst>
          </p:cNvPr>
          <p:cNvSpPr>
            <a:spLocks xmlns:a="http://schemas.openxmlformats.org/drawingml/2006/main" noGrp="1"/>
          </p:cNvSpPr>
          <p:nvPr/>
        </p:nvSpPr>
        <p:spPr>
          <a:xfrm xmlns:a="http://schemas.openxmlformats.org/drawingml/2006/main">
            <a:off x="4022524" y="1776413"/>
            <a:ext cx="178174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together</a:t>
            </a:r>
          </a:p>
        </p:txBody>
      </p:sp>
      <p:sp>
        <p:nvSpPr>
          <p:cNvPr id="7" name="text-115">
            <a:extLst xmlns:a="http://schemas.openxmlformats.org/drawingml/2006/main">
              <a:ext uri="{FF2B5EF4-FFF2-40B4-BE49-F238E27FC236}">
                <a16:creationId xmlns:a16="http://schemas.microsoft.com/office/drawing/2014/main" id="{3ECCEAD8-1957-4125-8F1A-2F075AC4696C}"/>
              </a:ext>
            </a:extLst>
          </p:cNvPr>
          <p:cNvSpPr>
            <a:spLocks xmlns:a="http://schemas.openxmlformats.org/drawingml/2006/main" noGrp="1"/>
          </p:cNvSpPr>
          <p:nvPr/>
        </p:nvSpPr>
        <p:spPr>
          <a:xfrm xmlns:a="http://schemas.openxmlformats.org/drawingml/2006/main">
            <a:off x="5882057" y="1776413"/>
            <a:ext cx="117548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helps</a:t>
            </a:r>
          </a:p>
        </p:txBody>
      </p:sp>
      <p:sp>
        <p:nvSpPr>
          <p:cNvPr id="8" name="text-116">
            <a:extLst xmlns:a="http://schemas.openxmlformats.org/drawingml/2006/main">
              <a:ext uri="{FF2B5EF4-FFF2-40B4-BE49-F238E27FC236}">
                <a16:creationId xmlns:a16="http://schemas.microsoft.com/office/drawing/2014/main" id="{551F54AF-9E6A-4080-AE55-1485625950D0}"/>
              </a:ext>
            </a:extLst>
          </p:cNvPr>
          <p:cNvSpPr>
            <a:spLocks xmlns:a="http://schemas.openxmlformats.org/drawingml/2006/main" noGrp="1"/>
          </p:cNvSpPr>
          <p:nvPr/>
        </p:nvSpPr>
        <p:spPr>
          <a:xfrm xmlns:a="http://schemas.openxmlformats.org/drawingml/2006/main">
            <a:off x="7135332" y="1776413"/>
            <a:ext cx="183113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students</a:t>
            </a:r>
          </a:p>
        </p:txBody>
      </p:sp>
      <p:sp>
        <p:nvSpPr>
          <p:cNvPr id="9" name="text-117">
            <a:extLst xmlns:a="http://schemas.openxmlformats.org/drawingml/2006/main">
              <a:ext uri="{FF2B5EF4-FFF2-40B4-BE49-F238E27FC236}">
                <a16:creationId xmlns:a16="http://schemas.microsoft.com/office/drawing/2014/main" id="{4BBDEB73-9588-4DE6-9296-BE012B68EB49}"/>
              </a:ext>
            </a:extLst>
          </p:cNvPr>
          <p:cNvSpPr>
            <a:spLocks xmlns:a="http://schemas.openxmlformats.org/drawingml/2006/main" noGrp="1"/>
          </p:cNvSpPr>
          <p:nvPr/>
        </p:nvSpPr>
        <p:spPr>
          <a:xfrm xmlns:a="http://schemas.openxmlformats.org/drawingml/2006/main">
            <a:off x="9044254" y="1776413"/>
            <a:ext cx="106576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build</a:t>
            </a:r>
          </a:p>
        </p:txBody>
      </p:sp>
      <p:sp>
        <p:nvSpPr>
          <p:cNvPr id="10" name="text-118">
            <a:extLst xmlns:a="http://schemas.openxmlformats.org/drawingml/2006/main">
              <a:ext uri="{FF2B5EF4-FFF2-40B4-BE49-F238E27FC236}">
                <a16:creationId xmlns:a16="http://schemas.microsoft.com/office/drawing/2014/main" id="{2244FE11-2F42-4619-9212-79CCA60FD4ED}"/>
              </a:ext>
            </a:extLst>
          </p:cNvPr>
          <p:cNvSpPr>
            <a:spLocks xmlns:a="http://schemas.openxmlformats.org/drawingml/2006/main" noGrp="1"/>
          </p:cNvSpPr>
          <p:nvPr/>
        </p:nvSpPr>
        <p:spPr>
          <a:xfrm xmlns:a="http://schemas.openxmlformats.org/drawingml/2006/main">
            <a:off x="4894431" y="2395538"/>
            <a:ext cx="240313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friendships.</a:t>
            </a:r>
          </a:p>
        </p:txBody>
      </p:sp>
      <p:sp>
        <p:nvSpPr>
          <p:cNvPr id="11" name="text-119">
            <a:extLst xmlns:a="http://schemas.openxmlformats.org/drawingml/2006/main">
              <a:ext uri="{FF2B5EF4-FFF2-40B4-BE49-F238E27FC236}">
                <a16:creationId xmlns:a16="http://schemas.microsoft.com/office/drawing/2014/main" id="{F1F06A6F-10FB-4DCC-B57F-C7BF5C0B583E}"/>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Play</a:t>
            </a:r>
          </a:p>
        </p:txBody>
      </p:sp>
      <p:sp>
        <p:nvSpPr>
          <p:cNvPr id="12" name="text-120">
            <a:extLst xmlns:a="http://schemas.openxmlformats.org/drawingml/2006/main">
              <a:ext uri="{FF2B5EF4-FFF2-40B4-BE49-F238E27FC236}">
                <a16:creationId xmlns:a16="http://schemas.microsoft.com/office/drawing/2014/main" id="{C2C11253-FF2F-41AC-AE07-5441B3CC2F80}"/>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DFFF5B"/>
                </a:solidFill>
                <a:latin typeface="Nunito"/>
                <a:ea typeface="Nunito"/>
                <a:cs typeface="Nunito"/>
              </a:defRPr>
            </a:pPr>
            <a:r>
              <a:rPr sz="2475" b="1">
                <a:solidFill>
                  <a:srgbClr val="DFFF5B"/>
                </a:solidFill>
                <a:latin typeface="Nunito"/>
                <a:ea typeface="Nunito"/>
                <a:cs typeface="Nunito"/>
              </a:rPr>
              <a:t>B   Playing</a:t>
            </a:r>
          </a:p>
        </p:txBody>
      </p:sp>
      <p:sp>
        <p:nvSpPr>
          <p:cNvPr id="13" name="text-121">
            <a:extLst xmlns:a="http://schemas.openxmlformats.org/drawingml/2006/main">
              <a:ext uri="{FF2B5EF4-FFF2-40B4-BE49-F238E27FC236}">
                <a16:creationId xmlns:a16="http://schemas.microsoft.com/office/drawing/2014/main" id="{D1E79007-F6A6-4B04-8D12-FFBE8FBBBE2A}"/>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Played</a:t>
            </a:r>
          </a:p>
        </p:txBody>
      </p:sp>
      <p:sp>
        <p:nvSpPr>
          <p:cNvPr id="14" name="text-122">
            <a:extLst xmlns:a="http://schemas.openxmlformats.org/drawingml/2006/main">
              <a:ext uri="{FF2B5EF4-FFF2-40B4-BE49-F238E27FC236}">
                <a16:creationId xmlns:a16="http://schemas.microsoft.com/office/drawing/2014/main" id="{0152D2BA-93A5-4440-894C-15376272B9E1}"/>
              </a:ext>
            </a:extLst>
          </p:cNvPr>
          <p:cNvSpPr>
            <a:spLocks xmlns:a="http://schemas.openxmlformats.org/drawingml/2006/main" noGrp="1"/>
          </p:cNvSpPr>
          <p:nvPr/>
        </p:nvSpPr>
        <p:spPr>
          <a:xfrm xmlns:a="http://schemas.openxmlformats.org/drawingml/2006/main">
            <a:off x="876300" y="4895850"/>
            <a:ext cx="1043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50" b="1" lang="he-IL">
                <a:solidFill>
                  <a:srgbClr val="DFFF5B"/>
                </a:solidFill>
                <a:latin typeface="Heebo"/>
                <a:ea typeface="Heebo"/>
                <a:cs typeface="Heebo"/>
              </a:defRPr>
            </a:pPr>
            <a:r>
              <a:rPr sz="2250" b="1" lang="he-IL">
                <a:solidFill>
                  <a:srgbClr val="DFFF5B"/>
                </a:solidFill>
                <a:latin typeface="Heebo"/>
                <a:ea typeface="Heebo"/>
                <a:cs typeface="Heebo"/>
              </a:rPr>
              <a:t>Playing together משמש נושא יחיד. לכן נכתוב helps.</a:t>
            </a:r>
          </a:p>
        </p:txBody>
      </p:sp>
      <p:sp>
        <p:nvSpPr>
          <p:cNvPr id="15" name="text-123">
            <a:extLst xmlns:a="http://schemas.openxmlformats.org/drawingml/2006/main">
              <a:ext uri="{FF2B5EF4-FFF2-40B4-BE49-F238E27FC236}">
                <a16:creationId xmlns:a16="http://schemas.microsoft.com/office/drawing/2014/main" id="{FF333D79-16C9-475D-8BDB-42554E5A89AF}"/>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20 / 96</a:t>
            </a:r>
          </a:p>
        </p:txBody>
      </p:sp>
    </p:spTree>
    <p:extLst>
      <p:ext uri="{BB962C8B-B14F-4D97-AF65-F5344CB8AC3E}">
        <p14:creationId xmlns:p14="http://schemas.microsoft.com/office/powerpoint/2010/main" val="1484749117"/>
      </p:ext>
    </p:extLst>
  </p:cSld>
</p:sld>
</file>

<file path=ppt/slides/slide2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5" name="text-124">
            <a:extLst xmlns:a="http://schemas.openxmlformats.org/drawingml/2006/main">
              <a:ext uri="{FF2B5EF4-FFF2-40B4-BE49-F238E27FC236}">
                <a16:creationId xmlns:a16="http://schemas.microsoft.com/office/drawing/2014/main" id="{0F5C9C88-6B8D-4582-A6ED-12BE773F6DED}"/>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b64e8d0264724bda"/>
              </a:rPr>
              <a:t>⌂</a:t>
            </a:r>
          </a:p>
        </p:txBody>
      </p:sp>
      <p:sp>
        <p:nvSpPr>
          <p:cNvPr id="2" name="title-125">
            <a:extLst xmlns:a="http://schemas.openxmlformats.org/drawingml/2006/main">
              <a:ext uri="{FF2B5EF4-FFF2-40B4-BE49-F238E27FC236}">
                <a16:creationId xmlns:a16="http://schemas.microsoft.com/office/drawing/2014/main" id="{4C1F8568-1FEA-4C02-80FD-E0E7EACF9F73}"/>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אחרי מילת יחס</a:t>
            </a:r>
          </a:p>
        </p:txBody>
      </p:sp>
      <p:sp>
        <p:nvSpPr>
          <p:cNvPr id="3" name="text-126">
            <a:extLst xmlns:a="http://schemas.openxmlformats.org/drawingml/2006/main">
              <a:ext uri="{FF2B5EF4-FFF2-40B4-BE49-F238E27FC236}">
                <a16:creationId xmlns:a16="http://schemas.microsoft.com/office/drawing/2014/main" id="{FC33729A-4D25-4593-BBEA-91DDAEFAFB58}"/>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127">
            <a:extLst xmlns:a="http://schemas.openxmlformats.org/drawingml/2006/main">
              <a:ext uri="{FF2B5EF4-FFF2-40B4-BE49-F238E27FC236}">
                <a16:creationId xmlns:a16="http://schemas.microsoft.com/office/drawing/2014/main" id="{600BD6F1-41B0-4AA6-AD0B-69BC79EE39AF}"/>
              </a:ext>
            </a:extLst>
          </p:cNvPr>
          <p:cNvSpPr>
            <a:spLocks xmlns:a="http://schemas.openxmlformats.org/drawingml/2006/main" noGrp="1"/>
          </p:cNvSpPr>
          <p:nvPr/>
        </p:nvSpPr>
        <p:spPr>
          <a:xfrm xmlns:a="http://schemas.openxmlformats.org/drawingml/2006/main">
            <a:off x="1165084" y="2085975"/>
            <a:ext cx="189333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Students</a:t>
            </a:r>
          </a:p>
        </p:txBody>
      </p:sp>
      <p:sp>
        <p:nvSpPr>
          <p:cNvPr id="5" name="text-128">
            <a:extLst xmlns:a="http://schemas.openxmlformats.org/drawingml/2006/main">
              <a:ext uri="{FF2B5EF4-FFF2-40B4-BE49-F238E27FC236}">
                <a16:creationId xmlns:a16="http://schemas.microsoft.com/office/drawing/2014/main" id="{DB560655-AB56-4FB4-BC31-1DFD1BF1E07E}"/>
              </a:ext>
            </a:extLst>
          </p:cNvPr>
          <p:cNvSpPr>
            <a:spLocks xmlns:a="http://schemas.openxmlformats.org/drawingml/2006/main" noGrp="1"/>
          </p:cNvSpPr>
          <p:nvPr/>
        </p:nvSpPr>
        <p:spPr>
          <a:xfrm xmlns:a="http://schemas.openxmlformats.org/drawingml/2006/main">
            <a:off x="3136212" y="2085975"/>
            <a:ext cx="107714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learn</a:t>
            </a:r>
          </a:p>
        </p:txBody>
      </p:sp>
      <p:sp>
        <p:nvSpPr>
          <p:cNvPr id="6" name="text-129">
            <a:extLst xmlns:a="http://schemas.openxmlformats.org/drawingml/2006/main">
              <a:ext uri="{FF2B5EF4-FFF2-40B4-BE49-F238E27FC236}">
                <a16:creationId xmlns:a16="http://schemas.microsoft.com/office/drawing/2014/main" id="{2AC2DFC7-1D41-4773-A41A-7B9D7EC8ADFE}"/>
              </a:ext>
            </a:extLst>
          </p:cNvPr>
          <p:cNvSpPr>
            <a:spLocks xmlns:a="http://schemas.openxmlformats.org/drawingml/2006/main" noGrp="1"/>
          </p:cNvSpPr>
          <p:nvPr/>
        </p:nvSpPr>
        <p:spPr>
          <a:xfrm xmlns:a="http://schemas.openxmlformats.org/drawingml/2006/main">
            <a:off x="4291151" y="2085975"/>
            <a:ext cx="210150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teamwork</a:t>
            </a:r>
          </a:p>
        </p:txBody>
      </p:sp>
      <p:sp>
        <p:nvSpPr>
          <p:cNvPr id="7" name="text-130">
            <a:extLst xmlns:a="http://schemas.openxmlformats.org/drawingml/2006/main">
              <a:ext uri="{FF2B5EF4-FFF2-40B4-BE49-F238E27FC236}">
                <a16:creationId xmlns:a16="http://schemas.microsoft.com/office/drawing/2014/main" id="{3A3ED8F3-563D-4121-AA77-119DE9616E0D}"/>
              </a:ext>
            </a:extLst>
          </p:cNvPr>
          <p:cNvSpPr>
            <a:spLocks xmlns:a="http://schemas.openxmlformats.org/drawingml/2006/main" noGrp="1"/>
          </p:cNvSpPr>
          <p:nvPr/>
        </p:nvSpPr>
        <p:spPr>
          <a:xfrm xmlns:a="http://schemas.openxmlformats.org/drawingml/2006/main">
            <a:off x="6470442" y="2085975"/>
            <a:ext cx="54502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by</a:t>
            </a:r>
          </a:p>
        </p:txBody>
      </p:sp>
      <p:sp>
        <p:nvSpPr>
          <p:cNvPr id="8" name="text-131">
            <a:extLst xmlns:a="http://schemas.openxmlformats.org/drawingml/2006/main">
              <a:ext uri="{FF2B5EF4-FFF2-40B4-BE49-F238E27FC236}">
                <a16:creationId xmlns:a16="http://schemas.microsoft.com/office/drawing/2014/main" id="{C55D43BC-1CA4-4862-B49F-B8448219DB54}"/>
              </a:ext>
            </a:extLst>
          </p:cNvPr>
          <p:cNvSpPr>
            <a:spLocks xmlns:a="http://schemas.openxmlformats.org/drawingml/2006/main" noGrp="1"/>
          </p:cNvSpPr>
          <p:nvPr/>
        </p:nvSpPr>
        <p:spPr>
          <a:xfrm xmlns:a="http://schemas.openxmlformats.org/drawingml/2006/main">
            <a:off x="7112311" y="2085975"/>
            <a:ext cx="194531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 </a:t>
            </a:r>
          </a:p>
        </p:txBody>
      </p:sp>
      <p:sp>
        <p:nvSpPr>
          <p:cNvPr id="9" name="gap-line-21">
            <a:extLst xmlns:a="http://schemas.openxmlformats.org/drawingml/2006/main">
              <a:ext uri="{FF2B5EF4-FFF2-40B4-BE49-F238E27FC236}">
                <a16:creationId xmlns:a16="http://schemas.microsoft.com/office/drawing/2014/main" id="{3A3731D5-514E-4C92-8C6E-AD469ACF550D}"/>
              </a:ext>
            </a:extLst>
          </p:cNvPr>
          <p:cNvSpPr>
            <a:spLocks xmlns:a="http://schemas.openxmlformats.org/drawingml/2006/main" noGrp="1"/>
          </p:cNvSpPr>
          <p:nvPr/>
        </p:nvSpPr>
        <p:spPr>
          <a:xfrm xmlns:a="http://schemas.openxmlformats.org/drawingml/2006/main">
            <a:off x="7112311" y="2628900"/>
            <a:ext cx="1945310" cy="0"/>
          </a:xfrm>
          <a:prstGeom xmlns:a="http://schemas.openxmlformats.org/drawingml/2006/main" prst="line">
            <a:avLst/>
          </a:prstGeom>
          <a:ln xmlns:a="http://schemas.openxmlformats.org/drawingml/2006/main" w="19050">
            <a:solidFill>
              <a:srgbClr val="4EE5FF"/>
            </a:solidFill>
          </a:ln>
        </p:spPr>
      </p:sp>
      <p:sp>
        <p:nvSpPr>
          <p:cNvPr id="10" name="text-132">
            <a:extLst xmlns:a="http://schemas.openxmlformats.org/drawingml/2006/main">
              <a:ext uri="{FF2B5EF4-FFF2-40B4-BE49-F238E27FC236}">
                <a16:creationId xmlns:a16="http://schemas.microsoft.com/office/drawing/2014/main" id="{EEDE053C-D08A-4152-A6B9-83754C98743B}"/>
              </a:ext>
            </a:extLst>
          </p:cNvPr>
          <p:cNvSpPr>
            <a:spLocks xmlns:a="http://schemas.openxmlformats.org/drawingml/2006/main" noGrp="1"/>
          </p:cNvSpPr>
          <p:nvPr/>
        </p:nvSpPr>
        <p:spPr>
          <a:xfrm xmlns:a="http://schemas.openxmlformats.org/drawingml/2006/main">
            <a:off x="9154461" y="2085975"/>
            <a:ext cx="187245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together.</a:t>
            </a:r>
          </a:p>
        </p:txBody>
      </p:sp>
      <p:sp>
        <p:nvSpPr>
          <p:cNvPr id="11" name="text-133">
            <a:extLst xmlns:a="http://schemas.openxmlformats.org/drawingml/2006/main">
              <a:ext uri="{FF2B5EF4-FFF2-40B4-BE49-F238E27FC236}">
                <a16:creationId xmlns:a16="http://schemas.microsoft.com/office/drawing/2014/main" id="{BDFFA6E7-900D-4307-83F7-26B890A59B11}"/>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work</a:t>
            </a:r>
          </a:p>
        </p:txBody>
      </p:sp>
      <p:sp>
        <p:nvSpPr>
          <p:cNvPr id="12" name="text-134">
            <a:extLst xmlns:a="http://schemas.openxmlformats.org/drawingml/2006/main">
              <a:ext uri="{FF2B5EF4-FFF2-40B4-BE49-F238E27FC236}">
                <a16:creationId xmlns:a16="http://schemas.microsoft.com/office/drawing/2014/main" id="{FF4196AF-C36B-4931-BDFF-8054DB722CB7}"/>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worked</a:t>
            </a:r>
          </a:p>
        </p:txBody>
      </p:sp>
      <p:sp>
        <p:nvSpPr>
          <p:cNvPr id="13" name="text-135">
            <a:extLst xmlns:a="http://schemas.openxmlformats.org/drawingml/2006/main">
              <a:ext uri="{FF2B5EF4-FFF2-40B4-BE49-F238E27FC236}">
                <a16:creationId xmlns:a16="http://schemas.microsoft.com/office/drawing/2014/main" id="{28888CEC-75CA-4477-9869-48AB1E3A1E26}"/>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working</a:t>
            </a:r>
          </a:p>
        </p:txBody>
      </p:sp>
      <p:sp>
        <p:nvSpPr>
          <p:cNvPr id="14" name="text-136">
            <a:extLst xmlns:a="http://schemas.openxmlformats.org/drawingml/2006/main">
              <a:ext uri="{FF2B5EF4-FFF2-40B4-BE49-F238E27FC236}">
                <a16:creationId xmlns:a16="http://schemas.microsoft.com/office/drawing/2014/main" id="{A0159FCA-694B-413A-BE31-B217002904FC}"/>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21 / 96</a:t>
            </a:r>
          </a:p>
        </p:txBody>
      </p:sp>
    </p:spTree>
    <p:extLst>
      <p:ext uri="{BB962C8B-B14F-4D97-AF65-F5344CB8AC3E}">
        <p14:creationId xmlns:p14="http://schemas.microsoft.com/office/powerpoint/2010/main" val="2091454780"/>
      </p:ext>
    </p:extLst>
  </p:cSld>
</p:sld>
</file>

<file path=ppt/slides/slide2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6" name="text-137">
            <a:extLst xmlns:a="http://schemas.openxmlformats.org/drawingml/2006/main">
              <a:ext uri="{FF2B5EF4-FFF2-40B4-BE49-F238E27FC236}">
                <a16:creationId xmlns:a16="http://schemas.microsoft.com/office/drawing/2014/main" id="{F595784B-AEDA-425F-91A3-ECED8E02ABD1}"/>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187be44782ce4712"/>
              </a:rPr>
              <a:t>⌂</a:t>
            </a:r>
          </a:p>
        </p:txBody>
      </p:sp>
      <p:sp>
        <p:nvSpPr>
          <p:cNvPr id="2" name="title-138">
            <a:extLst xmlns:a="http://schemas.openxmlformats.org/drawingml/2006/main">
              <a:ext uri="{FF2B5EF4-FFF2-40B4-BE49-F238E27FC236}">
                <a16:creationId xmlns:a16="http://schemas.microsoft.com/office/drawing/2014/main" id="{06FE9558-4F27-4279-91EE-D3C9CE5A3C2E}"/>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אחרי מילת יחס</a:t>
            </a:r>
          </a:p>
        </p:txBody>
      </p:sp>
      <p:sp>
        <p:nvSpPr>
          <p:cNvPr id="3" name="text-139">
            <a:extLst xmlns:a="http://schemas.openxmlformats.org/drawingml/2006/main">
              <a:ext uri="{FF2B5EF4-FFF2-40B4-BE49-F238E27FC236}">
                <a16:creationId xmlns:a16="http://schemas.microsoft.com/office/drawing/2014/main" id="{5B4358B5-5EB7-4B32-A60F-81D9038D662D}"/>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140">
            <a:extLst xmlns:a="http://schemas.openxmlformats.org/drawingml/2006/main">
              <a:ext uri="{FF2B5EF4-FFF2-40B4-BE49-F238E27FC236}">
                <a16:creationId xmlns:a16="http://schemas.microsoft.com/office/drawing/2014/main" id="{FDC1C97D-D8CF-4D35-8AE0-FF4976D878F6}"/>
              </a:ext>
            </a:extLst>
          </p:cNvPr>
          <p:cNvSpPr>
            <a:spLocks xmlns:a="http://schemas.openxmlformats.org/drawingml/2006/main" noGrp="1"/>
          </p:cNvSpPr>
          <p:nvPr/>
        </p:nvSpPr>
        <p:spPr>
          <a:xfrm xmlns:a="http://schemas.openxmlformats.org/drawingml/2006/main">
            <a:off x="1165084" y="2085975"/>
            <a:ext cx="189333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Students</a:t>
            </a:r>
          </a:p>
        </p:txBody>
      </p:sp>
      <p:sp>
        <p:nvSpPr>
          <p:cNvPr id="5" name="text-141">
            <a:extLst xmlns:a="http://schemas.openxmlformats.org/drawingml/2006/main">
              <a:ext uri="{FF2B5EF4-FFF2-40B4-BE49-F238E27FC236}">
                <a16:creationId xmlns:a16="http://schemas.microsoft.com/office/drawing/2014/main" id="{80F4A74D-3A8B-41A5-9C2C-CDEC39430270}"/>
              </a:ext>
            </a:extLst>
          </p:cNvPr>
          <p:cNvSpPr>
            <a:spLocks xmlns:a="http://schemas.openxmlformats.org/drawingml/2006/main" noGrp="1"/>
          </p:cNvSpPr>
          <p:nvPr/>
        </p:nvSpPr>
        <p:spPr>
          <a:xfrm xmlns:a="http://schemas.openxmlformats.org/drawingml/2006/main">
            <a:off x="3136212" y="2085975"/>
            <a:ext cx="107714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learn</a:t>
            </a:r>
          </a:p>
        </p:txBody>
      </p:sp>
      <p:sp>
        <p:nvSpPr>
          <p:cNvPr id="6" name="text-142">
            <a:extLst xmlns:a="http://schemas.openxmlformats.org/drawingml/2006/main">
              <a:ext uri="{FF2B5EF4-FFF2-40B4-BE49-F238E27FC236}">
                <a16:creationId xmlns:a16="http://schemas.microsoft.com/office/drawing/2014/main" id="{F7468A7F-79C1-4F6E-B532-0DC6A57440CD}"/>
              </a:ext>
            </a:extLst>
          </p:cNvPr>
          <p:cNvSpPr>
            <a:spLocks xmlns:a="http://schemas.openxmlformats.org/drawingml/2006/main" noGrp="1"/>
          </p:cNvSpPr>
          <p:nvPr/>
        </p:nvSpPr>
        <p:spPr>
          <a:xfrm xmlns:a="http://schemas.openxmlformats.org/drawingml/2006/main">
            <a:off x="4291151" y="2085975"/>
            <a:ext cx="210150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teamwork</a:t>
            </a:r>
          </a:p>
        </p:txBody>
      </p:sp>
      <p:sp>
        <p:nvSpPr>
          <p:cNvPr id="7" name="text-143">
            <a:extLst xmlns:a="http://schemas.openxmlformats.org/drawingml/2006/main">
              <a:ext uri="{FF2B5EF4-FFF2-40B4-BE49-F238E27FC236}">
                <a16:creationId xmlns:a16="http://schemas.microsoft.com/office/drawing/2014/main" id="{BC9BE65A-7DD5-4DE0-91FB-522F195CCE54}"/>
              </a:ext>
            </a:extLst>
          </p:cNvPr>
          <p:cNvSpPr>
            <a:spLocks xmlns:a="http://schemas.openxmlformats.org/drawingml/2006/main" noGrp="1"/>
          </p:cNvSpPr>
          <p:nvPr/>
        </p:nvSpPr>
        <p:spPr>
          <a:xfrm xmlns:a="http://schemas.openxmlformats.org/drawingml/2006/main">
            <a:off x="6470442" y="2085975"/>
            <a:ext cx="54502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by</a:t>
            </a:r>
          </a:p>
        </p:txBody>
      </p:sp>
      <p:sp>
        <p:nvSpPr>
          <p:cNvPr id="8" name="text-144">
            <a:extLst xmlns:a="http://schemas.openxmlformats.org/drawingml/2006/main">
              <a:ext uri="{FF2B5EF4-FFF2-40B4-BE49-F238E27FC236}">
                <a16:creationId xmlns:a16="http://schemas.microsoft.com/office/drawing/2014/main" id="{496D9C30-55D2-48F0-94CA-E3159087CD3E}"/>
              </a:ext>
            </a:extLst>
          </p:cNvPr>
          <p:cNvSpPr>
            <a:spLocks xmlns:a="http://schemas.openxmlformats.org/drawingml/2006/main" noGrp="1"/>
          </p:cNvSpPr>
          <p:nvPr/>
        </p:nvSpPr>
        <p:spPr>
          <a:xfrm xmlns:a="http://schemas.openxmlformats.org/drawingml/2006/main">
            <a:off x="7112311" y="2085975"/>
            <a:ext cx="194531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working</a:t>
            </a:r>
          </a:p>
        </p:txBody>
      </p:sp>
      <p:sp>
        <p:nvSpPr>
          <p:cNvPr id="9" name="gap-line-22">
            <a:extLst xmlns:a="http://schemas.openxmlformats.org/drawingml/2006/main">
              <a:ext uri="{FF2B5EF4-FFF2-40B4-BE49-F238E27FC236}">
                <a16:creationId xmlns:a16="http://schemas.microsoft.com/office/drawing/2014/main" id="{163DCA45-894F-4BFB-87F2-6DA826447D0C}"/>
              </a:ext>
            </a:extLst>
          </p:cNvPr>
          <p:cNvSpPr>
            <a:spLocks xmlns:a="http://schemas.openxmlformats.org/drawingml/2006/main" noGrp="1"/>
          </p:cNvSpPr>
          <p:nvPr/>
        </p:nvSpPr>
        <p:spPr>
          <a:xfrm xmlns:a="http://schemas.openxmlformats.org/drawingml/2006/main">
            <a:off x="7112311" y="2628900"/>
            <a:ext cx="1945310" cy="0"/>
          </a:xfrm>
          <a:prstGeom xmlns:a="http://schemas.openxmlformats.org/drawingml/2006/main" prst="line">
            <a:avLst/>
          </a:prstGeom>
          <a:ln xmlns:a="http://schemas.openxmlformats.org/drawingml/2006/main" w="19050">
            <a:solidFill>
              <a:srgbClr val="DFFF5B"/>
            </a:solidFill>
          </a:ln>
        </p:spPr>
      </p:sp>
      <p:sp>
        <p:nvSpPr>
          <p:cNvPr id="10" name="text-145">
            <a:extLst xmlns:a="http://schemas.openxmlformats.org/drawingml/2006/main">
              <a:ext uri="{FF2B5EF4-FFF2-40B4-BE49-F238E27FC236}">
                <a16:creationId xmlns:a16="http://schemas.microsoft.com/office/drawing/2014/main" id="{618D6F30-10A2-4284-8A56-7F86A4FB19E5}"/>
              </a:ext>
            </a:extLst>
          </p:cNvPr>
          <p:cNvSpPr>
            <a:spLocks xmlns:a="http://schemas.openxmlformats.org/drawingml/2006/main" noGrp="1"/>
          </p:cNvSpPr>
          <p:nvPr/>
        </p:nvSpPr>
        <p:spPr>
          <a:xfrm xmlns:a="http://schemas.openxmlformats.org/drawingml/2006/main">
            <a:off x="9154461" y="2085975"/>
            <a:ext cx="187245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together.</a:t>
            </a:r>
          </a:p>
        </p:txBody>
      </p:sp>
      <p:sp>
        <p:nvSpPr>
          <p:cNvPr id="11" name="text-146">
            <a:extLst xmlns:a="http://schemas.openxmlformats.org/drawingml/2006/main">
              <a:ext uri="{FF2B5EF4-FFF2-40B4-BE49-F238E27FC236}">
                <a16:creationId xmlns:a16="http://schemas.microsoft.com/office/drawing/2014/main" id="{82C0B474-F7A1-4E12-8325-92B990E4AAC1}"/>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work</a:t>
            </a:r>
          </a:p>
        </p:txBody>
      </p:sp>
      <p:sp>
        <p:nvSpPr>
          <p:cNvPr id="12" name="text-147">
            <a:extLst xmlns:a="http://schemas.openxmlformats.org/drawingml/2006/main">
              <a:ext uri="{FF2B5EF4-FFF2-40B4-BE49-F238E27FC236}">
                <a16:creationId xmlns:a16="http://schemas.microsoft.com/office/drawing/2014/main" id="{4A87480E-CAF5-489E-B701-8C3AF1FBF64C}"/>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worked</a:t>
            </a:r>
          </a:p>
        </p:txBody>
      </p:sp>
      <p:sp>
        <p:nvSpPr>
          <p:cNvPr id="13" name="text-148">
            <a:extLst xmlns:a="http://schemas.openxmlformats.org/drawingml/2006/main">
              <a:ext uri="{FF2B5EF4-FFF2-40B4-BE49-F238E27FC236}">
                <a16:creationId xmlns:a16="http://schemas.microsoft.com/office/drawing/2014/main" id="{4247B506-7C3C-4DF5-A334-C184E193B8E0}"/>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DFFF5B"/>
                </a:solidFill>
                <a:latin typeface="Nunito"/>
                <a:ea typeface="Nunito"/>
                <a:cs typeface="Nunito"/>
              </a:defRPr>
            </a:pPr>
            <a:r>
              <a:rPr sz="2475" b="1">
                <a:solidFill>
                  <a:srgbClr val="DFFF5B"/>
                </a:solidFill>
                <a:latin typeface="Nunito"/>
                <a:ea typeface="Nunito"/>
                <a:cs typeface="Nunito"/>
              </a:rPr>
              <a:t>C   working</a:t>
            </a:r>
          </a:p>
        </p:txBody>
      </p:sp>
      <p:sp>
        <p:nvSpPr>
          <p:cNvPr id="14" name="text-149">
            <a:extLst xmlns:a="http://schemas.openxmlformats.org/drawingml/2006/main">
              <a:ext uri="{FF2B5EF4-FFF2-40B4-BE49-F238E27FC236}">
                <a16:creationId xmlns:a16="http://schemas.microsoft.com/office/drawing/2014/main" id="{D29CD561-3B65-400D-AFEA-8B7BEC53DAA3}"/>
              </a:ext>
            </a:extLst>
          </p:cNvPr>
          <p:cNvSpPr>
            <a:spLocks xmlns:a="http://schemas.openxmlformats.org/drawingml/2006/main" noGrp="1"/>
          </p:cNvSpPr>
          <p:nvPr/>
        </p:nvSpPr>
        <p:spPr>
          <a:xfrm xmlns:a="http://schemas.openxmlformats.org/drawingml/2006/main">
            <a:off x="876300" y="4895850"/>
            <a:ext cx="1043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50" b="1" lang="he-IL">
                <a:solidFill>
                  <a:srgbClr val="DFFF5B"/>
                </a:solidFill>
                <a:latin typeface="Heebo"/>
                <a:ea typeface="Heebo"/>
                <a:cs typeface="Heebo"/>
              </a:defRPr>
            </a:pPr>
            <a:r>
              <a:rPr sz="2250" b="1" lang="he-IL">
                <a:solidFill>
                  <a:srgbClr val="DFFF5B"/>
                </a:solidFill>
                <a:latin typeface="Heebo"/>
                <a:ea typeface="Heebo"/>
                <a:cs typeface="Heebo"/>
              </a:rPr>
              <a:t>אחרי מילת היחס by משתמשים ב־gerund: by working.</a:t>
            </a:r>
          </a:p>
        </p:txBody>
      </p:sp>
      <p:sp>
        <p:nvSpPr>
          <p:cNvPr id="15" name="text-150">
            <a:extLst xmlns:a="http://schemas.openxmlformats.org/drawingml/2006/main">
              <a:ext uri="{FF2B5EF4-FFF2-40B4-BE49-F238E27FC236}">
                <a16:creationId xmlns:a16="http://schemas.microsoft.com/office/drawing/2014/main" id="{00FA79B5-EBC1-46AE-8D95-8A3E880A785A}"/>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22 / 96</a:t>
            </a:r>
          </a:p>
        </p:txBody>
      </p:sp>
    </p:spTree>
    <p:extLst>
      <p:ext uri="{BB962C8B-B14F-4D97-AF65-F5344CB8AC3E}">
        <p14:creationId xmlns:p14="http://schemas.microsoft.com/office/powerpoint/2010/main" val="304849005"/>
      </p:ext>
    </p:extLst>
  </p:cSld>
</p:sld>
</file>

<file path=ppt/slides/slide2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151">
            <a:extLst xmlns:a="http://schemas.openxmlformats.org/drawingml/2006/main">
              <a:ext uri="{FF2B5EF4-FFF2-40B4-BE49-F238E27FC236}">
                <a16:creationId xmlns:a16="http://schemas.microsoft.com/office/drawing/2014/main" id="{12704EEA-DBEC-4E84-8362-40856450C442}"/>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1f8df138b6ef405b"/>
              </a:rPr>
              <a:t>⌂</a:t>
            </a:r>
          </a:p>
        </p:txBody>
      </p:sp>
      <p:sp>
        <p:nvSpPr>
          <p:cNvPr id="2" name="title-152">
            <a:extLst xmlns:a="http://schemas.openxmlformats.org/drawingml/2006/main">
              <a:ext uri="{FF2B5EF4-FFF2-40B4-BE49-F238E27FC236}">
                <a16:creationId xmlns:a16="http://schemas.microsoft.com/office/drawing/2014/main" id="{32F60FDC-F936-42AD-ABD1-F6CA407A08A6}"/>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נימוק עם הסבר</a:t>
            </a:r>
          </a:p>
        </p:txBody>
      </p:sp>
      <p:sp>
        <p:nvSpPr>
          <p:cNvPr id="3" name="text-153">
            <a:extLst xmlns:a="http://schemas.openxmlformats.org/drawingml/2006/main">
              <a:ext uri="{FF2B5EF4-FFF2-40B4-BE49-F238E27FC236}">
                <a16:creationId xmlns:a16="http://schemas.microsoft.com/office/drawing/2014/main" id="{ACD250FE-2E7E-496B-837A-DD4BEE87C110}"/>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First, playing together helps students build friendships. When classmates support one another, they learn to work as a team.</a:t>
            </a:r>
          </a:p>
        </p:txBody>
      </p:sp>
      <p:sp>
        <p:nvSpPr>
          <p:cNvPr id="4" name="text-154">
            <a:extLst xmlns:a="http://schemas.openxmlformats.org/drawingml/2006/main">
              <a:ext uri="{FF2B5EF4-FFF2-40B4-BE49-F238E27FC236}">
                <a16:creationId xmlns:a16="http://schemas.microsoft.com/office/drawing/2014/main" id="{DABD4FE3-7C63-4D5C-BA2B-00F63B037661}"/>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הנימוק מציג חברות. ההסבר מראה מה התלמידים עושים יחד.</a:t>
            </a:r>
          </a:p>
        </p:txBody>
      </p:sp>
      <p:sp>
        <p:nvSpPr>
          <p:cNvPr id="5" name="text-155">
            <a:extLst xmlns:a="http://schemas.openxmlformats.org/drawingml/2006/main">
              <a:ext uri="{FF2B5EF4-FFF2-40B4-BE49-F238E27FC236}">
                <a16:creationId xmlns:a16="http://schemas.microsoft.com/office/drawing/2014/main" id="{92F2CEBE-B7C3-42B2-9258-B01866634348}"/>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23 / 96</a:t>
            </a:r>
          </a:p>
        </p:txBody>
      </p:sp>
    </p:spTree>
    <p:extLst>
      <p:ext uri="{BB962C8B-B14F-4D97-AF65-F5344CB8AC3E}">
        <p14:creationId xmlns:p14="http://schemas.microsoft.com/office/powerpoint/2010/main" val="1255717192"/>
      </p:ext>
    </p:extLst>
  </p:cSld>
</p:sld>
</file>

<file path=ppt/slides/slide2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156">
            <a:extLst xmlns:a="http://schemas.openxmlformats.org/drawingml/2006/main">
              <a:ext uri="{FF2B5EF4-FFF2-40B4-BE49-F238E27FC236}">
                <a16:creationId xmlns:a16="http://schemas.microsoft.com/office/drawing/2014/main" id="{3D945F60-8DFF-46D9-99BC-4D94BC1ED579}"/>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f2c30c9f2d8a4e00"/>
              </a:rPr>
              <a:t>⌂</a:t>
            </a:r>
          </a:p>
        </p:txBody>
      </p:sp>
      <p:sp>
        <p:nvSpPr>
          <p:cNvPr id="2" name="title-157">
            <a:extLst xmlns:a="http://schemas.openxmlformats.org/drawingml/2006/main">
              <a:ext uri="{FF2B5EF4-FFF2-40B4-BE49-F238E27FC236}">
                <a16:creationId xmlns:a16="http://schemas.microsoft.com/office/drawing/2014/main" id="{3ABBFBF8-60B6-4BBC-AEE7-E40E4351215A}"/>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99569df0b5c44a3e"/>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158">
            <a:extLst xmlns:a="http://schemas.openxmlformats.org/drawingml/2006/main">
              <a:ext uri="{FF2B5EF4-FFF2-40B4-BE49-F238E27FC236}">
                <a16:creationId xmlns:a16="http://schemas.microsoft.com/office/drawing/2014/main" id="{CD8DEF4E-3F09-450D-930F-DD1D8013AB1C}"/>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Balancing books is easier in the instructions.</a:t>
            </a:r>
          </a:p>
        </p:txBody>
      </p:sp>
      <p:sp>
        <p:nvSpPr>
          <p:cNvPr id="5" name="text-159">
            <a:extLst xmlns:a="http://schemas.openxmlformats.org/drawingml/2006/main">
              <a:ext uri="{FF2B5EF4-FFF2-40B4-BE49-F238E27FC236}">
                <a16:creationId xmlns:a16="http://schemas.microsoft.com/office/drawing/2014/main" id="{6F33AB85-4A20-4633-B845-D0DEDE0B9BD4}"/>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24 / 96</a:t>
            </a:r>
          </a:p>
        </p:txBody>
      </p:sp>
    </p:spTree>
    <p:extLst>
      <p:ext uri="{BB962C8B-B14F-4D97-AF65-F5344CB8AC3E}">
        <p14:creationId xmlns:p14="http://schemas.microsoft.com/office/powerpoint/2010/main" val="81491128"/>
      </p:ext>
    </p:extLst>
  </p:cSld>
</p:sld>
</file>

<file path=ppt/slides/slide2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9" name="text-160">
            <a:extLst xmlns:a="http://schemas.openxmlformats.org/drawingml/2006/main">
              <a:ext uri="{FF2B5EF4-FFF2-40B4-BE49-F238E27FC236}">
                <a16:creationId xmlns:a16="http://schemas.microsoft.com/office/drawing/2014/main" id="{91452B2E-9887-41F8-A6CA-701A5B6AE5C4}"/>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af69d33001324323"/>
              </a:rPr>
              <a:t>⌂</a:t>
            </a:r>
          </a:p>
        </p:txBody>
      </p:sp>
      <p:sp>
        <p:nvSpPr>
          <p:cNvPr id="2" name="title-161">
            <a:extLst xmlns:a="http://schemas.openxmlformats.org/drawingml/2006/main">
              <a:ext uri="{FF2B5EF4-FFF2-40B4-BE49-F238E27FC236}">
                <a16:creationId xmlns:a16="http://schemas.microsoft.com/office/drawing/2014/main" id="{75917B2B-B7E0-4123-9DF6-38BEDCAF590C}"/>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סיבה</a:t>
            </a:r>
          </a:p>
        </p:txBody>
      </p:sp>
      <p:sp>
        <p:nvSpPr>
          <p:cNvPr id="3" name="text-162">
            <a:extLst xmlns:a="http://schemas.openxmlformats.org/drawingml/2006/main">
              <a:ext uri="{FF2B5EF4-FFF2-40B4-BE49-F238E27FC236}">
                <a16:creationId xmlns:a16="http://schemas.microsoft.com/office/drawing/2014/main" id="{1FC30ACC-0099-43EB-B46F-E3EC1D40A2D6}"/>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163">
            <a:extLst xmlns:a="http://schemas.openxmlformats.org/drawingml/2006/main">
              <a:ext uri="{FF2B5EF4-FFF2-40B4-BE49-F238E27FC236}">
                <a16:creationId xmlns:a16="http://schemas.microsoft.com/office/drawing/2014/main" id="{89C54950-89A2-48AD-B649-DD59E5BD7167}"/>
              </a:ext>
            </a:extLst>
          </p:cNvPr>
          <p:cNvSpPr>
            <a:spLocks xmlns:a="http://schemas.openxmlformats.org/drawingml/2006/main" noGrp="1"/>
          </p:cNvSpPr>
          <p:nvPr/>
        </p:nvSpPr>
        <p:spPr>
          <a:xfrm xmlns:a="http://schemas.openxmlformats.org/drawingml/2006/main">
            <a:off x="910846" y="1776413"/>
            <a:ext cx="189333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Students</a:t>
            </a:r>
          </a:p>
        </p:txBody>
      </p:sp>
      <p:sp>
        <p:nvSpPr>
          <p:cNvPr id="5" name="text-164">
            <a:extLst xmlns:a="http://schemas.openxmlformats.org/drawingml/2006/main">
              <a:ext uri="{FF2B5EF4-FFF2-40B4-BE49-F238E27FC236}">
                <a16:creationId xmlns:a16="http://schemas.microsoft.com/office/drawing/2014/main" id="{1FA91433-AC75-4AA4-9421-0DE4301F3EF6}"/>
              </a:ext>
            </a:extLst>
          </p:cNvPr>
          <p:cNvSpPr>
            <a:spLocks xmlns:a="http://schemas.openxmlformats.org/drawingml/2006/main" noGrp="1"/>
          </p:cNvSpPr>
          <p:nvPr/>
        </p:nvSpPr>
        <p:spPr>
          <a:xfrm xmlns:a="http://schemas.openxmlformats.org/drawingml/2006/main">
            <a:off x="2881975" y="1776413"/>
            <a:ext cx="80401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feel</a:t>
            </a:r>
          </a:p>
        </p:txBody>
      </p:sp>
      <p:sp>
        <p:nvSpPr>
          <p:cNvPr id="6" name="text-165">
            <a:extLst xmlns:a="http://schemas.openxmlformats.org/drawingml/2006/main">
              <a:ext uri="{FF2B5EF4-FFF2-40B4-BE49-F238E27FC236}">
                <a16:creationId xmlns:a16="http://schemas.microsoft.com/office/drawing/2014/main" id="{8F0B32A2-7915-47E0-88F3-F3366A0B357D}"/>
              </a:ext>
            </a:extLst>
          </p:cNvPr>
          <p:cNvSpPr>
            <a:spLocks xmlns:a="http://schemas.openxmlformats.org/drawingml/2006/main" noGrp="1"/>
          </p:cNvSpPr>
          <p:nvPr/>
        </p:nvSpPr>
        <p:spPr>
          <a:xfrm xmlns:a="http://schemas.openxmlformats.org/drawingml/2006/main">
            <a:off x="3763782" y="1776413"/>
            <a:ext cx="179555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included</a:t>
            </a:r>
          </a:p>
        </p:txBody>
      </p:sp>
      <p:sp>
        <p:nvSpPr>
          <p:cNvPr id="7" name="text-166">
            <a:extLst xmlns:a="http://schemas.openxmlformats.org/drawingml/2006/main">
              <a:ext uri="{FF2B5EF4-FFF2-40B4-BE49-F238E27FC236}">
                <a16:creationId xmlns:a16="http://schemas.microsoft.com/office/drawing/2014/main" id="{78A0B0DD-50AB-4D31-B18C-BC400EC0F158}"/>
              </a:ext>
            </a:extLst>
          </p:cNvPr>
          <p:cNvSpPr>
            <a:spLocks xmlns:a="http://schemas.openxmlformats.org/drawingml/2006/main" noGrp="1"/>
          </p:cNvSpPr>
          <p:nvPr/>
        </p:nvSpPr>
        <p:spPr>
          <a:xfrm xmlns:a="http://schemas.openxmlformats.org/drawingml/2006/main">
            <a:off x="5656176" y="1776413"/>
            <a:ext cx="214629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 </a:t>
            </a:r>
          </a:p>
        </p:txBody>
      </p:sp>
      <p:sp>
        <p:nvSpPr>
          <p:cNvPr id="8" name="gap-line-25">
            <a:extLst xmlns:a="http://schemas.openxmlformats.org/drawingml/2006/main">
              <a:ext uri="{FF2B5EF4-FFF2-40B4-BE49-F238E27FC236}">
                <a16:creationId xmlns:a16="http://schemas.microsoft.com/office/drawing/2014/main" id="{B4C0046D-6A8E-454C-9C9F-B9B4383EAF76}"/>
              </a:ext>
            </a:extLst>
          </p:cNvPr>
          <p:cNvSpPr>
            <a:spLocks xmlns:a="http://schemas.openxmlformats.org/drawingml/2006/main" noGrp="1"/>
          </p:cNvSpPr>
          <p:nvPr/>
        </p:nvSpPr>
        <p:spPr>
          <a:xfrm xmlns:a="http://schemas.openxmlformats.org/drawingml/2006/main">
            <a:off x="5656176" y="2319338"/>
            <a:ext cx="2146291" cy="0"/>
          </a:xfrm>
          <a:prstGeom xmlns:a="http://schemas.openxmlformats.org/drawingml/2006/main" prst="line">
            <a:avLst/>
          </a:prstGeom>
          <a:ln xmlns:a="http://schemas.openxmlformats.org/drawingml/2006/main" w="19050">
            <a:solidFill>
              <a:srgbClr val="4EE5FF"/>
            </a:solidFill>
          </a:ln>
        </p:spPr>
      </p:sp>
      <p:sp>
        <p:nvSpPr>
          <p:cNvPr id="9" name="text-167">
            <a:extLst xmlns:a="http://schemas.openxmlformats.org/drawingml/2006/main">
              <a:ext uri="{FF2B5EF4-FFF2-40B4-BE49-F238E27FC236}">
                <a16:creationId xmlns:a16="http://schemas.microsoft.com/office/drawing/2014/main" id="{C9F8F91F-4BAF-49EC-844A-20461637F2B0}"/>
              </a:ext>
            </a:extLst>
          </p:cNvPr>
          <p:cNvSpPr>
            <a:spLocks xmlns:a="http://schemas.openxmlformats.org/drawingml/2006/main" noGrp="1"/>
          </p:cNvSpPr>
          <p:nvPr/>
        </p:nvSpPr>
        <p:spPr>
          <a:xfrm xmlns:a="http://schemas.openxmlformats.org/drawingml/2006/main">
            <a:off x="7899308" y="1776413"/>
            <a:ext cx="95737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their</a:t>
            </a:r>
          </a:p>
        </p:txBody>
      </p:sp>
      <p:sp>
        <p:nvSpPr>
          <p:cNvPr id="10" name="text-168">
            <a:extLst xmlns:a="http://schemas.openxmlformats.org/drawingml/2006/main">
              <a:ext uri="{FF2B5EF4-FFF2-40B4-BE49-F238E27FC236}">
                <a16:creationId xmlns:a16="http://schemas.microsoft.com/office/drawing/2014/main" id="{C595CAF6-CAB8-435F-9E6B-5AA05FCA5247}"/>
              </a:ext>
            </a:extLst>
          </p:cNvPr>
          <p:cNvSpPr>
            <a:spLocks xmlns:a="http://schemas.openxmlformats.org/drawingml/2006/main" noGrp="1"/>
          </p:cNvSpPr>
          <p:nvPr/>
        </p:nvSpPr>
        <p:spPr>
          <a:xfrm xmlns:a="http://schemas.openxmlformats.org/drawingml/2006/main">
            <a:off x="8934476" y="1776413"/>
            <a:ext cx="234667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classmates</a:t>
            </a:r>
          </a:p>
        </p:txBody>
      </p:sp>
      <p:sp>
        <p:nvSpPr>
          <p:cNvPr id="11" name="text-169">
            <a:extLst xmlns:a="http://schemas.openxmlformats.org/drawingml/2006/main">
              <a:ext uri="{FF2B5EF4-FFF2-40B4-BE49-F238E27FC236}">
                <a16:creationId xmlns:a16="http://schemas.microsoft.com/office/drawing/2014/main" id="{D71CDA4D-1E96-44E3-A841-BE2F49799B23}"/>
              </a:ext>
            </a:extLst>
          </p:cNvPr>
          <p:cNvSpPr>
            <a:spLocks xmlns:a="http://schemas.openxmlformats.org/drawingml/2006/main" noGrp="1"/>
          </p:cNvSpPr>
          <p:nvPr/>
        </p:nvSpPr>
        <p:spPr>
          <a:xfrm xmlns:a="http://schemas.openxmlformats.org/drawingml/2006/main">
            <a:off x="4117872" y="2395538"/>
            <a:ext cx="100356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pass</a:t>
            </a:r>
          </a:p>
        </p:txBody>
      </p:sp>
      <p:sp>
        <p:nvSpPr>
          <p:cNvPr id="12" name="text-170">
            <a:extLst xmlns:a="http://schemas.openxmlformats.org/drawingml/2006/main">
              <a:ext uri="{FF2B5EF4-FFF2-40B4-BE49-F238E27FC236}">
                <a16:creationId xmlns:a16="http://schemas.microsoft.com/office/drawing/2014/main" id="{31DC03DC-FB17-4A8F-B9B6-34AABCDF07D1}"/>
              </a:ext>
            </a:extLst>
          </p:cNvPr>
          <p:cNvSpPr>
            <a:spLocks xmlns:a="http://schemas.openxmlformats.org/drawingml/2006/main" noGrp="1"/>
          </p:cNvSpPr>
          <p:nvPr/>
        </p:nvSpPr>
        <p:spPr>
          <a:xfrm xmlns:a="http://schemas.openxmlformats.org/drawingml/2006/main">
            <a:off x="5199224" y="2395538"/>
            <a:ext cx="109946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them</a:t>
            </a:r>
          </a:p>
        </p:txBody>
      </p:sp>
      <p:sp>
        <p:nvSpPr>
          <p:cNvPr id="13" name="text-171">
            <a:extLst xmlns:a="http://schemas.openxmlformats.org/drawingml/2006/main">
              <a:ext uri="{FF2B5EF4-FFF2-40B4-BE49-F238E27FC236}">
                <a16:creationId xmlns:a16="http://schemas.microsoft.com/office/drawing/2014/main" id="{F164DABD-2F69-4DDA-9D4F-DE3292B5B600}"/>
              </a:ext>
            </a:extLst>
          </p:cNvPr>
          <p:cNvSpPr>
            <a:spLocks xmlns:a="http://schemas.openxmlformats.org/drawingml/2006/main" noGrp="1"/>
          </p:cNvSpPr>
          <p:nvPr/>
        </p:nvSpPr>
        <p:spPr>
          <a:xfrm xmlns:a="http://schemas.openxmlformats.org/drawingml/2006/main">
            <a:off x="6376482" y="2395538"/>
            <a:ext cx="70137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a:t>
            </a:r>
          </a:p>
        </p:txBody>
      </p:sp>
      <p:sp>
        <p:nvSpPr>
          <p:cNvPr id="14" name="text-172">
            <a:extLst xmlns:a="http://schemas.openxmlformats.org/drawingml/2006/main">
              <a:ext uri="{FF2B5EF4-FFF2-40B4-BE49-F238E27FC236}">
                <a16:creationId xmlns:a16="http://schemas.microsoft.com/office/drawing/2014/main" id="{B60F67BF-B701-4F6D-B3F5-ABC94FA4D911}"/>
              </a:ext>
            </a:extLst>
          </p:cNvPr>
          <p:cNvSpPr>
            <a:spLocks xmlns:a="http://schemas.openxmlformats.org/drawingml/2006/main" noGrp="1"/>
          </p:cNvSpPr>
          <p:nvPr/>
        </p:nvSpPr>
        <p:spPr>
          <a:xfrm xmlns:a="http://schemas.openxmlformats.org/drawingml/2006/main">
            <a:off x="7155644" y="2395538"/>
            <a:ext cx="91848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ball.</a:t>
            </a:r>
          </a:p>
        </p:txBody>
      </p:sp>
      <p:sp>
        <p:nvSpPr>
          <p:cNvPr id="15" name="text-173">
            <a:extLst xmlns:a="http://schemas.openxmlformats.org/drawingml/2006/main">
              <a:ext uri="{FF2B5EF4-FFF2-40B4-BE49-F238E27FC236}">
                <a16:creationId xmlns:a16="http://schemas.microsoft.com/office/drawing/2014/main" id="{A5E89C24-8BE2-4C58-B440-84568F734023}"/>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therefore</a:t>
            </a:r>
          </a:p>
        </p:txBody>
      </p:sp>
      <p:sp>
        <p:nvSpPr>
          <p:cNvPr id="16" name="text-174">
            <a:extLst xmlns:a="http://schemas.openxmlformats.org/drawingml/2006/main">
              <a:ext uri="{FF2B5EF4-FFF2-40B4-BE49-F238E27FC236}">
                <a16:creationId xmlns:a16="http://schemas.microsoft.com/office/drawing/2014/main" id="{603859C4-819F-4B2F-A05C-BC627B4F7E9C}"/>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because</a:t>
            </a:r>
          </a:p>
        </p:txBody>
      </p:sp>
      <p:sp>
        <p:nvSpPr>
          <p:cNvPr id="17" name="text-175">
            <a:extLst xmlns:a="http://schemas.openxmlformats.org/drawingml/2006/main">
              <a:ext uri="{FF2B5EF4-FFF2-40B4-BE49-F238E27FC236}">
                <a16:creationId xmlns:a16="http://schemas.microsoft.com/office/drawing/2014/main" id="{F999981B-2340-4A3B-B417-E1D23B9FE6D1}"/>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however</a:t>
            </a:r>
          </a:p>
        </p:txBody>
      </p:sp>
      <p:sp>
        <p:nvSpPr>
          <p:cNvPr id="18" name="text-176">
            <a:extLst xmlns:a="http://schemas.openxmlformats.org/drawingml/2006/main">
              <a:ext uri="{FF2B5EF4-FFF2-40B4-BE49-F238E27FC236}">
                <a16:creationId xmlns:a16="http://schemas.microsoft.com/office/drawing/2014/main" id="{089B6258-5A55-49C2-89D4-2824F53058D6}"/>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25 / 96</a:t>
            </a:r>
          </a:p>
        </p:txBody>
      </p:sp>
    </p:spTree>
    <p:extLst>
      <p:ext uri="{BB962C8B-B14F-4D97-AF65-F5344CB8AC3E}">
        <p14:creationId xmlns:p14="http://schemas.microsoft.com/office/powerpoint/2010/main" val="753370821"/>
      </p:ext>
    </p:extLst>
  </p:cSld>
</p:sld>
</file>

<file path=ppt/slides/slide2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0" name="text-177">
            <a:extLst xmlns:a="http://schemas.openxmlformats.org/drawingml/2006/main">
              <a:ext uri="{FF2B5EF4-FFF2-40B4-BE49-F238E27FC236}">
                <a16:creationId xmlns:a16="http://schemas.microsoft.com/office/drawing/2014/main" id="{C4A754AE-AB3A-44B8-A530-F1C792133E07}"/>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e44c0c108a33432f"/>
              </a:rPr>
              <a:t>⌂</a:t>
            </a:r>
          </a:p>
        </p:txBody>
      </p:sp>
      <p:sp>
        <p:nvSpPr>
          <p:cNvPr id="2" name="title-178">
            <a:extLst xmlns:a="http://schemas.openxmlformats.org/drawingml/2006/main">
              <a:ext uri="{FF2B5EF4-FFF2-40B4-BE49-F238E27FC236}">
                <a16:creationId xmlns:a16="http://schemas.microsoft.com/office/drawing/2014/main" id="{3A1B9FD4-6147-40BC-A8D6-B1BEEC972188}"/>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סיבה</a:t>
            </a:r>
          </a:p>
        </p:txBody>
      </p:sp>
      <p:sp>
        <p:nvSpPr>
          <p:cNvPr id="3" name="text-179">
            <a:extLst xmlns:a="http://schemas.openxmlformats.org/drawingml/2006/main">
              <a:ext uri="{FF2B5EF4-FFF2-40B4-BE49-F238E27FC236}">
                <a16:creationId xmlns:a16="http://schemas.microsoft.com/office/drawing/2014/main" id="{57DA48BE-6C8A-4593-9373-1E63A5E7C51D}"/>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180">
            <a:extLst xmlns:a="http://schemas.openxmlformats.org/drawingml/2006/main">
              <a:ext uri="{FF2B5EF4-FFF2-40B4-BE49-F238E27FC236}">
                <a16:creationId xmlns:a16="http://schemas.microsoft.com/office/drawing/2014/main" id="{5E87B219-6EAC-485B-9266-ADE83D74E43E}"/>
              </a:ext>
            </a:extLst>
          </p:cNvPr>
          <p:cNvSpPr>
            <a:spLocks xmlns:a="http://schemas.openxmlformats.org/drawingml/2006/main" noGrp="1"/>
          </p:cNvSpPr>
          <p:nvPr/>
        </p:nvSpPr>
        <p:spPr>
          <a:xfrm xmlns:a="http://schemas.openxmlformats.org/drawingml/2006/main">
            <a:off x="910846" y="1776413"/>
            <a:ext cx="189333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Students</a:t>
            </a:r>
          </a:p>
        </p:txBody>
      </p:sp>
      <p:sp>
        <p:nvSpPr>
          <p:cNvPr id="5" name="text-181">
            <a:extLst xmlns:a="http://schemas.openxmlformats.org/drawingml/2006/main">
              <a:ext uri="{FF2B5EF4-FFF2-40B4-BE49-F238E27FC236}">
                <a16:creationId xmlns:a16="http://schemas.microsoft.com/office/drawing/2014/main" id="{BB57C8B9-2A74-4F83-8290-1D15B10DB020}"/>
              </a:ext>
            </a:extLst>
          </p:cNvPr>
          <p:cNvSpPr>
            <a:spLocks xmlns:a="http://schemas.openxmlformats.org/drawingml/2006/main" noGrp="1"/>
          </p:cNvSpPr>
          <p:nvPr/>
        </p:nvSpPr>
        <p:spPr>
          <a:xfrm xmlns:a="http://schemas.openxmlformats.org/drawingml/2006/main">
            <a:off x="2881975" y="1776413"/>
            <a:ext cx="80401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feel</a:t>
            </a:r>
          </a:p>
        </p:txBody>
      </p:sp>
      <p:sp>
        <p:nvSpPr>
          <p:cNvPr id="6" name="text-182">
            <a:extLst xmlns:a="http://schemas.openxmlformats.org/drawingml/2006/main">
              <a:ext uri="{FF2B5EF4-FFF2-40B4-BE49-F238E27FC236}">
                <a16:creationId xmlns:a16="http://schemas.microsoft.com/office/drawing/2014/main" id="{6DF551F3-EC0A-450F-A275-AE45B62F41A0}"/>
              </a:ext>
            </a:extLst>
          </p:cNvPr>
          <p:cNvSpPr>
            <a:spLocks xmlns:a="http://schemas.openxmlformats.org/drawingml/2006/main" noGrp="1"/>
          </p:cNvSpPr>
          <p:nvPr/>
        </p:nvSpPr>
        <p:spPr>
          <a:xfrm xmlns:a="http://schemas.openxmlformats.org/drawingml/2006/main">
            <a:off x="3763782" y="1776413"/>
            <a:ext cx="179555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included</a:t>
            </a:r>
          </a:p>
        </p:txBody>
      </p:sp>
      <p:sp>
        <p:nvSpPr>
          <p:cNvPr id="7" name="text-183">
            <a:extLst xmlns:a="http://schemas.openxmlformats.org/drawingml/2006/main">
              <a:ext uri="{FF2B5EF4-FFF2-40B4-BE49-F238E27FC236}">
                <a16:creationId xmlns:a16="http://schemas.microsoft.com/office/drawing/2014/main" id="{510ACEA7-B82F-44D9-A68E-2226A318DF4F}"/>
              </a:ext>
            </a:extLst>
          </p:cNvPr>
          <p:cNvSpPr>
            <a:spLocks xmlns:a="http://schemas.openxmlformats.org/drawingml/2006/main" noGrp="1"/>
          </p:cNvSpPr>
          <p:nvPr/>
        </p:nvSpPr>
        <p:spPr>
          <a:xfrm xmlns:a="http://schemas.openxmlformats.org/drawingml/2006/main">
            <a:off x="5656176" y="1776413"/>
            <a:ext cx="214629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because</a:t>
            </a:r>
          </a:p>
        </p:txBody>
      </p:sp>
      <p:sp>
        <p:nvSpPr>
          <p:cNvPr id="8" name="gap-line-26">
            <a:extLst xmlns:a="http://schemas.openxmlformats.org/drawingml/2006/main">
              <a:ext uri="{FF2B5EF4-FFF2-40B4-BE49-F238E27FC236}">
                <a16:creationId xmlns:a16="http://schemas.microsoft.com/office/drawing/2014/main" id="{4BEA75C8-80C1-441D-8FA6-42CDA34F889E}"/>
              </a:ext>
            </a:extLst>
          </p:cNvPr>
          <p:cNvSpPr>
            <a:spLocks xmlns:a="http://schemas.openxmlformats.org/drawingml/2006/main" noGrp="1"/>
          </p:cNvSpPr>
          <p:nvPr/>
        </p:nvSpPr>
        <p:spPr>
          <a:xfrm xmlns:a="http://schemas.openxmlformats.org/drawingml/2006/main">
            <a:off x="5656176" y="2319338"/>
            <a:ext cx="2146291" cy="0"/>
          </a:xfrm>
          <a:prstGeom xmlns:a="http://schemas.openxmlformats.org/drawingml/2006/main" prst="line">
            <a:avLst/>
          </a:prstGeom>
          <a:ln xmlns:a="http://schemas.openxmlformats.org/drawingml/2006/main" w="19050">
            <a:solidFill>
              <a:srgbClr val="DFFF5B"/>
            </a:solidFill>
          </a:ln>
        </p:spPr>
      </p:sp>
      <p:sp>
        <p:nvSpPr>
          <p:cNvPr id="9" name="text-184">
            <a:extLst xmlns:a="http://schemas.openxmlformats.org/drawingml/2006/main">
              <a:ext uri="{FF2B5EF4-FFF2-40B4-BE49-F238E27FC236}">
                <a16:creationId xmlns:a16="http://schemas.microsoft.com/office/drawing/2014/main" id="{5AF4222A-A03F-48F7-9FB2-BABED235249B}"/>
              </a:ext>
            </a:extLst>
          </p:cNvPr>
          <p:cNvSpPr>
            <a:spLocks xmlns:a="http://schemas.openxmlformats.org/drawingml/2006/main" noGrp="1"/>
          </p:cNvSpPr>
          <p:nvPr/>
        </p:nvSpPr>
        <p:spPr>
          <a:xfrm xmlns:a="http://schemas.openxmlformats.org/drawingml/2006/main">
            <a:off x="7899308" y="1776413"/>
            <a:ext cx="95737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their</a:t>
            </a:r>
          </a:p>
        </p:txBody>
      </p:sp>
      <p:sp>
        <p:nvSpPr>
          <p:cNvPr id="10" name="text-185">
            <a:extLst xmlns:a="http://schemas.openxmlformats.org/drawingml/2006/main">
              <a:ext uri="{FF2B5EF4-FFF2-40B4-BE49-F238E27FC236}">
                <a16:creationId xmlns:a16="http://schemas.microsoft.com/office/drawing/2014/main" id="{B509CAFC-F027-4A66-A896-BB6FEF90A053}"/>
              </a:ext>
            </a:extLst>
          </p:cNvPr>
          <p:cNvSpPr>
            <a:spLocks xmlns:a="http://schemas.openxmlformats.org/drawingml/2006/main" noGrp="1"/>
          </p:cNvSpPr>
          <p:nvPr/>
        </p:nvSpPr>
        <p:spPr>
          <a:xfrm xmlns:a="http://schemas.openxmlformats.org/drawingml/2006/main">
            <a:off x="8934476" y="1776413"/>
            <a:ext cx="234667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classmates</a:t>
            </a:r>
          </a:p>
        </p:txBody>
      </p:sp>
      <p:sp>
        <p:nvSpPr>
          <p:cNvPr id="11" name="text-186">
            <a:extLst xmlns:a="http://schemas.openxmlformats.org/drawingml/2006/main">
              <a:ext uri="{FF2B5EF4-FFF2-40B4-BE49-F238E27FC236}">
                <a16:creationId xmlns:a16="http://schemas.microsoft.com/office/drawing/2014/main" id="{CD888144-2FC7-45D0-81A3-D82EB9C60919}"/>
              </a:ext>
            </a:extLst>
          </p:cNvPr>
          <p:cNvSpPr>
            <a:spLocks xmlns:a="http://schemas.openxmlformats.org/drawingml/2006/main" noGrp="1"/>
          </p:cNvSpPr>
          <p:nvPr/>
        </p:nvSpPr>
        <p:spPr>
          <a:xfrm xmlns:a="http://schemas.openxmlformats.org/drawingml/2006/main">
            <a:off x="4117872" y="2395538"/>
            <a:ext cx="100356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pass</a:t>
            </a:r>
          </a:p>
        </p:txBody>
      </p:sp>
      <p:sp>
        <p:nvSpPr>
          <p:cNvPr id="12" name="text-187">
            <a:extLst xmlns:a="http://schemas.openxmlformats.org/drawingml/2006/main">
              <a:ext uri="{FF2B5EF4-FFF2-40B4-BE49-F238E27FC236}">
                <a16:creationId xmlns:a16="http://schemas.microsoft.com/office/drawing/2014/main" id="{6F7812FF-83D3-430F-9063-E260F123AABE}"/>
              </a:ext>
            </a:extLst>
          </p:cNvPr>
          <p:cNvSpPr>
            <a:spLocks xmlns:a="http://schemas.openxmlformats.org/drawingml/2006/main" noGrp="1"/>
          </p:cNvSpPr>
          <p:nvPr/>
        </p:nvSpPr>
        <p:spPr>
          <a:xfrm xmlns:a="http://schemas.openxmlformats.org/drawingml/2006/main">
            <a:off x="5199224" y="2395538"/>
            <a:ext cx="109946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them</a:t>
            </a:r>
          </a:p>
        </p:txBody>
      </p:sp>
      <p:sp>
        <p:nvSpPr>
          <p:cNvPr id="13" name="text-188">
            <a:extLst xmlns:a="http://schemas.openxmlformats.org/drawingml/2006/main">
              <a:ext uri="{FF2B5EF4-FFF2-40B4-BE49-F238E27FC236}">
                <a16:creationId xmlns:a16="http://schemas.microsoft.com/office/drawing/2014/main" id="{7BD88D79-7B32-4F2D-92A6-97E7739D583D}"/>
              </a:ext>
            </a:extLst>
          </p:cNvPr>
          <p:cNvSpPr>
            <a:spLocks xmlns:a="http://schemas.openxmlformats.org/drawingml/2006/main" noGrp="1"/>
          </p:cNvSpPr>
          <p:nvPr/>
        </p:nvSpPr>
        <p:spPr>
          <a:xfrm xmlns:a="http://schemas.openxmlformats.org/drawingml/2006/main">
            <a:off x="6376482" y="2395538"/>
            <a:ext cx="70137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a:t>
            </a:r>
          </a:p>
        </p:txBody>
      </p:sp>
      <p:sp>
        <p:nvSpPr>
          <p:cNvPr id="14" name="text-189">
            <a:extLst xmlns:a="http://schemas.openxmlformats.org/drawingml/2006/main">
              <a:ext uri="{FF2B5EF4-FFF2-40B4-BE49-F238E27FC236}">
                <a16:creationId xmlns:a16="http://schemas.microsoft.com/office/drawing/2014/main" id="{F21068CD-785A-4DDA-A0BC-73A1D56717A2}"/>
              </a:ext>
            </a:extLst>
          </p:cNvPr>
          <p:cNvSpPr>
            <a:spLocks xmlns:a="http://schemas.openxmlformats.org/drawingml/2006/main" noGrp="1"/>
          </p:cNvSpPr>
          <p:nvPr/>
        </p:nvSpPr>
        <p:spPr>
          <a:xfrm xmlns:a="http://schemas.openxmlformats.org/drawingml/2006/main">
            <a:off x="7155644" y="2395538"/>
            <a:ext cx="91848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ball.</a:t>
            </a:r>
          </a:p>
        </p:txBody>
      </p:sp>
      <p:sp>
        <p:nvSpPr>
          <p:cNvPr id="15" name="text-190">
            <a:extLst xmlns:a="http://schemas.openxmlformats.org/drawingml/2006/main">
              <a:ext uri="{FF2B5EF4-FFF2-40B4-BE49-F238E27FC236}">
                <a16:creationId xmlns:a16="http://schemas.microsoft.com/office/drawing/2014/main" id="{5B72A3F4-51A0-4ACB-B01B-80153AF01841}"/>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therefore</a:t>
            </a:r>
          </a:p>
        </p:txBody>
      </p:sp>
      <p:sp>
        <p:nvSpPr>
          <p:cNvPr id="16" name="text-191">
            <a:extLst xmlns:a="http://schemas.openxmlformats.org/drawingml/2006/main">
              <a:ext uri="{FF2B5EF4-FFF2-40B4-BE49-F238E27FC236}">
                <a16:creationId xmlns:a16="http://schemas.microsoft.com/office/drawing/2014/main" id="{7EC5C159-38F6-4D16-9928-852C29ACB33B}"/>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DFFF5B"/>
                </a:solidFill>
                <a:latin typeface="Nunito"/>
                <a:ea typeface="Nunito"/>
                <a:cs typeface="Nunito"/>
              </a:defRPr>
            </a:pPr>
            <a:r>
              <a:rPr sz="2475" b="1">
                <a:solidFill>
                  <a:srgbClr val="DFFF5B"/>
                </a:solidFill>
                <a:latin typeface="Nunito"/>
                <a:ea typeface="Nunito"/>
                <a:cs typeface="Nunito"/>
              </a:rPr>
              <a:t>B   because</a:t>
            </a:r>
          </a:p>
        </p:txBody>
      </p:sp>
      <p:sp>
        <p:nvSpPr>
          <p:cNvPr id="17" name="text-192">
            <a:extLst xmlns:a="http://schemas.openxmlformats.org/drawingml/2006/main">
              <a:ext uri="{FF2B5EF4-FFF2-40B4-BE49-F238E27FC236}">
                <a16:creationId xmlns:a16="http://schemas.microsoft.com/office/drawing/2014/main" id="{EBA38487-0AD7-43CD-8802-D74B22D97649}"/>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however</a:t>
            </a:r>
          </a:p>
        </p:txBody>
      </p:sp>
      <p:sp>
        <p:nvSpPr>
          <p:cNvPr id="18" name="text-193">
            <a:extLst xmlns:a="http://schemas.openxmlformats.org/drawingml/2006/main">
              <a:ext uri="{FF2B5EF4-FFF2-40B4-BE49-F238E27FC236}">
                <a16:creationId xmlns:a16="http://schemas.microsoft.com/office/drawing/2014/main" id="{254736DE-D750-4ADF-9F99-06F82026F427}"/>
              </a:ext>
            </a:extLst>
          </p:cNvPr>
          <p:cNvSpPr>
            <a:spLocks xmlns:a="http://schemas.openxmlformats.org/drawingml/2006/main" noGrp="1"/>
          </p:cNvSpPr>
          <p:nvPr/>
        </p:nvSpPr>
        <p:spPr>
          <a:xfrm xmlns:a="http://schemas.openxmlformats.org/drawingml/2006/main">
            <a:off x="876300" y="4895850"/>
            <a:ext cx="1043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50" b="1" lang="he-IL">
                <a:solidFill>
                  <a:srgbClr val="DFFF5B"/>
                </a:solidFill>
                <a:latin typeface="Heebo"/>
                <a:ea typeface="Heebo"/>
                <a:cs typeface="Heebo"/>
              </a:defRPr>
            </a:pPr>
            <a:r>
              <a:rPr sz="2250" b="1" lang="he-IL">
                <a:solidFill>
                  <a:srgbClr val="DFFF5B"/>
                </a:solidFill>
                <a:latin typeface="Heebo"/>
                <a:ea typeface="Heebo"/>
                <a:cs typeface="Heebo"/>
              </a:rPr>
              <a:t>Because מחבר סיבה למשפט. אחריו מופיע משפט עם נושא ופועל.</a:t>
            </a:r>
          </a:p>
        </p:txBody>
      </p:sp>
      <p:sp>
        <p:nvSpPr>
          <p:cNvPr id="19" name="text-194">
            <a:extLst xmlns:a="http://schemas.openxmlformats.org/drawingml/2006/main">
              <a:ext uri="{FF2B5EF4-FFF2-40B4-BE49-F238E27FC236}">
                <a16:creationId xmlns:a16="http://schemas.microsoft.com/office/drawing/2014/main" id="{4B9112AD-4DA6-4AED-9714-ECE9491D5689}"/>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26 / 96</a:t>
            </a:r>
          </a:p>
        </p:txBody>
      </p:sp>
    </p:spTree>
    <p:extLst>
      <p:ext uri="{BB962C8B-B14F-4D97-AF65-F5344CB8AC3E}">
        <p14:creationId xmlns:p14="http://schemas.microsoft.com/office/powerpoint/2010/main" val="196526406"/>
      </p:ext>
    </p:extLst>
  </p:cSld>
</p:sld>
</file>

<file path=ppt/slides/slide2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8" name="text-195">
            <a:extLst xmlns:a="http://schemas.openxmlformats.org/drawingml/2006/main">
              <a:ext uri="{FF2B5EF4-FFF2-40B4-BE49-F238E27FC236}">
                <a16:creationId xmlns:a16="http://schemas.microsoft.com/office/drawing/2014/main" id="{1080D754-B148-49A9-839B-03DC316D39BE}"/>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d2be2ce34bf4481f"/>
              </a:rPr>
              <a:t>⌂</a:t>
            </a:r>
          </a:p>
        </p:txBody>
      </p:sp>
      <p:sp>
        <p:nvSpPr>
          <p:cNvPr id="2" name="title-196">
            <a:extLst xmlns:a="http://schemas.openxmlformats.org/drawingml/2006/main">
              <a:ext uri="{FF2B5EF4-FFF2-40B4-BE49-F238E27FC236}">
                <a16:creationId xmlns:a16="http://schemas.microsoft.com/office/drawing/2014/main" id="{E012C071-0813-4C4E-BF46-7A11423880F6}"/>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תוצאה</a:t>
            </a:r>
          </a:p>
        </p:txBody>
      </p:sp>
      <p:sp>
        <p:nvSpPr>
          <p:cNvPr id="3" name="text-197">
            <a:extLst xmlns:a="http://schemas.openxmlformats.org/drawingml/2006/main">
              <a:ext uri="{FF2B5EF4-FFF2-40B4-BE49-F238E27FC236}">
                <a16:creationId xmlns:a16="http://schemas.microsoft.com/office/drawing/2014/main" id="{BED1199F-CBAD-4B76-8E9D-FF17AD73F4BF}"/>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198">
            <a:extLst xmlns:a="http://schemas.openxmlformats.org/drawingml/2006/main">
              <a:ext uri="{FF2B5EF4-FFF2-40B4-BE49-F238E27FC236}">
                <a16:creationId xmlns:a16="http://schemas.microsoft.com/office/drawing/2014/main" id="{D3E55A6B-4EF4-4DAC-8252-C930643D27DA}"/>
              </a:ext>
            </a:extLst>
          </p:cNvPr>
          <p:cNvSpPr>
            <a:spLocks xmlns:a="http://schemas.openxmlformats.org/drawingml/2006/main" noGrp="1"/>
          </p:cNvSpPr>
          <p:nvPr/>
        </p:nvSpPr>
        <p:spPr>
          <a:xfrm xmlns:a="http://schemas.openxmlformats.org/drawingml/2006/main">
            <a:off x="1027517" y="1776413"/>
            <a:ext cx="244733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Classmates</a:t>
            </a:r>
          </a:p>
        </p:txBody>
      </p:sp>
      <p:sp>
        <p:nvSpPr>
          <p:cNvPr id="5" name="text-199">
            <a:extLst xmlns:a="http://schemas.openxmlformats.org/drawingml/2006/main">
              <a:ext uri="{FF2B5EF4-FFF2-40B4-BE49-F238E27FC236}">
                <a16:creationId xmlns:a16="http://schemas.microsoft.com/office/drawing/2014/main" id="{A043D4F9-DC4E-4097-B612-A25F4ED816AE}"/>
              </a:ext>
            </a:extLst>
          </p:cNvPr>
          <p:cNvSpPr>
            <a:spLocks xmlns:a="http://schemas.openxmlformats.org/drawingml/2006/main" noGrp="1"/>
          </p:cNvSpPr>
          <p:nvPr/>
        </p:nvSpPr>
        <p:spPr>
          <a:xfrm xmlns:a="http://schemas.openxmlformats.org/drawingml/2006/main">
            <a:off x="3552642" y="1776413"/>
            <a:ext cx="219177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encourage</a:t>
            </a:r>
          </a:p>
        </p:txBody>
      </p:sp>
      <p:sp>
        <p:nvSpPr>
          <p:cNvPr id="6" name="text-200">
            <a:extLst xmlns:a="http://schemas.openxmlformats.org/drawingml/2006/main">
              <a:ext uri="{FF2B5EF4-FFF2-40B4-BE49-F238E27FC236}">
                <a16:creationId xmlns:a16="http://schemas.microsoft.com/office/drawing/2014/main" id="{13CAE721-163F-47F3-B38A-C2962AA6A283}"/>
              </a:ext>
            </a:extLst>
          </p:cNvPr>
          <p:cNvSpPr>
            <a:spLocks xmlns:a="http://schemas.openxmlformats.org/drawingml/2006/main" noGrp="1"/>
          </p:cNvSpPr>
          <p:nvPr/>
        </p:nvSpPr>
        <p:spPr>
          <a:xfrm xmlns:a="http://schemas.openxmlformats.org/drawingml/2006/main">
            <a:off x="5822204" y="1776413"/>
            <a:ext cx="217840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beginners.</a:t>
            </a:r>
          </a:p>
        </p:txBody>
      </p:sp>
      <p:sp>
        <p:nvSpPr>
          <p:cNvPr id="7" name="text-201">
            <a:extLst xmlns:a="http://schemas.openxmlformats.org/drawingml/2006/main">
              <a:ext uri="{FF2B5EF4-FFF2-40B4-BE49-F238E27FC236}">
                <a16:creationId xmlns:a16="http://schemas.microsoft.com/office/drawing/2014/main" id="{E926F2A2-B439-4B0B-90B6-0554CF3C96FB}"/>
              </a:ext>
            </a:extLst>
          </p:cNvPr>
          <p:cNvSpPr>
            <a:spLocks xmlns:a="http://schemas.openxmlformats.org/drawingml/2006/main" noGrp="1"/>
          </p:cNvSpPr>
          <p:nvPr/>
        </p:nvSpPr>
        <p:spPr>
          <a:xfrm xmlns:a="http://schemas.openxmlformats.org/drawingml/2006/main">
            <a:off x="8097446" y="1776413"/>
            <a:ext cx="283188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 </a:t>
            </a:r>
          </a:p>
        </p:txBody>
      </p:sp>
      <p:sp>
        <p:nvSpPr>
          <p:cNvPr id="8" name="gap-line-27">
            <a:extLst xmlns:a="http://schemas.openxmlformats.org/drawingml/2006/main">
              <a:ext uri="{FF2B5EF4-FFF2-40B4-BE49-F238E27FC236}">
                <a16:creationId xmlns:a16="http://schemas.microsoft.com/office/drawing/2014/main" id="{58AE65A9-0490-42A3-9A05-AF71405A6B01}"/>
              </a:ext>
            </a:extLst>
          </p:cNvPr>
          <p:cNvSpPr>
            <a:spLocks xmlns:a="http://schemas.openxmlformats.org/drawingml/2006/main" noGrp="1"/>
          </p:cNvSpPr>
          <p:nvPr/>
        </p:nvSpPr>
        <p:spPr>
          <a:xfrm xmlns:a="http://schemas.openxmlformats.org/drawingml/2006/main">
            <a:off x="8097446" y="2319338"/>
            <a:ext cx="2831882" cy="0"/>
          </a:xfrm>
          <a:prstGeom xmlns:a="http://schemas.openxmlformats.org/drawingml/2006/main" prst="line">
            <a:avLst/>
          </a:prstGeom>
          <a:ln xmlns:a="http://schemas.openxmlformats.org/drawingml/2006/main" w="19050">
            <a:solidFill>
              <a:srgbClr val="4EE5FF"/>
            </a:solidFill>
          </a:ln>
        </p:spPr>
      </p:sp>
      <p:sp>
        <p:nvSpPr>
          <p:cNvPr id="9" name="text-202">
            <a:extLst xmlns:a="http://schemas.openxmlformats.org/drawingml/2006/main">
              <a:ext uri="{FF2B5EF4-FFF2-40B4-BE49-F238E27FC236}">
                <a16:creationId xmlns:a16="http://schemas.microsoft.com/office/drawing/2014/main" id="{61F0396F-461A-4119-B704-4A7029600418}"/>
              </a:ext>
            </a:extLst>
          </p:cNvPr>
          <p:cNvSpPr>
            <a:spLocks xmlns:a="http://schemas.openxmlformats.org/drawingml/2006/main" noGrp="1"/>
          </p:cNvSpPr>
          <p:nvPr/>
        </p:nvSpPr>
        <p:spPr>
          <a:xfrm xmlns:a="http://schemas.openxmlformats.org/drawingml/2006/main">
            <a:off x="11026169" y="1776413"/>
            <a:ext cx="13831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a:t>
            </a:r>
          </a:p>
        </p:txBody>
      </p:sp>
      <p:sp>
        <p:nvSpPr>
          <p:cNvPr id="10" name="text-203">
            <a:extLst xmlns:a="http://schemas.openxmlformats.org/drawingml/2006/main">
              <a:ext uri="{FF2B5EF4-FFF2-40B4-BE49-F238E27FC236}">
                <a16:creationId xmlns:a16="http://schemas.microsoft.com/office/drawing/2014/main" id="{4174A6BE-D747-44C0-8903-43DB741A9E96}"/>
              </a:ext>
            </a:extLst>
          </p:cNvPr>
          <p:cNvSpPr>
            <a:spLocks xmlns:a="http://schemas.openxmlformats.org/drawingml/2006/main" noGrp="1"/>
          </p:cNvSpPr>
          <p:nvPr/>
        </p:nvSpPr>
        <p:spPr>
          <a:xfrm xmlns:a="http://schemas.openxmlformats.org/drawingml/2006/main">
            <a:off x="2965737" y="2395538"/>
            <a:ext cx="208061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beginners</a:t>
            </a:r>
          </a:p>
        </p:txBody>
      </p:sp>
      <p:sp>
        <p:nvSpPr>
          <p:cNvPr id="11" name="text-204">
            <a:extLst xmlns:a="http://schemas.openxmlformats.org/drawingml/2006/main">
              <a:ext uri="{FF2B5EF4-FFF2-40B4-BE49-F238E27FC236}">
                <a16:creationId xmlns:a16="http://schemas.microsoft.com/office/drawing/2014/main" id="{AA9A706C-5896-4365-9D15-D1762517132C}"/>
              </a:ext>
            </a:extLst>
          </p:cNvPr>
          <p:cNvSpPr>
            <a:spLocks xmlns:a="http://schemas.openxmlformats.org/drawingml/2006/main" noGrp="1"/>
          </p:cNvSpPr>
          <p:nvPr/>
        </p:nvSpPr>
        <p:spPr>
          <a:xfrm xmlns:a="http://schemas.openxmlformats.org/drawingml/2006/main">
            <a:off x="5124146" y="2395538"/>
            <a:ext cx="80401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feel</a:t>
            </a:r>
          </a:p>
        </p:txBody>
      </p:sp>
      <p:sp>
        <p:nvSpPr>
          <p:cNvPr id="12" name="text-205">
            <a:extLst xmlns:a="http://schemas.openxmlformats.org/drawingml/2006/main">
              <a:ext uri="{FF2B5EF4-FFF2-40B4-BE49-F238E27FC236}">
                <a16:creationId xmlns:a16="http://schemas.microsoft.com/office/drawing/2014/main" id="{DB49AEF4-5639-4CCF-B5E6-D82DA8D270C2}"/>
              </a:ext>
            </a:extLst>
          </p:cNvPr>
          <p:cNvSpPr>
            <a:spLocks xmlns:a="http://schemas.openxmlformats.org/drawingml/2006/main" noGrp="1"/>
          </p:cNvSpPr>
          <p:nvPr/>
        </p:nvSpPr>
        <p:spPr>
          <a:xfrm xmlns:a="http://schemas.openxmlformats.org/drawingml/2006/main">
            <a:off x="6005953" y="2395538"/>
            <a:ext cx="10932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more</a:t>
            </a:r>
          </a:p>
        </p:txBody>
      </p:sp>
      <p:sp>
        <p:nvSpPr>
          <p:cNvPr id="13" name="text-206">
            <a:extLst xmlns:a="http://schemas.openxmlformats.org/drawingml/2006/main">
              <a:ext uri="{FF2B5EF4-FFF2-40B4-BE49-F238E27FC236}">
                <a16:creationId xmlns:a16="http://schemas.microsoft.com/office/drawing/2014/main" id="{F5AE3C30-DE6D-4FB4-A6D9-29C3D244AA13}"/>
              </a:ext>
            </a:extLst>
          </p:cNvPr>
          <p:cNvSpPr>
            <a:spLocks xmlns:a="http://schemas.openxmlformats.org/drawingml/2006/main" noGrp="1"/>
          </p:cNvSpPr>
          <p:nvPr/>
        </p:nvSpPr>
        <p:spPr>
          <a:xfrm xmlns:a="http://schemas.openxmlformats.org/drawingml/2006/main">
            <a:off x="7177024" y="2395538"/>
            <a:ext cx="204923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confident.</a:t>
            </a:r>
          </a:p>
        </p:txBody>
      </p:sp>
      <p:sp>
        <p:nvSpPr>
          <p:cNvPr id="14" name="text-207">
            <a:extLst xmlns:a="http://schemas.openxmlformats.org/drawingml/2006/main">
              <a:ext uri="{FF2B5EF4-FFF2-40B4-BE49-F238E27FC236}">
                <a16:creationId xmlns:a16="http://schemas.microsoft.com/office/drawing/2014/main" id="{EBC50266-3D00-4278-BC8E-FBA721CF99D7}"/>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However</a:t>
            </a:r>
          </a:p>
        </p:txBody>
      </p:sp>
      <p:sp>
        <p:nvSpPr>
          <p:cNvPr id="15" name="text-208">
            <a:extLst xmlns:a="http://schemas.openxmlformats.org/drawingml/2006/main">
              <a:ext uri="{FF2B5EF4-FFF2-40B4-BE49-F238E27FC236}">
                <a16:creationId xmlns:a16="http://schemas.microsoft.com/office/drawing/2014/main" id="{AC7E23B3-A94F-439B-9B6B-B182FCCE8860}"/>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For example</a:t>
            </a:r>
          </a:p>
        </p:txBody>
      </p:sp>
      <p:sp>
        <p:nvSpPr>
          <p:cNvPr id="16" name="text-209">
            <a:extLst xmlns:a="http://schemas.openxmlformats.org/drawingml/2006/main">
              <a:ext uri="{FF2B5EF4-FFF2-40B4-BE49-F238E27FC236}">
                <a16:creationId xmlns:a16="http://schemas.microsoft.com/office/drawing/2014/main" id="{1C83EC18-97A7-48CB-B567-23980D33BDCC}"/>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Therefore</a:t>
            </a:r>
          </a:p>
        </p:txBody>
      </p:sp>
      <p:sp>
        <p:nvSpPr>
          <p:cNvPr id="17" name="text-210">
            <a:extLst xmlns:a="http://schemas.openxmlformats.org/drawingml/2006/main">
              <a:ext uri="{FF2B5EF4-FFF2-40B4-BE49-F238E27FC236}">
                <a16:creationId xmlns:a16="http://schemas.microsoft.com/office/drawing/2014/main" id="{702E2B4B-725C-4F6E-A2C6-318D7A948D3C}"/>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27 / 96</a:t>
            </a:r>
          </a:p>
        </p:txBody>
      </p:sp>
    </p:spTree>
    <p:extLst>
      <p:ext uri="{BB962C8B-B14F-4D97-AF65-F5344CB8AC3E}">
        <p14:creationId xmlns:p14="http://schemas.microsoft.com/office/powerpoint/2010/main" val="958360892"/>
      </p:ext>
    </p:extLst>
  </p:cSld>
</p:sld>
</file>

<file path=ppt/slides/slide2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9" name="text-211">
            <a:extLst xmlns:a="http://schemas.openxmlformats.org/drawingml/2006/main">
              <a:ext uri="{FF2B5EF4-FFF2-40B4-BE49-F238E27FC236}">
                <a16:creationId xmlns:a16="http://schemas.microsoft.com/office/drawing/2014/main" id="{330D23DB-34A3-4057-A815-A3F16B5BB73E}"/>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1b24172c67674796"/>
              </a:rPr>
              <a:t>⌂</a:t>
            </a:r>
          </a:p>
        </p:txBody>
      </p:sp>
      <p:sp>
        <p:nvSpPr>
          <p:cNvPr id="2" name="title-212">
            <a:extLst xmlns:a="http://schemas.openxmlformats.org/drawingml/2006/main">
              <a:ext uri="{FF2B5EF4-FFF2-40B4-BE49-F238E27FC236}">
                <a16:creationId xmlns:a16="http://schemas.microsoft.com/office/drawing/2014/main" id="{3A054BDE-04F8-4E97-B388-6625C5FB15A4}"/>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תוצאה</a:t>
            </a:r>
          </a:p>
        </p:txBody>
      </p:sp>
      <p:sp>
        <p:nvSpPr>
          <p:cNvPr id="3" name="text-213">
            <a:extLst xmlns:a="http://schemas.openxmlformats.org/drawingml/2006/main">
              <a:ext uri="{FF2B5EF4-FFF2-40B4-BE49-F238E27FC236}">
                <a16:creationId xmlns:a16="http://schemas.microsoft.com/office/drawing/2014/main" id="{7218B424-8539-4189-BF5D-ED7E72C2B55D}"/>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214">
            <a:extLst xmlns:a="http://schemas.openxmlformats.org/drawingml/2006/main">
              <a:ext uri="{FF2B5EF4-FFF2-40B4-BE49-F238E27FC236}">
                <a16:creationId xmlns:a16="http://schemas.microsoft.com/office/drawing/2014/main" id="{A1855BE7-7069-4E05-B5D3-AE628F75F61E}"/>
              </a:ext>
            </a:extLst>
          </p:cNvPr>
          <p:cNvSpPr>
            <a:spLocks xmlns:a="http://schemas.openxmlformats.org/drawingml/2006/main" noGrp="1"/>
          </p:cNvSpPr>
          <p:nvPr/>
        </p:nvSpPr>
        <p:spPr>
          <a:xfrm xmlns:a="http://schemas.openxmlformats.org/drawingml/2006/main">
            <a:off x="1027517" y="1776413"/>
            <a:ext cx="244733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Classmates</a:t>
            </a:r>
          </a:p>
        </p:txBody>
      </p:sp>
      <p:sp>
        <p:nvSpPr>
          <p:cNvPr id="5" name="text-215">
            <a:extLst xmlns:a="http://schemas.openxmlformats.org/drawingml/2006/main">
              <a:ext uri="{FF2B5EF4-FFF2-40B4-BE49-F238E27FC236}">
                <a16:creationId xmlns:a16="http://schemas.microsoft.com/office/drawing/2014/main" id="{CF3C93DE-B9E3-439C-A183-9EBB7650E959}"/>
              </a:ext>
            </a:extLst>
          </p:cNvPr>
          <p:cNvSpPr>
            <a:spLocks xmlns:a="http://schemas.openxmlformats.org/drawingml/2006/main" noGrp="1"/>
          </p:cNvSpPr>
          <p:nvPr/>
        </p:nvSpPr>
        <p:spPr>
          <a:xfrm xmlns:a="http://schemas.openxmlformats.org/drawingml/2006/main">
            <a:off x="3552642" y="1776413"/>
            <a:ext cx="219177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encourage</a:t>
            </a:r>
          </a:p>
        </p:txBody>
      </p:sp>
      <p:sp>
        <p:nvSpPr>
          <p:cNvPr id="6" name="text-216">
            <a:extLst xmlns:a="http://schemas.openxmlformats.org/drawingml/2006/main">
              <a:ext uri="{FF2B5EF4-FFF2-40B4-BE49-F238E27FC236}">
                <a16:creationId xmlns:a16="http://schemas.microsoft.com/office/drawing/2014/main" id="{66A79F09-7D15-4DE4-BF41-28F08801E074}"/>
              </a:ext>
            </a:extLst>
          </p:cNvPr>
          <p:cNvSpPr>
            <a:spLocks xmlns:a="http://schemas.openxmlformats.org/drawingml/2006/main" noGrp="1"/>
          </p:cNvSpPr>
          <p:nvPr/>
        </p:nvSpPr>
        <p:spPr>
          <a:xfrm xmlns:a="http://schemas.openxmlformats.org/drawingml/2006/main">
            <a:off x="5822204" y="1776413"/>
            <a:ext cx="217840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beginners.</a:t>
            </a:r>
          </a:p>
        </p:txBody>
      </p:sp>
      <p:sp>
        <p:nvSpPr>
          <p:cNvPr id="7" name="text-217">
            <a:extLst xmlns:a="http://schemas.openxmlformats.org/drawingml/2006/main">
              <a:ext uri="{FF2B5EF4-FFF2-40B4-BE49-F238E27FC236}">
                <a16:creationId xmlns:a16="http://schemas.microsoft.com/office/drawing/2014/main" id="{A0B70532-EDEC-4AD8-A062-5F02842F9509}"/>
              </a:ext>
            </a:extLst>
          </p:cNvPr>
          <p:cNvSpPr>
            <a:spLocks xmlns:a="http://schemas.openxmlformats.org/drawingml/2006/main" noGrp="1"/>
          </p:cNvSpPr>
          <p:nvPr/>
        </p:nvSpPr>
        <p:spPr>
          <a:xfrm xmlns:a="http://schemas.openxmlformats.org/drawingml/2006/main">
            <a:off x="8097446" y="1776413"/>
            <a:ext cx="283188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Therefore</a:t>
            </a:r>
          </a:p>
        </p:txBody>
      </p:sp>
      <p:sp>
        <p:nvSpPr>
          <p:cNvPr id="8" name="gap-line-28">
            <a:extLst xmlns:a="http://schemas.openxmlformats.org/drawingml/2006/main">
              <a:ext uri="{FF2B5EF4-FFF2-40B4-BE49-F238E27FC236}">
                <a16:creationId xmlns:a16="http://schemas.microsoft.com/office/drawing/2014/main" id="{27A8D3F6-6B9D-4EA1-AF45-029B0D0C1184}"/>
              </a:ext>
            </a:extLst>
          </p:cNvPr>
          <p:cNvSpPr>
            <a:spLocks xmlns:a="http://schemas.openxmlformats.org/drawingml/2006/main" noGrp="1"/>
          </p:cNvSpPr>
          <p:nvPr/>
        </p:nvSpPr>
        <p:spPr>
          <a:xfrm xmlns:a="http://schemas.openxmlformats.org/drawingml/2006/main">
            <a:off x="8097446" y="2319338"/>
            <a:ext cx="2831882" cy="0"/>
          </a:xfrm>
          <a:prstGeom xmlns:a="http://schemas.openxmlformats.org/drawingml/2006/main" prst="line">
            <a:avLst/>
          </a:prstGeom>
          <a:ln xmlns:a="http://schemas.openxmlformats.org/drawingml/2006/main" w="19050">
            <a:solidFill>
              <a:srgbClr val="DFFF5B"/>
            </a:solidFill>
          </a:ln>
        </p:spPr>
      </p:sp>
      <p:sp>
        <p:nvSpPr>
          <p:cNvPr id="9" name="text-218">
            <a:extLst xmlns:a="http://schemas.openxmlformats.org/drawingml/2006/main">
              <a:ext uri="{FF2B5EF4-FFF2-40B4-BE49-F238E27FC236}">
                <a16:creationId xmlns:a16="http://schemas.microsoft.com/office/drawing/2014/main" id="{BB8BC327-4EC9-4F13-81C0-D5427323DCA5}"/>
              </a:ext>
            </a:extLst>
          </p:cNvPr>
          <p:cNvSpPr>
            <a:spLocks xmlns:a="http://schemas.openxmlformats.org/drawingml/2006/main" noGrp="1"/>
          </p:cNvSpPr>
          <p:nvPr/>
        </p:nvSpPr>
        <p:spPr>
          <a:xfrm xmlns:a="http://schemas.openxmlformats.org/drawingml/2006/main">
            <a:off x="11026169" y="1776413"/>
            <a:ext cx="13831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a:t>
            </a:r>
          </a:p>
        </p:txBody>
      </p:sp>
      <p:sp>
        <p:nvSpPr>
          <p:cNvPr id="10" name="text-219">
            <a:extLst xmlns:a="http://schemas.openxmlformats.org/drawingml/2006/main">
              <a:ext uri="{FF2B5EF4-FFF2-40B4-BE49-F238E27FC236}">
                <a16:creationId xmlns:a16="http://schemas.microsoft.com/office/drawing/2014/main" id="{25D77585-6A9F-42E9-8FE4-8208B40FD02E}"/>
              </a:ext>
            </a:extLst>
          </p:cNvPr>
          <p:cNvSpPr>
            <a:spLocks xmlns:a="http://schemas.openxmlformats.org/drawingml/2006/main" noGrp="1"/>
          </p:cNvSpPr>
          <p:nvPr/>
        </p:nvSpPr>
        <p:spPr>
          <a:xfrm xmlns:a="http://schemas.openxmlformats.org/drawingml/2006/main">
            <a:off x="2965737" y="2395538"/>
            <a:ext cx="208061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beginners</a:t>
            </a:r>
          </a:p>
        </p:txBody>
      </p:sp>
      <p:sp>
        <p:nvSpPr>
          <p:cNvPr id="11" name="text-220">
            <a:extLst xmlns:a="http://schemas.openxmlformats.org/drawingml/2006/main">
              <a:ext uri="{FF2B5EF4-FFF2-40B4-BE49-F238E27FC236}">
                <a16:creationId xmlns:a16="http://schemas.microsoft.com/office/drawing/2014/main" id="{E337CC29-2D1D-4D21-9EF8-996F48A2DEF1}"/>
              </a:ext>
            </a:extLst>
          </p:cNvPr>
          <p:cNvSpPr>
            <a:spLocks xmlns:a="http://schemas.openxmlformats.org/drawingml/2006/main" noGrp="1"/>
          </p:cNvSpPr>
          <p:nvPr/>
        </p:nvSpPr>
        <p:spPr>
          <a:xfrm xmlns:a="http://schemas.openxmlformats.org/drawingml/2006/main">
            <a:off x="5124146" y="2395538"/>
            <a:ext cx="80401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feel</a:t>
            </a:r>
          </a:p>
        </p:txBody>
      </p:sp>
      <p:sp>
        <p:nvSpPr>
          <p:cNvPr id="12" name="text-221">
            <a:extLst xmlns:a="http://schemas.openxmlformats.org/drawingml/2006/main">
              <a:ext uri="{FF2B5EF4-FFF2-40B4-BE49-F238E27FC236}">
                <a16:creationId xmlns:a16="http://schemas.microsoft.com/office/drawing/2014/main" id="{A258A721-9BDA-4656-941F-DB0874DE38AE}"/>
              </a:ext>
            </a:extLst>
          </p:cNvPr>
          <p:cNvSpPr>
            <a:spLocks xmlns:a="http://schemas.openxmlformats.org/drawingml/2006/main" noGrp="1"/>
          </p:cNvSpPr>
          <p:nvPr/>
        </p:nvSpPr>
        <p:spPr>
          <a:xfrm xmlns:a="http://schemas.openxmlformats.org/drawingml/2006/main">
            <a:off x="6005953" y="2395538"/>
            <a:ext cx="10932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more</a:t>
            </a:r>
          </a:p>
        </p:txBody>
      </p:sp>
      <p:sp>
        <p:nvSpPr>
          <p:cNvPr id="13" name="text-222">
            <a:extLst xmlns:a="http://schemas.openxmlformats.org/drawingml/2006/main">
              <a:ext uri="{FF2B5EF4-FFF2-40B4-BE49-F238E27FC236}">
                <a16:creationId xmlns:a16="http://schemas.microsoft.com/office/drawing/2014/main" id="{253D06FC-68B8-4B1C-A0B2-C18AC6200846}"/>
              </a:ext>
            </a:extLst>
          </p:cNvPr>
          <p:cNvSpPr>
            <a:spLocks xmlns:a="http://schemas.openxmlformats.org/drawingml/2006/main" noGrp="1"/>
          </p:cNvSpPr>
          <p:nvPr/>
        </p:nvSpPr>
        <p:spPr>
          <a:xfrm xmlns:a="http://schemas.openxmlformats.org/drawingml/2006/main">
            <a:off x="7177024" y="2395538"/>
            <a:ext cx="204923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confident.</a:t>
            </a:r>
          </a:p>
        </p:txBody>
      </p:sp>
      <p:sp>
        <p:nvSpPr>
          <p:cNvPr id="14" name="text-223">
            <a:extLst xmlns:a="http://schemas.openxmlformats.org/drawingml/2006/main">
              <a:ext uri="{FF2B5EF4-FFF2-40B4-BE49-F238E27FC236}">
                <a16:creationId xmlns:a16="http://schemas.microsoft.com/office/drawing/2014/main" id="{BB93496F-3DA8-467B-A9A7-EB5527FC4876}"/>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However</a:t>
            </a:r>
          </a:p>
        </p:txBody>
      </p:sp>
      <p:sp>
        <p:nvSpPr>
          <p:cNvPr id="15" name="text-224">
            <a:extLst xmlns:a="http://schemas.openxmlformats.org/drawingml/2006/main">
              <a:ext uri="{FF2B5EF4-FFF2-40B4-BE49-F238E27FC236}">
                <a16:creationId xmlns:a16="http://schemas.microsoft.com/office/drawing/2014/main" id="{59EE5551-874A-4BDE-A4BA-10B03377D7E2}"/>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For example</a:t>
            </a:r>
          </a:p>
        </p:txBody>
      </p:sp>
      <p:sp>
        <p:nvSpPr>
          <p:cNvPr id="16" name="text-225">
            <a:extLst xmlns:a="http://schemas.openxmlformats.org/drawingml/2006/main">
              <a:ext uri="{FF2B5EF4-FFF2-40B4-BE49-F238E27FC236}">
                <a16:creationId xmlns:a16="http://schemas.microsoft.com/office/drawing/2014/main" id="{E2FEFBFA-B55A-40F5-80DD-DE58F48CE624}"/>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DFFF5B"/>
                </a:solidFill>
                <a:latin typeface="Nunito"/>
                <a:ea typeface="Nunito"/>
                <a:cs typeface="Nunito"/>
              </a:defRPr>
            </a:pPr>
            <a:r>
              <a:rPr sz="2475" b="1">
                <a:solidFill>
                  <a:srgbClr val="DFFF5B"/>
                </a:solidFill>
                <a:latin typeface="Nunito"/>
                <a:ea typeface="Nunito"/>
                <a:cs typeface="Nunito"/>
              </a:rPr>
              <a:t>C   Therefore</a:t>
            </a:r>
          </a:p>
        </p:txBody>
      </p:sp>
      <p:sp>
        <p:nvSpPr>
          <p:cNvPr id="17" name="text-226">
            <a:extLst xmlns:a="http://schemas.openxmlformats.org/drawingml/2006/main">
              <a:ext uri="{FF2B5EF4-FFF2-40B4-BE49-F238E27FC236}">
                <a16:creationId xmlns:a16="http://schemas.microsoft.com/office/drawing/2014/main" id="{BFB5B0B8-1132-4C9E-AF7E-9E7F0B52B698}"/>
              </a:ext>
            </a:extLst>
          </p:cNvPr>
          <p:cNvSpPr>
            <a:spLocks xmlns:a="http://schemas.openxmlformats.org/drawingml/2006/main" noGrp="1"/>
          </p:cNvSpPr>
          <p:nvPr/>
        </p:nvSpPr>
        <p:spPr>
          <a:xfrm xmlns:a="http://schemas.openxmlformats.org/drawingml/2006/main">
            <a:off x="876300" y="4895850"/>
            <a:ext cx="1043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50" b="1" lang="he-IL">
                <a:solidFill>
                  <a:srgbClr val="DFFF5B"/>
                </a:solidFill>
                <a:latin typeface="Heebo"/>
                <a:ea typeface="Heebo"/>
                <a:cs typeface="Heebo"/>
              </a:defRPr>
            </a:pPr>
            <a:r>
              <a:rPr sz="2250" b="1" lang="he-IL">
                <a:solidFill>
                  <a:srgbClr val="DFFF5B"/>
                </a:solidFill>
                <a:latin typeface="Heebo"/>
                <a:ea typeface="Heebo"/>
                <a:cs typeface="Heebo"/>
              </a:rPr>
              <a:t>Therefore מציג תוצאה. כאן הוא פותח משפט חדש ואחריו פסיק.</a:t>
            </a:r>
          </a:p>
        </p:txBody>
      </p:sp>
      <p:sp>
        <p:nvSpPr>
          <p:cNvPr id="18" name="text-227">
            <a:extLst xmlns:a="http://schemas.openxmlformats.org/drawingml/2006/main">
              <a:ext uri="{FF2B5EF4-FFF2-40B4-BE49-F238E27FC236}">
                <a16:creationId xmlns:a16="http://schemas.microsoft.com/office/drawing/2014/main" id="{5B46A9BA-ABA2-45E0-A47E-061BBA40C440}"/>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28 / 96</a:t>
            </a:r>
          </a:p>
        </p:txBody>
      </p:sp>
    </p:spTree>
    <p:extLst>
      <p:ext uri="{BB962C8B-B14F-4D97-AF65-F5344CB8AC3E}">
        <p14:creationId xmlns:p14="http://schemas.microsoft.com/office/powerpoint/2010/main" val="1319431927"/>
      </p:ext>
    </p:extLst>
  </p:cSld>
</p:sld>
</file>

<file path=ppt/slides/slide2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7" name="text-228">
            <a:extLst xmlns:a="http://schemas.openxmlformats.org/drawingml/2006/main">
              <a:ext uri="{FF2B5EF4-FFF2-40B4-BE49-F238E27FC236}">
                <a16:creationId xmlns:a16="http://schemas.microsoft.com/office/drawing/2014/main" id="{F2EBABAC-C379-4E3C-8E6A-4691D05B9D27}"/>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e319c74e9b124d9a"/>
              </a:rPr>
              <a:t>⌂</a:t>
            </a:r>
          </a:p>
        </p:txBody>
      </p:sp>
      <p:sp>
        <p:nvSpPr>
          <p:cNvPr id="2" name="title-229">
            <a:extLst xmlns:a="http://schemas.openxmlformats.org/drawingml/2006/main">
              <a:ext uri="{FF2B5EF4-FFF2-40B4-BE49-F238E27FC236}">
                <a16:creationId xmlns:a16="http://schemas.microsoft.com/office/drawing/2014/main" id="{90EE5623-4AB8-4627-A23E-6E4B0E4FD56D}"/>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ניגוד</a:t>
            </a:r>
          </a:p>
        </p:txBody>
      </p:sp>
      <p:sp>
        <p:nvSpPr>
          <p:cNvPr id="3" name="text-230">
            <a:extLst xmlns:a="http://schemas.openxmlformats.org/drawingml/2006/main">
              <a:ext uri="{FF2B5EF4-FFF2-40B4-BE49-F238E27FC236}">
                <a16:creationId xmlns:a16="http://schemas.microsoft.com/office/drawing/2014/main" id="{E13CA3C6-B14E-4C46-8BC5-6F1DE36B736B}"/>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231">
            <a:extLst xmlns:a="http://schemas.openxmlformats.org/drawingml/2006/main">
              <a:ext uri="{FF2B5EF4-FFF2-40B4-BE49-F238E27FC236}">
                <a16:creationId xmlns:a16="http://schemas.microsoft.com/office/drawing/2014/main" id="{114C1FDF-2059-4D87-BA48-08453E00FF55}"/>
              </a:ext>
            </a:extLst>
          </p:cNvPr>
          <p:cNvSpPr>
            <a:spLocks xmlns:a="http://schemas.openxmlformats.org/drawingml/2006/main" noGrp="1"/>
          </p:cNvSpPr>
          <p:nvPr/>
        </p:nvSpPr>
        <p:spPr>
          <a:xfrm xmlns:a="http://schemas.openxmlformats.org/drawingml/2006/main">
            <a:off x="1157957" y="1776413"/>
            <a:ext cx="18168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Winning</a:t>
            </a:r>
          </a:p>
        </p:txBody>
      </p:sp>
      <p:sp>
        <p:nvSpPr>
          <p:cNvPr id="5" name="text-232">
            <a:extLst xmlns:a="http://schemas.openxmlformats.org/drawingml/2006/main">
              <a:ext uri="{FF2B5EF4-FFF2-40B4-BE49-F238E27FC236}">
                <a16:creationId xmlns:a16="http://schemas.microsoft.com/office/drawing/2014/main" id="{FB7BE7FE-86F7-4669-BF21-7334AC8CF6F4}"/>
              </a:ext>
            </a:extLst>
          </p:cNvPr>
          <p:cNvSpPr>
            <a:spLocks xmlns:a="http://schemas.openxmlformats.org/drawingml/2006/main" noGrp="1"/>
          </p:cNvSpPr>
          <p:nvPr/>
        </p:nvSpPr>
        <p:spPr>
          <a:xfrm xmlns:a="http://schemas.openxmlformats.org/drawingml/2006/main">
            <a:off x="3052626" y="1776413"/>
            <a:ext cx="36448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is</a:t>
            </a:r>
          </a:p>
        </p:txBody>
      </p:sp>
      <p:sp>
        <p:nvSpPr>
          <p:cNvPr id="6" name="text-233">
            <a:extLst xmlns:a="http://schemas.openxmlformats.org/drawingml/2006/main">
              <a:ext uri="{FF2B5EF4-FFF2-40B4-BE49-F238E27FC236}">
                <a16:creationId xmlns:a16="http://schemas.microsoft.com/office/drawing/2014/main" id="{DD6C0EAC-339E-4EB2-A60B-B24D6E6920EB}"/>
              </a:ext>
            </a:extLst>
          </p:cNvPr>
          <p:cNvSpPr>
            <a:spLocks xmlns:a="http://schemas.openxmlformats.org/drawingml/2006/main" noGrp="1"/>
          </p:cNvSpPr>
          <p:nvPr/>
        </p:nvSpPr>
        <p:spPr>
          <a:xfrm xmlns:a="http://schemas.openxmlformats.org/drawingml/2006/main">
            <a:off x="3494904" y="1776413"/>
            <a:ext cx="172329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exciting.</a:t>
            </a:r>
          </a:p>
        </p:txBody>
      </p:sp>
      <p:sp>
        <p:nvSpPr>
          <p:cNvPr id="7" name="text-234">
            <a:extLst xmlns:a="http://schemas.openxmlformats.org/drawingml/2006/main">
              <a:ext uri="{FF2B5EF4-FFF2-40B4-BE49-F238E27FC236}">
                <a16:creationId xmlns:a16="http://schemas.microsoft.com/office/drawing/2014/main" id="{32708BBD-F52A-412E-BA33-2DEB9530F8B6}"/>
              </a:ext>
            </a:extLst>
          </p:cNvPr>
          <p:cNvSpPr>
            <a:spLocks xmlns:a="http://schemas.openxmlformats.org/drawingml/2006/main" noGrp="1"/>
          </p:cNvSpPr>
          <p:nvPr/>
        </p:nvSpPr>
        <p:spPr>
          <a:xfrm xmlns:a="http://schemas.openxmlformats.org/drawingml/2006/main">
            <a:off x="5315039" y="1776413"/>
            <a:ext cx="283188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 </a:t>
            </a:r>
          </a:p>
        </p:txBody>
      </p:sp>
      <p:sp>
        <p:nvSpPr>
          <p:cNvPr id="8" name="gap-line-29">
            <a:extLst xmlns:a="http://schemas.openxmlformats.org/drawingml/2006/main">
              <a:ext uri="{FF2B5EF4-FFF2-40B4-BE49-F238E27FC236}">
                <a16:creationId xmlns:a16="http://schemas.microsoft.com/office/drawing/2014/main" id="{231B77CC-A73C-4497-8D14-8F6FB21E1AB7}"/>
              </a:ext>
            </a:extLst>
          </p:cNvPr>
          <p:cNvSpPr>
            <a:spLocks xmlns:a="http://schemas.openxmlformats.org/drawingml/2006/main" noGrp="1"/>
          </p:cNvSpPr>
          <p:nvPr/>
        </p:nvSpPr>
        <p:spPr>
          <a:xfrm xmlns:a="http://schemas.openxmlformats.org/drawingml/2006/main">
            <a:off x="5315039" y="2319338"/>
            <a:ext cx="2831882" cy="0"/>
          </a:xfrm>
          <a:prstGeom xmlns:a="http://schemas.openxmlformats.org/drawingml/2006/main" prst="line">
            <a:avLst/>
          </a:prstGeom>
          <a:ln xmlns:a="http://schemas.openxmlformats.org/drawingml/2006/main" w="19050">
            <a:solidFill>
              <a:srgbClr val="4EE5FF"/>
            </a:solidFill>
          </a:ln>
        </p:spPr>
      </p:sp>
      <p:sp>
        <p:nvSpPr>
          <p:cNvPr id="9" name="text-235">
            <a:extLst xmlns:a="http://schemas.openxmlformats.org/drawingml/2006/main">
              <a:ext uri="{FF2B5EF4-FFF2-40B4-BE49-F238E27FC236}">
                <a16:creationId xmlns:a16="http://schemas.microsoft.com/office/drawing/2014/main" id="{95C2AD14-067F-4AF2-96F3-526390553521}"/>
              </a:ext>
            </a:extLst>
          </p:cNvPr>
          <p:cNvSpPr>
            <a:spLocks xmlns:a="http://schemas.openxmlformats.org/drawingml/2006/main" noGrp="1"/>
          </p:cNvSpPr>
          <p:nvPr/>
        </p:nvSpPr>
        <p:spPr>
          <a:xfrm xmlns:a="http://schemas.openxmlformats.org/drawingml/2006/main">
            <a:off x="8243761" y="1776413"/>
            <a:ext cx="13831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a:t>
            </a:r>
          </a:p>
        </p:txBody>
      </p:sp>
      <p:sp>
        <p:nvSpPr>
          <p:cNvPr id="10" name="text-236">
            <a:extLst xmlns:a="http://schemas.openxmlformats.org/drawingml/2006/main">
              <a:ext uri="{FF2B5EF4-FFF2-40B4-BE49-F238E27FC236}">
                <a16:creationId xmlns:a16="http://schemas.microsoft.com/office/drawing/2014/main" id="{D28CAACB-7712-4822-86A3-31C7AD05AED5}"/>
              </a:ext>
            </a:extLst>
          </p:cNvPr>
          <p:cNvSpPr>
            <a:spLocks xmlns:a="http://schemas.openxmlformats.org/drawingml/2006/main" noGrp="1"/>
          </p:cNvSpPr>
          <p:nvPr/>
        </p:nvSpPr>
        <p:spPr>
          <a:xfrm xmlns:a="http://schemas.openxmlformats.org/drawingml/2006/main">
            <a:off x="8459866" y="1776413"/>
            <a:ext cx="257417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participation</a:t>
            </a:r>
          </a:p>
        </p:txBody>
      </p:sp>
      <p:sp>
        <p:nvSpPr>
          <p:cNvPr id="11" name="text-237">
            <a:extLst xmlns:a="http://schemas.openxmlformats.org/drawingml/2006/main">
              <a:ext uri="{FF2B5EF4-FFF2-40B4-BE49-F238E27FC236}">
                <a16:creationId xmlns:a16="http://schemas.microsoft.com/office/drawing/2014/main" id="{54E7A45D-A585-43F1-8469-92EC0CA32344}"/>
              </a:ext>
            </a:extLst>
          </p:cNvPr>
          <p:cNvSpPr>
            <a:spLocks xmlns:a="http://schemas.openxmlformats.org/drawingml/2006/main" noGrp="1"/>
          </p:cNvSpPr>
          <p:nvPr/>
        </p:nvSpPr>
        <p:spPr>
          <a:xfrm xmlns:a="http://schemas.openxmlformats.org/drawingml/2006/main">
            <a:off x="4757596" y="2395538"/>
            <a:ext cx="891856"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also</a:t>
            </a:r>
          </a:p>
        </p:txBody>
      </p:sp>
      <p:sp>
        <p:nvSpPr>
          <p:cNvPr id="12" name="text-238">
            <a:extLst xmlns:a="http://schemas.openxmlformats.org/drawingml/2006/main">
              <a:ext uri="{FF2B5EF4-FFF2-40B4-BE49-F238E27FC236}">
                <a16:creationId xmlns:a16="http://schemas.microsoft.com/office/drawing/2014/main" id="{C0DECA24-B4D3-46A1-8999-AB843F28DEBE}"/>
              </a:ext>
            </a:extLst>
          </p:cNvPr>
          <p:cNvSpPr>
            <a:spLocks xmlns:a="http://schemas.openxmlformats.org/drawingml/2006/main" noGrp="1"/>
          </p:cNvSpPr>
          <p:nvPr/>
        </p:nvSpPr>
        <p:spPr>
          <a:xfrm xmlns:a="http://schemas.openxmlformats.org/drawingml/2006/main">
            <a:off x="5727242" y="2395538"/>
            <a:ext cx="170716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matters.</a:t>
            </a:r>
          </a:p>
        </p:txBody>
      </p:sp>
      <p:sp>
        <p:nvSpPr>
          <p:cNvPr id="13" name="text-239">
            <a:extLst xmlns:a="http://schemas.openxmlformats.org/drawingml/2006/main">
              <a:ext uri="{FF2B5EF4-FFF2-40B4-BE49-F238E27FC236}">
                <a16:creationId xmlns:a16="http://schemas.microsoft.com/office/drawing/2014/main" id="{30102248-9EEA-44BB-850B-F9B25EF54FAC}"/>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However</a:t>
            </a:r>
          </a:p>
        </p:txBody>
      </p:sp>
      <p:sp>
        <p:nvSpPr>
          <p:cNvPr id="14" name="text-240">
            <a:extLst xmlns:a="http://schemas.openxmlformats.org/drawingml/2006/main">
              <a:ext uri="{FF2B5EF4-FFF2-40B4-BE49-F238E27FC236}">
                <a16:creationId xmlns:a16="http://schemas.microsoft.com/office/drawing/2014/main" id="{18AD9DB8-38C9-4C63-B901-28F50942D734}"/>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Because</a:t>
            </a:r>
          </a:p>
        </p:txBody>
      </p:sp>
      <p:sp>
        <p:nvSpPr>
          <p:cNvPr id="15" name="text-241">
            <a:extLst xmlns:a="http://schemas.openxmlformats.org/drawingml/2006/main">
              <a:ext uri="{FF2B5EF4-FFF2-40B4-BE49-F238E27FC236}">
                <a16:creationId xmlns:a16="http://schemas.microsoft.com/office/drawing/2014/main" id="{845B2758-6450-46D1-AFC3-0150E76B4B41}"/>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For example</a:t>
            </a:r>
          </a:p>
        </p:txBody>
      </p:sp>
      <p:sp>
        <p:nvSpPr>
          <p:cNvPr id="16" name="text-242">
            <a:extLst xmlns:a="http://schemas.openxmlformats.org/drawingml/2006/main">
              <a:ext uri="{FF2B5EF4-FFF2-40B4-BE49-F238E27FC236}">
                <a16:creationId xmlns:a16="http://schemas.microsoft.com/office/drawing/2014/main" id="{01118294-499D-40A0-AD6C-E909C8984221}"/>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29 / 96</a:t>
            </a:r>
          </a:p>
        </p:txBody>
      </p:sp>
    </p:spTree>
    <p:extLst>
      <p:ext uri="{BB962C8B-B14F-4D97-AF65-F5344CB8AC3E}">
        <p14:creationId xmlns:p14="http://schemas.microsoft.com/office/powerpoint/2010/main" val="632866211"/>
      </p:ext>
    </p:extLst>
  </p:cSld>
</p:sld>
</file>

<file path=ppt/slides/slide3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8" name="text-243">
            <a:extLst xmlns:a="http://schemas.openxmlformats.org/drawingml/2006/main">
              <a:ext uri="{FF2B5EF4-FFF2-40B4-BE49-F238E27FC236}">
                <a16:creationId xmlns:a16="http://schemas.microsoft.com/office/drawing/2014/main" id="{ACB0B671-D0D3-4B61-AB24-1A7B1AF3D2A0}"/>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fad6d5678c834fbe"/>
              </a:rPr>
              <a:t>⌂</a:t>
            </a:r>
          </a:p>
        </p:txBody>
      </p:sp>
      <p:sp>
        <p:nvSpPr>
          <p:cNvPr id="2" name="title-244">
            <a:extLst xmlns:a="http://schemas.openxmlformats.org/drawingml/2006/main">
              <a:ext uri="{FF2B5EF4-FFF2-40B4-BE49-F238E27FC236}">
                <a16:creationId xmlns:a16="http://schemas.microsoft.com/office/drawing/2014/main" id="{B2B41F4F-DE86-4FC8-9299-679E51ABCAEE}"/>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ניגוד</a:t>
            </a:r>
          </a:p>
        </p:txBody>
      </p:sp>
      <p:sp>
        <p:nvSpPr>
          <p:cNvPr id="3" name="text-245">
            <a:extLst xmlns:a="http://schemas.openxmlformats.org/drawingml/2006/main">
              <a:ext uri="{FF2B5EF4-FFF2-40B4-BE49-F238E27FC236}">
                <a16:creationId xmlns:a16="http://schemas.microsoft.com/office/drawing/2014/main" id="{D41A082A-258A-48BE-8E90-A034AF98B3C8}"/>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הווה</a:t>
            </a:r>
          </a:p>
        </p:txBody>
      </p:sp>
      <p:sp>
        <p:nvSpPr>
          <p:cNvPr id="4" name="text-246">
            <a:extLst xmlns:a="http://schemas.openxmlformats.org/drawingml/2006/main">
              <a:ext uri="{FF2B5EF4-FFF2-40B4-BE49-F238E27FC236}">
                <a16:creationId xmlns:a16="http://schemas.microsoft.com/office/drawing/2014/main" id="{6951435D-2FAC-4E99-84CF-6FB3339265EE}"/>
              </a:ext>
            </a:extLst>
          </p:cNvPr>
          <p:cNvSpPr>
            <a:spLocks xmlns:a="http://schemas.openxmlformats.org/drawingml/2006/main" noGrp="1"/>
          </p:cNvSpPr>
          <p:nvPr/>
        </p:nvSpPr>
        <p:spPr>
          <a:xfrm xmlns:a="http://schemas.openxmlformats.org/drawingml/2006/main">
            <a:off x="1157957" y="1776413"/>
            <a:ext cx="18168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Winning</a:t>
            </a:r>
          </a:p>
        </p:txBody>
      </p:sp>
      <p:sp>
        <p:nvSpPr>
          <p:cNvPr id="5" name="text-247">
            <a:extLst xmlns:a="http://schemas.openxmlformats.org/drawingml/2006/main">
              <a:ext uri="{FF2B5EF4-FFF2-40B4-BE49-F238E27FC236}">
                <a16:creationId xmlns:a16="http://schemas.microsoft.com/office/drawing/2014/main" id="{21F96EDE-29FB-4E90-81B4-C04198513323}"/>
              </a:ext>
            </a:extLst>
          </p:cNvPr>
          <p:cNvSpPr>
            <a:spLocks xmlns:a="http://schemas.openxmlformats.org/drawingml/2006/main" noGrp="1"/>
          </p:cNvSpPr>
          <p:nvPr/>
        </p:nvSpPr>
        <p:spPr>
          <a:xfrm xmlns:a="http://schemas.openxmlformats.org/drawingml/2006/main">
            <a:off x="3052626" y="1776413"/>
            <a:ext cx="36448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is</a:t>
            </a:r>
          </a:p>
        </p:txBody>
      </p:sp>
      <p:sp>
        <p:nvSpPr>
          <p:cNvPr id="6" name="text-248">
            <a:extLst xmlns:a="http://schemas.openxmlformats.org/drawingml/2006/main">
              <a:ext uri="{FF2B5EF4-FFF2-40B4-BE49-F238E27FC236}">
                <a16:creationId xmlns:a16="http://schemas.microsoft.com/office/drawing/2014/main" id="{63254ED9-567D-45DF-A4B9-F55A4FE3BCAA}"/>
              </a:ext>
            </a:extLst>
          </p:cNvPr>
          <p:cNvSpPr>
            <a:spLocks xmlns:a="http://schemas.openxmlformats.org/drawingml/2006/main" noGrp="1"/>
          </p:cNvSpPr>
          <p:nvPr/>
        </p:nvSpPr>
        <p:spPr>
          <a:xfrm xmlns:a="http://schemas.openxmlformats.org/drawingml/2006/main">
            <a:off x="3494904" y="1776413"/>
            <a:ext cx="172329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exciting.</a:t>
            </a:r>
          </a:p>
        </p:txBody>
      </p:sp>
      <p:sp>
        <p:nvSpPr>
          <p:cNvPr id="7" name="text-249">
            <a:extLst xmlns:a="http://schemas.openxmlformats.org/drawingml/2006/main">
              <a:ext uri="{FF2B5EF4-FFF2-40B4-BE49-F238E27FC236}">
                <a16:creationId xmlns:a16="http://schemas.microsoft.com/office/drawing/2014/main" id="{C0F11143-815A-4006-9CE4-7EF4405F098E}"/>
              </a:ext>
            </a:extLst>
          </p:cNvPr>
          <p:cNvSpPr>
            <a:spLocks xmlns:a="http://schemas.openxmlformats.org/drawingml/2006/main" noGrp="1"/>
          </p:cNvSpPr>
          <p:nvPr/>
        </p:nvSpPr>
        <p:spPr>
          <a:xfrm xmlns:a="http://schemas.openxmlformats.org/drawingml/2006/main">
            <a:off x="5315039" y="1776413"/>
            <a:ext cx="283188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However</a:t>
            </a:r>
          </a:p>
        </p:txBody>
      </p:sp>
      <p:sp>
        <p:nvSpPr>
          <p:cNvPr id="8" name="gap-line-30">
            <a:extLst xmlns:a="http://schemas.openxmlformats.org/drawingml/2006/main">
              <a:ext uri="{FF2B5EF4-FFF2-40B4-BE49-F238E27FC236}">
                <a16:creationId xmlns:a16="http://schemas.microsoft.com/office/drawing/2014/main" id="{DA58E7CF-D68C-4178-AA27-00B9EA37F96B}"/>
              </a:ext>
            </a:extLst>
          </p:cNvPr>
          <p:cNvSpPr>
            <a:spLocks xmlns:a="http://schemas.openxmlformats.org/drawingml/2006/main" noGrp="1"/>
          </p:cNvSpPr>
          <p:nvPr/>
        </p:nvSpPr>
        <p:spPr>
          <a:xfrm xmlns:a="http://schemas.openxmlformats.org/drawingml/2006/main">
            <a:off x="5315039" y="2319338"/>
            <a:ext cx="2831882" cy="0"/>
          </a:xfrm>
          <a:prstGeom xmlns:a="http://schemas.openxmlformats.org/drawingml/2006/main" prst="line">
            <a:avLst/>
          </a:prstGeom>
          <a:ln xmlns:a="http://schemas.openxmlformats.org/drawingml/2006/main" w="19050">
            <a:solidFill>
              <a:srgbClr val="DFFF5B"/>
            </a:solidFill>
          </a:ln>
        </p:spPr>
      </p:sp>
      <p:sp>
        <p:nvSpPr>
          <p:cNvPr id="9" name="text-250">
            <a:extLst xmlns:a="http://schemas.openxmlformats.org/drawingml/2006/main">
              <a:ext uri="{FF2B5EF4-FFF2-40B4-BE49-F238E27FC236}">
                <a16:creationId xmlns:a16="http://schemas.microsoft.com/office/drawing/2014/main" id="{1A274514-6FF3-4CA9-B8CD-C1EFC6D51A35}"/>
              </a:ext>
            </a:extLst>
          </p:cNvPr>
          <p:cNvSpPr>
            <a:spLocks xmlns:a="http://schemas.openxmlformats.org/drawingml/2006/main" noGrp="1"/>
          </p:cNvSpPr>
          <p:nvPr/>
        </p:nvSpPr>
        <p:spPr>
          <a:xfrm xmlns:a="http://schemas.openxmlformats.org/drawingml/2006/main">
            <a:off x="8243761" y="1776413"/>
            <a:ext cx="13831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a:t>
            </a:r>
          </a:p>
        </p:txBody>
      </p:sp>
      <p:sp>
        <p:nvSpPr>
          <p:cNvPr id="10" name="text-251">
            <a:extLst xmlns:a="http://schemas.openxmlformats.org/drawingml/2006/main">
              <a:ext uri="{FF2B5EF4-FFF2-40B4-BE49-F238E27FC236}">
                <a16:creationId xmlns:a16="http://schemas.microsoft.com/office/drawing/2014/main" id="{F8790333-F250-490F-9324-CD3A7CA46A51}"/>
              </a:ext>
            </a:extLst>
          </p:cNvPr>
          <p:cNvSpPr>
            <a:spLocks xmlns:a="http://schemas.openxmlformats.org/drawingml/2006/main" noGrp="1"/>
          </p:cNvSpPr>
          <p:nvPr/>
        </p:nvSpPr>
        <p:spPr>
          <a:xfrm xmlns:a="http://schemas.openxmlformats.org/drawingml/2006/main">
            <a:off x="8459866" y="1776413"/>
            <a:ext cx="257417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participation</a:t>
            </a:r>
          </a:p>
        </p:txBody>
      </p:sp>
      <p:sp>
        <p:nvSpPr>
          <p:cNvPr id="11" name="text-252">
            <a:extLst xmlns:a="http://schemas.openxmlformats.org/drawingml/2006/main">
              <a:ext uri="{FF2B5EF4-FFF2-40B4-BE49-F238E27FC236}">
                <a16:creationId xmlns:a16="http://schemas.microsoft.com/office/drawing/2014/main" id="{44B1EDED-5638-4702-8770-441DA6048FDE}"/>
              </a:ext>
            </a:extLst>
          </p:cNvPr>
          <p:cNvSpPr>
            <a:spLocks xmlns:a="http://schemas.openxmlformats.org/drawingml/2006/main" noGrp="1"/>
          </p:cNvSpPr>
          <p:nvPr/>
        </p:nvSpPr>
        <p:spPr>
          <a:xfrm xmlns:a="http://schemas.openxmlformats.org/drawingml/2006/main">
            <a:off x="4757596" y="2395538"/>
            <a:ext cx="891856"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also</a:t>
            </a:r>
          </a:p>
        </p:txBody>
      </p:sp>
      <p:sp>
        <p:nvSpPr>
          <p:cNvPr id="12" name="text-253">
            <a:extLst xmlns:a="http://schemas.openxmlformats.org/drawingml/2006/main">
              <a:ext uri="{FF2B5EF4-FFF2-40B4-BE49-F238E27FC236}">
                <a16:creationId xmlns:a16="http://schemas.microsoft.com/office/drawing/2014/main" id="{BF6909B0-D1EB-4C52-BE16-9D15ECB368DD}"/>
              </a:ext>
            </a:extLst>
          </p:cNvPr>
          <p:cNvSpPr>
            <a:spLocks xmlns:a="http://schemas.openxmlformats.org/drawingml/2006/main" noGrp="1"/>
          </p:cNvSpPr>
          <p:nvPr/>
        </p:nvSpPr>
        <p:spPr>
          <a:xfrm xmlns:a="http://schemas.openxmlformats.org/drawingml/2006/main">
            <a:off x="5727242" y="2395538"/>
            <a:ext cx="170716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matters.</a:t>
            </a:r>
          </a:p>
        </p:txBody>
      </p:sp>
      <p:sp>
        <p:nvSpPr>
          <p:cNvPr id="13" name="text-254">
            <a:extLst xmlns:a="http://schemas.openxmlformats.org/drawingml/2006/main">
              <a:ext uri="{FF2B5EF4-FFF2-40B4-BE49-F238E27FC236}">
                <a16:creationId xmlns:a16="http://schemas.microsoft.com/office/drawing/2014/main" id="{E93E7D15-41E9-4EBB-BBF3-B949C3126C06}"/>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DFFF5B"/>
                </a:solidFill>
                <a:latin typeface="Nunito"/>
                <a:ea typeface="Nunito"/>
                <a:cs typeface="Nunito"/>
              </a:defRPr>
            </a:pPr>
            <a:r>
              <a:rPr sz="2475" b="1">
                <a:solidFill>
                  <a:srgbClr val="DFFF5B"/>
                </a:solidFill>
                <a:latin typeface="Nunito"/>
                <a:ea typeface="Nunito"/>
                <a:cs typeface="Nunito"/>
              </a:rPr>
              <a:t>A   However</a:t>
            </a:r>
          </a:p>
        </p:txBody>
      </p:sp>
      <p:sp>
        <p:nvSpPr>
          <p:cNvPr id="14" name="text-255">
            <a:extLst xmlns:a="http://schemas.openxmlformats.org/drawingml/2006/main">
              <a:ext uri="{FF2B5EF4-FFF2-40B4-BE49-F238E27FC236}">
                <a16:creationId xmlns:a16="http://schemas.microsoft.com/office/drawing/2014/main" id="{5FBED6CC-D133-43B2-8361-0885FF3636AF}"/>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Because</a:t>
            </a:r>
          </a:p>
        </p:txBody>
      </p:sp>
      <p:sp>
        <p:nvSpPr>
          <p:cNvPr id="15" name="text-256">
            <a:extLst xmlns:a="http://schemas.openxmlformats.org/drawingml/2006/main">
              <a:ext uri="{FF2B5EF4-FFF2-40B4-BE49-F238E27FC236}">
                <a16:creationId xmlns:a16="http://schemas.microsoft.com/office/drawing/2014/main" id="{468E5A1F-5BBD-42F9-ABC0-DB9C4A3A0BB5}"/>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For example</a:t>
            </a:r>
          </a:p>
        </p:txBody>
      </p:sp>
      <p:sp>
        <p:nvSpPr>
          <p:cNvPr id="16" name="text-257">
            <a:extLst xmlns:a="http://schemas.openxmlformats.org/drawingml/2006/main">
              <a:ext uri="{FF2B5EF4-FFF2-40B4-BE49-F238E27FC236}">
                <a16:creationId xmlns:a16="http://schemas.microsoft.com/office/drawing/2014/main" id="{09379C44-8C74-406E-B805-560405E81CE8}"/>
              </a:ext>
            </a:extLst>
          </p:cNvPr>
          <p:cNvSpPr>
            <a:spLocks xmlns:a="http://schemas.openxmlformats.org/drawingml/2006/main" noGrp="1"/>
          </p:cNvSpPr>
          <p:nvPr/>
        </p:nvSpPr>
        <p:spPr>
          <a:xfrm xmlns:a="http://schemas.openxmlformats.org/drawingml/2006/main">
            <a:off x="876300" y="4895850"/>
            <a:ext cx="1043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50" b="1" lang="he-IL">
                <a:solidFill>
                  <a:srgbClr val="DFFF5B"/>
                </a:solidFill>
                <a:latin typeface="Heebo"/>
                <a:ea typeface="Heebo"/>
                <a:cs typeface="Heebo"/>
              </a:defRPr>
            </a:pPr>
            <a:r>
              <a:rPr sz="2250" b="1" lang="he-IL">
                <a:solidFill>
                  <a:srgbClr val="DFFF5B"/>
                </a:solidFill>
                <a:latin typeface="Heebo"/>
                <a:ea typeface="Heebo"/>
                <a:cs typeface="Heebo"/>
              </a:rPr>
              <a:t>However מציג ניגוד או הסתייגות. הוא אינו מציג סיבה.</a:t>
            </a:r>
          </a:p>
        </p:txBody>
      </p:sp>
      <p:sp>
        <p:nvSpPr>
          <p:cNvPr id="17" name="text-258">
            <a:extLst xmlns:a="http://schemas.openxmlformats.org/drawingml/2006/main">
              <a:ext uri="{FF2B5EF4-FFF2-40B4-BE49-F238E27FC236}">
                <a16:creationId xmlns:a16="http://schemas.microsoft.com/office/drawing/2014/main" id="{5837F7EE-777E-4CDA-89C7-96BDCF02947A}"/>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30 / 96</a:t>
            </a:r>
          </a:p>
        </p:txBody>
      </p:sp>
    </p:spTree>
    <p:extLst>
      <p:ext uri="{BB962C8B-B14F-4D97-AF65-F5344CB8AC3E}">
        <p14:creationId xmlns:p14="http://schemas.microsoft.com/office/powerpoint/2010/main" val="146642631"/>
      </p:ext>
    </p:extLst>
  </p:cSld>
</p:sld>
</file>

<file path=ppt/slides/slide3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259">
            <a:extLst xmlns:a="http://schemas.openxmlformats.org/drawingml/2006/main">
              <a:ext uri="{FF2B5EF4-FFF2-40B4-BE49-F238E27FC236}">
                <a16:creationId xmlns:a16="http://schemas.microsoft.com/office/drawing/2014/main" id="{42842088-D6B8-468F-B443-42EB750D7A64}"/>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03fab488f9324c4d"/>
              </a:rPr>
              <a:t>⌂</a:t>
            </a:r>
          </a:p>
        </p:txBody>
      </p:sp>
      <p:sp>
        <p:nvSpPr>
          <p:cNvPr id="2" name="title-260">
            <a:extLst xmlns:a="http://schemas.openxmlformats.org/drawingml/2006/main">
              <a:ext uri="{FF2B5EF4-FFF2-40B4-BE49-F238E27FC236}">
                <a16:creationId xmlns:a16="http://schemas.microsoft.com/office/drawing/2014/main" id="{713EF102-A903-431F-8A03-1E3123C42D7C}"/>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מילות קישור ומשמעות</a:t>
            </a:r>
          </a:p>
        </p:txBody>
      </p:sp>
      <p:sp>
        <p:nvSpPr>
          <p:cNvPr id="3" name="text-261">
            <a:extLst xmlns:a="http://schemas.openxmlformats.org/drawingml/2006/main">
              <a:ext uri="{FF2B5EF4-FFF2-40B4-BE49-F238E27FC236}">
                <a16:creationId xmlns:a16="http://schemas.microsoft.com/office/drawing/2014/main" id="{2C2F3C40-743E-4C1D-B759-8A3B64ECD38B}"/>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because + reason</a:t>
            </a:r>
          </a:p>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For example, + example</a:t>
            </a:r>
          </a:p>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However, + contrast</a:t>
            </a:r>
          </a:p>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Therefore, + result</a:t>
            </a:r>
          </a:p>
        </p:txBody>
      </p:sp>
      <p:sp>
        <p:nvSpPr>
          <p:cNvPr id="4" name="text-262">
            <a:extLst xmlns:a="http://schemas.openxmlformats.org/drawingml/2006/main">
              <a:ext uri="{FF2B5EF4-FFF2-40B4-BE49-F238E27FC236}">
                <a16:creationId xmlns:a16="http://schemas.microsoft.com/office/drawing/2014/main" id="{C0BF9519-CCEC-45E2-9CD9-C34D601E2730}"/>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בחרו קשר שמתאים לרעיון, ושמרו על פיסוק מתאים.</a:t>
            </a:r>
          </a:p>
        </p:txBody>
      </p:sp>
      <p:sp>
        <p:nvSpPr>
          <p:cNvPr id="5" name="text-263">
            <a:extLst xmlns:a="http://schemas.openxmlformats.org/drawingml/2006/main">
              <a:ext uri="{FF2B5EF4-FFF2-40B4-BE49-F238E27FC236}">
                <a16:creationId xmlns:a16="http://schemas.microsoft.com/office/drawing/2014/main" id="{F0DE75C2-24F0-4EBC-8F52-EFD06A25737D}"/>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31 / 96</a:t>
            </a:r>
          </a:p>
        </p:txBody>
      </p:sp>
    </p:spTree>
    <p:extLst>
      <p:ext uri="{BB962C8B-B14F-4D97-AF65-F5344CB8AC3E}">
        <p14:creationId xmlns:p14="http://schemas.microsoft.com/office/powerpoint/2010/main" val="285162107"/>
      </p:ext>
    </p:extLst>
  </p:cSld>
</p:sld>
</file>

<file path=ppt/slides/slide3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264">
            <a:extLst xmlns:a="http://schemas.openxmlformats.org/drawingml/2006/main">
              <a:ext uri="{FF2B5EF4-FFF2-40B4-BE49-F238E27FC236}">
                <a16:creationId xmlns:a16="http://schemas.microsoft.com/office/drawing/2014/main" id="{1B404E61-986D-432E-8048-F9828B2B1E49}"/>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5e931712d5724f17"/>
              </a:rPr>
              <a:t>⌂</a:t>
            </a:r>
          </a:p>
        </p:txBody>
      </p:sp>
      <p:sp>
        <p:nvSpPr>
          <p:cNvPr id="2" name="title-265">
            <a:extLst xmlns:a="http://schemas.openxmlformats.org/drawingml/2006/main">
              <a:ext uri="{FF2B5EF4-FFF2-40B4-BE49-F238E27FC236}">
                <a16:creationId xmlns:a16="http://schemas.microsoft.com/office/drawing/2014/main" id="{74E78770-9423-4F4C-8A1E-5CC0BE39C36C}"/>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3b62af363fb94d8d"/>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266">
            <a:extLst xmlns:a="http://schemas.openxmlformats.org/drawingml/2006/main">
              <a:ext uri="{FF2B5EF4-FFF2-40B4-BE49-F238E27FC236}">
                <a16:creationId xmlns:a16="http://schemas.microsoft.com/office/drawing/2014/main" id="{C11694CD-E383-49B5-8477-7F37E800AD66}"/>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The book is tiny. However, the jump is dramatic.</a:t>
            </a:r>
          </a:p>
        </p:txBody>
      </p:sp>
      <p:sp>
        <p:nvSpPr>
          <p:cNvPr id="5" name="text-267">
            <a:extLst xmlns:a="http://schemas.openxmlformats.org/drawingml/2006/main">
              <a:ext uri="{FF2B5EF4-FFF2-40B4-BE49-F238E27FC236}">
                <a16:creationId xmlns:a16="http://schemas.microsoft.com/office/drawing/2014/main" id="{B5BE3AF8-A7F1-4823-A30D-E7E5B310A41C}"/>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32 / 96</a:t>
            </a:r>
          </a:p>
        </p:txBody>
      </p:sp>
    </p:spTree>
    <p:extLst>
      <p:ext uri="{BB962C8B-B14F-4D97-AF65-F5344CB8AC3E}">
        <p14:creationId xmlns:p14="http://schemas.microsoft.com/office/powerpoint/2010/main" val="169686564"/>
      </p:ext>
    </p:extLst>
  </p:cSld>
</p:sld>
</file>

<file path=ppt/slides/slide3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268">
            <a:extLst xmlns:a="http://schemas.openxmlformats.org/drawingml/2006/main">
              <a:ext uri="{FF2B5EF4-FFF2-40B4-BE49-F238E27FC236}">
                <a16:creationId xmlns:a16="http://schemas.microsoft.com/office/drawing/2014/main" id="{4F07E3A7-6114-402D-AC95-389515148D7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a1d73652df714303"/>
              </a:rPr>
              <a:t>⌂</a:t>
            </a:r>
          </a:p>
        </p:txBody>
      </p:sp>
      <p:sp>
        <p:nvSpPr>
          <p:cNvPr id="2" name="title-269">
            <a:extLst xmlns:a="http://schemas.openxmlformats.org/drawingml/2006/main">
              <a:ext uri="{FF2B5EF4-FFF2-40B4-BE49-F238E27FC236}">
                <a16:creationId xmlns:a16="http://schemas.microsoft.com/office/drawing/2014/main" id="{43386B38-EF73-4522-800A-A58FAA1CC3E1}"/>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פסקת הגוף הראשונה</a:t>
            </a:r>
          </a:p>
        </p:txBody>
      </p:sp>
      <p:sp>
        <p:nvSpPr>
          <p:cNvPr id="3" name="text-270">
            <a:extLst xmlns:a="http://schemas.openxmlformats.org/drawingml/2006/main">
              <a:ext uri="{FF2B5EF4-FFF2-40B4-BE49-F238E27FC236}">
                <a16:creationId xmlns:a16="http://schemas.microsoft.com/office/drawing/2014/main" id="{C3AD6E10-6155-4A5B-9A28-D34A16339C64}"/>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4EE5FF"/>
                </a:solidFill>
                <a:latin typeface="Nunito"/>
                <a:ea typeface="Nunito"/>
                <a:cs typeface="Nunito"/>
              </a:rPr>
              <a:t>First</a:t>
            </a:r>
            <a:r>
              <a:rPr sz="3000" b="1">
                <a:solidFill>
                  <a:srgbClr val="F7F7F2"/>
                </a:solidFill>
                <a:latin typeface="Nunito"/>
                <a:ea typeface="Nunito"/>
                <a:cs typeface="Nunito"/>
              </a:rPr>
              <a:t>, </a:t>
            </a:r>
            <a:r>
              <a:rPr sz="3000" b="1">
                <a:solidFill>
                  <a:srgbClr val="4EE5FF"/>
                </a:solidFill>
                <a:latin typeface="Nunito"/>
                <a:ea typeface="Nunito"/>
                <a:cs typeface="Nunito"/>
              </a:rPr>
              <a:t>playing together</a:t>
            </a:r>
            <a:r>
              <a:rPr sz="3000" b="1">
                <a:solidFill>
                  <a:srgbClr val="F7F7F2"/>
                </a:solidFill>
                <a:latin typeface="Nunito"/>
                <a:ea typeface="Nunito"/>
                <a:cs typeface="Nunito"/>
              </a:rPr>
              <a:t> helps students build friendships. When classmates support one another, they learn to work as a team. </a:t>
            </a:r>
            <a:r>
              <a:rPr sz="3000" b="1">
                <a:solidFill>
                  <a:srgbClr val="4EE5FF"/>
                </a:solidFill>
                <a:latin typeface="Nunito"/>
                <a:ea typeface="Nunito"/>
                <a:cs typeface="Nunito"/>
              </a:rPr>
              <a:t>For example</a:t>
            </a:r>
            <a:r>
              <a:rPr sz="3000" b="1">
                <a:solidFill>
                  <a:srgbClr val="F7F7F2"/>
                </a:solidFill>
                <a:latin typeface="Nunito"/>
                <a:ea typeface="Nunito"/>
                <a:cs typeface="Nunito"/>
              </a:rPr>
              <a:t>, </a:t>
            </a:r>
            <a:r>
              <a:rPr sz="3000" b="1">
                <a:solidFill>
                  <a:srgbClr val="4EE5FF"/>
                </a:solidFill>
                <a:latin typeface="Nunito"/>
                <a:ea typeface="Nunito"/>
                <a:cs typeface="Nunito"/>
              </a:rPr>
              <a:t>passing the ball</a:t>
            </a:r>
            <a:r>
              <a:rPr sz="3000" b="1">
                <a:solidFill>
                  <a:srgbClr val="F7F7F2"/>
                </a:solidFill>
                <a:latin typeface="Nunito"/>
                <a:ea typeface="Nunito"/>
                <a:cs typeface="Nunito"/>
              </a:rPr>
              <a:t> to a beginner can make that student feel included.</a:t>
            </a:r>
          </a:p>
        </p:txBody>
      </p:sp>
      <p:sp>
        <p:nvSpPr>
          <p:cNvPr id="4" name="text-271">
            <a:extLst xmlns:a="http://schemas.openxmlformats.org/drawingml/2006/main">
              <a:ext uri="{FF2B5EF4-FFF2-40B4-BE49-F238E27FC236}">
                <a16:creationId xmlns:a16="http://schemas.microsoft.com/office/drawing/2014/main" id="{A19822EE-45B3-406F-BF36-B636ABA8AEBE}"/>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נימוק, הסבר ודוגמה שממחישה שיתוף. </a:t>
            </a:r>
          </a:p>
        </p:txBody>
      </p:sp>
      <p:sp>
        <p:nvSpPr>
          <p:cNvPr id="5" name="text-272">
            <a:extLst xmlns:a="http://schemas.openxmlformats.org/drawingml/2006/main">
              <a:ext uri="{FF2B5EF4-FFF2-40B4-BE49-F238E27FC236}">
                <a16:creationId xmlns:a16="http://schemas.microsoft.com/office/drawing/2014/main" id="{607B3738-F400-4391-AD84-330B9E73D5E8}"/>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33 / 96</a:t>
            </a:r>
          </a:p>
        </p:txBody>
      </p:sp>
    </p:spTree>
    <p:extLst>
      <p:ext uri="{BB962C8B-B14F-4D97-AF65-F5344CB8AC3E}">
        <p14:creationId xmlns:p14="http://schemas.microsoft.com/office/powerpoint/2010/main" val="1709385213"/>
      </p:ext>
    </p:extLst>
  </p:cSld>
</p:sld>
</file>

<file path=ppt/slides/slide3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273">
            <a:extLst xmlns:a="http://schemas.openxmlformats.org/drawingml/2006/main">
              <a:ext uri="{FF2B5EF4-FFF2-40B4-BE49-F238E27FC236}">
                <a16:creationId xmlns:a16="http://schemas.microsoft.com/office/drawing/2014/main" id="{C3440DB8-4ECD-45A9-BC9C-D65A3BC56B37}"/>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2a632c89222347e7"/>
              </a:rPr>
              <a:t>⌂</a:t>
            </a:r>
          </a:p>
        </p:txBody>
      </p:sp>
      <p:sp>
        <p:nvSpPr>
          <p:cNvPr id="2" name="title-274">
            <a:extLst xmlns:a="http://schemas.openxmlformats.org/drawingml/2006/main">
              <a:ext uri="{FF2B5EF4-FFF2-40B4-BE49-F238E27FC236}">
                <a16:creationId xmlns:a16="http://schemas.microsoft.com/office/drawing/2014/main" id="{4A8DA476-BF7C-4EF1-BE1D-EB0CF1D78054}"/>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Active: מי עושה את הפעולה?</a:t>
            </a:r>
          </a:p>
        </p:txBody>
      </p:sp>
      <p:sp>
        <p:nvSpPr>
          <p:cNvPr id="3" name="text-275">
            <a:extLst xmlns:a="http://schemas.openxmlformats.org/drawingml/2006/main">
              <a:ext uri="{FF2B5EF4-FFF2-40B4-BE49-F238E27FC236}">
                <a16:creationId xmlns:a16="http://schemas.microsoft.com/office/drawing/2014/main" id="{B4BB1298-6F4F-4D7D-8A11-6872E138BD98}"/>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4EE5FF"/>
                </a:solidFill>
                <a:latin typeface="Nunito"/>
                <a:ea typeface="Nunito"/>
                <a:cs typeface="Nunito"/>
              </a:rPr>
              <a:t>Teachers</a:t>
            </a:r>
            <a:r>
              <a:rPr sz="3450" b="1">
                <a:solidFill>
                  <a:srgbClr val="F7F7F2"/>
                </a:solidFill>
                <a:latin typeface="Nunito"/>
                <a:ea typeface="Nunito"/>
                <a:cs typeface="Nunito"/>
              </a:rPr>
              <a:t> </a:t>
            </a:r>
            <a:r>
              <a:rPr sz="3450" b="1">
                <a:solidFill>
                  <a:srgbClr val="4EE5FF"/>
                </a:solidFill>
                <a:latin typeface="Nunito"/>
                <a:ea typeface="Nunito"/>
                <a:cs typeface="Nunito"/>
              </a:rPr>
              <a:t>should organize</a:t>
            </a:r>
            <a:r>
              <a:rPr sz="3450" b="1">
                <a:solidFill>
                  <a:srgbClr val="F7F7F2"/>
                </a:solidFill>
                <a:latin typeface="Nunito"/>
                <a:ea typeface="Nunito"/>
                <a:cs typeface="Nunito"/>
              </a:rPr>
              <a:t> games fairly.</a:t>
            </a:r>
          </a:p>
        </p:txBody>
      </p:sp>
      <p:sp>
        <p:nvSpPr>
          <p:cNvPr id="4" name="text-276">
            <a:extLst xmlns:a="http://schemas.openxmlformats.org/drawingml/2006/main">
              <a:ext uri="{FF2B5EF4-FFF2-40B4-BE49-F238E27FC236}">
                <a16:creationId xmlns:a16="http://schemas.microsoft.com/office/drawing/2014/main" id="{540C9219-AB1F-4194-BD20-AA307CC923FD}"/>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34 / 96</a:t>
            </a:r>
          </a:p>
        </p:txBody>
      </p:sp>
    </p:spTree>
    <p:extLst>
      <p:ext uri="{BB962C8B-B14F-4D97-AF65-F5344CB8AC3E}">
        <p14:creationId xmlns:p14="http://schemas.microsoft.com/office/powerpoint/2010/main" val="56049113"/>
      </p:ext>
    </p:extLst>
  </p:cSld>
</p:sld>
</file>

<file path=ppt/slides/slide3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277">
            <a:extLst xmlns:a="http://schemas.openxmlformats.org/drawingml/2006/main">
              <a:ext uri="{FF2B5EF4-FFF2-40B4-BE49-F238E27FC236}">
                <a16:creationId xmlns:a16="http://schemas.microsoft.com/office/drawing/2014/main" id="{C8061457-4A17-40F0-B8AA-B76FAD9122C5}"/>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f80ac7a5363a448e"/>
              </a:rPr>
              <a:t>⌂</a:t>
            </a:r>
          </a:p>
        </p:txBody>
      </p:sp>
      <p:sp>
        <p:nvSpPr>
          <p:cNvPr id="2" name="title-278">
            <a:extLst xmlns:a="http://schemas.openxmlformats.org/drawingml/2006/main">
              <a:ext uri="{FF2B5EF4-FFF2-40B4-BE49-F238E27FC236}">
                <a16:creationId xmlns:a16="http://schemas.microsoft.com/office/drawing/2014/main" id="{9E0086EB-0F97-4B8F-8C7D-E6208630C8FE}"/>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Active: מי עושה את הפעולה?</a:t>
            </a:r>
          </a:p>
        </p:txBody>
      </p:sp>
      <p:sp>
        <p:nvSpPr>
          <p:cNvPr id="3" name="text-279">
            <a:extLst xmlns:a="http://schemas.openxmlformats.org/drawingml/2006/main">
              <a:ext uri="{FF2B5EF4-FFF2-40B4-BE49-F238E27FC236}">
                <a16:creationId xmlns:a16="http://schemas.microsoft.com/office/drawing/2014/main" id="{0650FA7A-514B-4A4B-9449-CC0CAF46E1A6}"/>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4EE5FF"/>
                </a:solidFill>
                <a:latin typeface="Nunito"/>
                <a:ea typeface="Nunito"/>
                <a:cs typeface="Nunito"/>
              </a:rPr>
              <a:t>Teachers</a:t>
            </a:r>
            <a:r>
              <a:rPr sz="3450" b="1">
                <a:solidFill>
                  <a:srgbClr val="F7F7F2"/>
                </a:solidFill>
                <a:latin typeface="Nunito"/>
                <a:ea typeface="Nunito"/>
                <a:cs typeface="Nunito"/>
              </a:rPr>
              <a:t> </a:t>
            </a:r>
            <a:r>
              <a:rPr sz="3450" b="1">
                <a:solidFill>
                  <a:srgbClr val="4EE5FF"/>
                </a:solidFill>
                <a:latin typeface="Nunito"/>
                <a:ea typeface="Nunito"/>
                <a:cs typeface="Nunito"/>
              </a:rPr>
              <a:t>should organize</a:t>
            </a:r>
            <a:r>
              <a:rPr sz="3450" b="1">
                <a:solidFill>
                  <a:srgbClr val="F7F7F2"/>
                </a:solidFill>
                <a:latin typeface="Nunito"/>
                <a:ea typeface="Nunito"/>
                <a:cs typeface="Nunito"/>
              </a:rPr>
              <a:t> games fairly.</a:t>
            </a:r>
          </a:p>
        </p:txBody>
      </p:sp>
      <p:sp>
        <p:nvSpPr>
          <p:cNvPr id="4" name="text-280">
            <a:extLst xmlns:a="http://schemas.openxmlformats.org/drawingml/2006/main">
              <a:ext uri="{FF2B5EF4-FFF2-40B4-BE49-F238E27FC236}">
                <a16:creationId xmlns:a16="http://schemas.microsoft.com/office/drawing/2014/main" id="{4D30DBC6-D06A-4C9D-8A78-246DC263FD36}"/>
              </a:ext>
            </a:extLst>
          </p:cNvPr>
          <p:cNvSpPr>
            <a:spLocks xmlns:a="http://schemas.openxmlformats.org/drawingml/2006/main" noGrp="1"/>
          </p:cNvSpPr>
          <p:nvPr/>
        </p:nvSpPr>
        <p:spPr>
          <a:xfrm xmlns:a="http://schemas.openxmlformats.org/drawingml/2006/main">
            <a:off x="876300" y="4391025"/>
            <a:ext cx="104394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DFFF5B"/>
                </a:solidFill>
                <a:latin typeface="Heebo"/>
                <a:ea typeface="Heebo"/>
                <a:cs typeface="Heebo"/>
              </a:defRPr>
            </a:pPr>
            <a:r>
              <a:rPr sz="2475" b="1" lang="he-IL">
                <a:solidFill>
                  <a:srgbClr val="DFFF5B"/>
                </a:solidFill>
                <a:latin typeface="Heebo"/>
                <a:ea typeface="Heebo"/>
                <a:cs typeface="Heebo"/>
              </a:rPr>
              <a:t>המורים צריכים לארגן את המשחקים בהוגנות.</a:t>
            </a:r>
          </a:p>
        </p:txBody>
      </p:sp>
      <p:sp>
        <p:nvSpPr>
          <p:cNvPr id="5" name="text-281">
            <a:extLst xmlns:a="http://schemas.openxmlformats.org/drawingml/2006/main">
              <a:ext uri="{FF2B5EF4-FFF2-40B4-BE49-F238E27FC236}">
                <a16:creationId xmlns:a16="http://schemas.microsoft.com/office/drawing/2014/main" id="{DF5408D1-E654-4380-B272-5E7CB25EFA1E}"/>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35 / 96</a:t>
            </a:r>
          </a:p>
        </p:txBody>
      </p:sp>
    </p:spTree>
    <p:extLst>
      <p:ext uri="{BB962C8B-B14F-4D97-AF65-F5344CB8AC3E}">
        <p14:creationId xmlns:p14="http://schemas.microsoft.com/office/powerpoint/2010/main" val="743280277"/>
      </p:ext>
    </p:extLst>
  </p:cSld>
</p:sld>
</file>

<file path=ppt/slides/slide3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282">
            <a:extLst xmlns:a="http://schemas.openxmlformats.org/drawingml/2006/main">
              <a:ext uri="{FF2B5EF4-FFF2-40B4-BE49-F238E27FC236}">
                <a16:creationId xmlns:a16="http://schemas.microsoft.com/office/drawing/2014/main" id="{7BF899C0-22B3-4472-BDC9-9AF1E16A3273}"/>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12757b2d2ade4854"/>
              </a:rPr>
              <a:t>⌂</a:t>
            </a:r>
          </a:p>
        </p:txBody>
      </p:sp>
      <p:sp>
        <p:nvSpPr>
          <p:cNvPr id="2" name="title-283">
            <a:extLst xmlns:a="http://schemas.openxmlformats.org/drawingml/2006/main">
              <a:ext uri="{FF2B5EF4-FFF2-40B4-BE49-F238E27FC236}">
                <a16:creationId xmlns:a16="http://schemas.microsoft.com/office/drawing/2014/main" id="{633BEF02-61F0-4032-97C3-805445EE656C}"/>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Passive: המוקד במשחקים</a:t>
            </a:r>
          </a:p>
        </p:txBody>
      </p:sp>
      <p:sp>
        <p:nvSpPr>
          <p:cNvPr id="3" name="text-284">
            <a:extLst xmlns:a="http://schemas.openxmlformats.org/drawingml/2006/main">
              <a:ext uri="{FF2B5EF4-FFF2-40B4-BE49-F238E27FC236}">
                <a16:creationId xmlns:a16="http://schemas.microsoft.com/office/drawing/2014/main" id="{7BBEDB4E-67B5-4211-A2BE-BB2A67DC71C7}"/>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4EE5FF"/>
                </a:solidFill>
                <a:latin typeface="Nunito"/>
                <a:ea typeface="Nunito"/>
                <a:cs typeface="Nunito"/>
              </a:rPr>
              <a:t>Games</a:t>
            </a:r>
            <a:r>
              <a:rPr sz="3450" b="1">
                <a:solidFill>
                  <a:srgbClr val="F7F7F2"/>
                </a:solidFill>
                <a:latin typeface="Nunito"/>
                <a:ea typeface="Nunito"/>
                <a:cs typeface="Nunito"/>
              </a:rPr>
              <a:t> </a:t>
            </a:r>
            <a:r>
              <a:rPr sz="3450" b="1">
                <a:solidFill>
                  <a:srgbClr val="4EE5FF"/>
                </a:solidFill>
                <a:latin typeface="Nunito"/>
                <a:ea typeface="Nunito"/>
                <a:cs typeface="Nunito"/>
              </a:rPr>
              <a:t>should be organized</a:t>
            </a:r>
            <a:r>
              <a:rPr sz="3450" b="1">
                <a:solidFill>
                  <a:srgbClr val="F7F7F2"/>
                </a:solidFill>
                <a:latin typeface="Nunito"/>
                <a:ea typeface="Nunito"/>
                <a:cs typeface="Nunito"/>
              </a:rPr>
              <a:t> fairly.</a:t>
            </a:r>
          </a:p>
        </p:txBody>
      </p:sp>
      <p:sp>
        <p:nvSpPr>
          <p:cNvPr id="4" name="text-285">
            <a:extLst xmlns:a="http://schemas.openxmlformats.org/drawingml/2006/main">
              <a:ext uri="{FF2B5EF4-FFF2-40B4-BE49-F238E27FC236}">
                <a16:creationId xmlns:a16="http://schemas.microsoft.com/office/drawing/2014/main" id="{F34377D4-FD5F-4BE4-990D-B3C64AD811CC}"/>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36 / 96</a:t>
            </a:r>
          </a:p>
        </p:txBody>
      </p:sp>
    </p:spTree>
    <p:extLst>
      <p:ext uri="{BB962C8B-B14F-4D97-AF65-F5344CB8AC3E}">
        <p14:creationId xmlns:p14="http://schemas.microsoft.com/office/powerpoint/2010/main" val="2043222956"/>
      </p:ext>
    </p:extLst>
  </p:cSld>
</p:sld>
</file>

<file path=ppt/slides/slide3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286">
            <a:extLst xmlns:a="http://schemas.openxmlformats.org/drawingml/2006/main">
              <a:ext uri="{FF2B5EF4-FFF2-40B4-BE49-F238E27FC236}">
                <a16:creationId xmlns:a16="http://schemas.microsoft.com/office/drawing/2014/main" id="{A90D3C9B-3EE1-4BAA-B910-8088BCBC8849}"/>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fbc2ef2dba264416"/>
              </a:rPr>
              <a:t>⌂</a:t>
            </a:r>
          </a:p>
        </p:txBody>
      </p:sp>
      <p:sp>
        <p:nvSpPr>
          <p:cNvPr id="2" name="title-287">
            <a:extLst xmlns:a="http://schemas.openxmlformats.org/drawingml/2006/main">
              <a:ext uri="{FF2B5EF4-FFF2-40B4-BE49-F238E27FC236}">
                <a16:creationId xmlns:a16="http://schemas.microsoft.com/office/drawing/2014/main" id="{E957A281-7426-46DB-8F58-FC0E174C3563}"/>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Passive: המוקד במשחקים</a:t>
            </a:r>
          </a:p>
        </p:txBody>
      </p:sp>
      <p:sp>
        <p:nvSpPr>
          <p:cNvPr id="3" name="text-288">
            <a:extLst xmlns:a="http://schemas.openxmlformats.org/drawingml/2006/main">
              <a:ext uri="{FF2B5EF4-FFF2-40B4-BE49-F238E27FC236}">
                <a16:creationId xmlns:a16="http://schemas.microsoft.com/office/drawing/2014/main" id="{F9F2F5BF-A2B5-4FBB-82A4-04F990A79064}"/>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4EE5FF"/>
                </a:solidFill>
                <a:latin typeface="Nunito"/>
                <a:ea typeface="Nunito"/>
                <a:cs typeface="Nunito"/>
              </a:rPr>
              <a:t>Games</a:t>
            </a:r>
            <a:r>
              <a:rPr sz="3450" b="1">
                <a:solidFill>
                  <a:srgbClr val="F7F7F2"/>
                </a:solidFill>
                <a:latin typeface="Nunito"/>
                <a:ea typeface="Nunito"/>
                <a:cs typeface="Nunito"/>
              </a:rPr>
              <a:t> </a:t>
            </a:r>
            <a:r>
              <a:rPr sz="3450" b="1">
                <a:solidFill>
                  <a:srgbClr val="4EE5FF"/>
                </a:solidFill>
                <a:latin typeface="Nunito"/>
                <a:ea typeface="Nunito"/>
                <a:cs typeface="Nunito"/>
              </a:rPr>
              <a:t>should be organized</a:t>
            </a:r>
            <a:r>
              <a:rPr sz="3450" b="1">
                <a:solidFill>
                  <a:srgbClr val="F7F7F2"/>
                </a:solidFill>
                <a:latin typeface="Nunito"/>
                <a:ea typeface="Nunito"/>
                <a:cs typeface="Nunito"/>
              </a:rPr>
              <a:t> fairly.</a:t>
            </a:r>
          </a:p>
        </p:txBody>
      </p:sp>
      <p:sp>
        <p:nvSpPr>
          <p:cNvPr id="4" name="text-289">
            <a:extLst xmlns:a="http://schemas.openxmlformats.org/drawingml/2006/main">
              <a:ext uri="{FF2B5EF4-FFF2-40B4-BE49-F238E27FC236}">
                <a16:creationId xmlns:a16="http://schemas.microsoft.com/office/drawing/2014/main" id="{DBCEEB5F-8588-4875-BF72-423BFC194D51}"/>
              </a:ext>
            </a:extLst>
          </p:cNvPr>
          <p:cNvSpPr>
            <a:spLocks xmlns:a="http://schemas.openxmlformats.org/drawingml/2006/main" noGrp="1"/>
          </p:cNvSpPr>
          <p:nvPr/>
        </p:nvSpPr>
        <p:spPr>
          <a:xfrm xmlns:a="http://schemas.openxmlformats.org/drawingml/2006/main">
            <a:off x="876300" y="4391025"/>
            <a:ext cx="104394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DFFF5B"/>
                </a:solidFill>
                <a:latin typeface="Heebo"/>
                <a:ea typeface="Heebo"/>
                <a:cs typeface="Heebo"/>
              </a:defRPr>
            </a:pPr>
            <a:r>
              <a:rPr sz="2475" b="1" lang="he-IL">
                <a:solidFill>
                  <a:srgbClr val="DFFF5B"/>
                </a:solidFill>
                <a:latin typeface="Heebo"/>
                <a:ea typeface="Heebo"/>
                <a:cs typeface="Heebo"/>
              </a:rPr>
              <a:t>המשחקים צריכים להיות מאורגנים בהוגנות.</a:t>
            </a:r>
          </a:p>
        </p:txBody>
      </p:sp>
      <p:sp>
        <p:nvSpPr>
          <p:cNvPr id="5" name="text-290">
            <a:extLst xmlns:a="http://schemas.openxmlformats.org/drawingml/2006/main">
              <a:ext uri="{FF2B5EF4-FFF2-40B4-BE49-F238E27FC236}">
                <a16:creationId xmlns:a16="http://schemas.microsoft.com/office/drawing/2014/main" id="{248F93B8-E850-45A3-B45D-DB0BC4B0885A}"/>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37 / 96</a:t>
            </a:r>
          </a:p>
        </p:txBody>
      </p:sp>
    </p:spTree>
    <p:extLst>
      <p:ext uri="{BB962C8B-B14F-4D97-AF65-F5344CB8AC3E}">
        <p14:creationId xmlns:p14="http://schemas.microsoft.com/office/powerpoint/2010/main" val="1438654207"/>
      </p:ext>
    </p:extLst>
  </p:cSld>
</p:sld>
</file>

<file path=ppt/slides/slide3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291">
            <a:extLst xmlns:a="http://schemas.openxmlformats.org/drawingml/2006/main">
              <a:ext uri="{FF2B5EF4-FFF2-40B4-BE49-F238E27FC236}">
                <a16:creationId xmlns:a16="http://schemas.microsoft.com/office/drawing/2014/main" id="{0358BACC-F45A-4F27-9181-339F19A59EA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5ba15f7b7464497a"/>
              </a:rPr>
              <a:t>⌂</a:t>
            </a:r>
          </a:p>
        </p:txBody>
      </p:sp>
      <p:sp>
        <p:nvSpPr>
          <p:cNvPr id="2" name="title-292">
            <a:extLst xmlns:a="http://schemas.openxmlformats.org/drawingml/2006/main">
              <a:ext uri="{FF2B5EF4-FFF2-40B4-BE49-F238E27FC236}">
                <a16:creationId xmlns:a16="http://schemas.microsoft.com/office/drawing/2014/main" id="{CA6355D2-EB67-4D22-8C89-4740702B8A5D}"/>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מבנה הסביל אחרי should</a:t>
            </a:r>
          </a:p>
        </p:txBody>
      </p:sp>
      <p:sp>
        <p:nvSpPr>
          <p:cNvPr id="3" name="text-293">
            <a:extLst xmlns:a="http://schemas.openxmlformats.org/drawingml/2006/main">
              <a:ext uri="{FF2B5EF4-FFF2-40B4-BE49-F238E27FC236}">
                <a16:creationId xmlns:a16="http://schemas.microsoft.com/office/drawing/2014/main" id="{860F46A5-9287-42FD-9133-0D5A18E1675B}"/>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subject + should + be + V3</a:t>
            </a:r>
          </a:p>
        </p:txBody>
      </p:sp>
      <p:sp>
        <p:nvSpPr>
          <p:cNvPr id="4" name="text-294">
            <a:extLst xmlns:a="http://schemas.openxmlformats.org/drawingml/2006/main">
              <a:ext uri="{FF2B5EF4-FFF2-40B4-BE49-F238E27FC236}">
                <a16:creationId xmlns:a16="http://schemas.microsoft.com/office/drawing/2014/main" id="{3B95100B-C7EA-487D-BFD0-5884C0035528}"/>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הנושא מקבל את הפעולה. אחרי should מוסיפים be ואת צורת V3.</a:t>
            </a:r>
          </a:p>
        </p:txBody>
      </p:sp>
      <p:sp>
        <p:nvSpPr>
          <p:cNvPr id="5" name="text-295">
            <a:extLst xmlns:a="http://schemas.openxmlformats.org/drawingml/2006/main">
              <a:ext uri="{FF2B5EF4-FFF2-40B4-BE49-F238E27FC236}">
                <a16:creationId xmlns:a16="http://schemas.microsoft.com/office/drawing/2014/main" id="{2BDAD3FA-B03E-4F48-AC2E-24E6FA3F4732}"/>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38 / 96</a:t>
            </a:r>
          </a:p>
        </p:txBody>
      </p:sp>
    </p:spTree>
    <p:extLst>
      <p:ext uri="{BB962C8B-B14F-4D97-AF65-F5344CB8AC3E}">
        <p14:creationId xmlns:p14="http://schemas.microsoft.com/office/powerpoint/2010/main" val="1499267561"/>
      </p:ext>
    </p:extLst>
  </p:cSld>
</p:sld>
</file>

<file path=ppt/slides/slide3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7" name="text-296">
            <a:extLst xmlns:a="http://schemas.openxmlformats.org/drawingml/2006/main">
              <a:ext uri="{FF2B5EF4-FFF2-40B4-BE49-F238E27FC236}">
                <a16:creationId xmlns:a16="http://schemas.microsoft.com/office/drawing/2014/main" id="{FFAADA30-151F-4FD3-9F86-91C21AA75EFE}"/>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938b9c26c0514b8c"/>
              </a:rPr>
              <a:t>⌂</a:t>
            </a:r>
          </a:p>
        </p:txBody>
      </p:sp>
      <p:sp>
        <p:nvSpPr>
          <p:cNvPr id="2" name="title-297">
            <a:extLst xmlns:a="http://schemas.openxmlformats.org/drawingml/2006/main">
              <a:ext uri="{FF2B5EF4-FFF2-40B4-BE49-F238E27FC236}">
                <a16:creationId xmlns:a16="http://schemas.microsoft.com/office/drawing/2014/main" id="{1794F404-037C-47C9-8EBD-978B3B494CD9}"/>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השלמת Passive</a:t>
            </a:r>
          </a:p>
        </p:txBody>
      </p:sp>
      <p:sp>
        <p:nvSpPr>
          <p:cNvPr id="3" name="text-298">
            <a:extLst xmlns:a="http://schemas.openxmlformats.org/drawingml/2006/main">
              <a:ext uri="{FF2B5EF4-FFF2-40B4-BE49-F238E27FC236}">
                <a16:creationId xmlns:a16="http://schemas.microsoft.com/office/drawing/2014/main" id="{2B365D1B-4AA5-4588-B93E-AC0C374BE2F9}"/>
              </a:ext>
            </a:extLst>
          </p:cNvPr>
          <p:cNvSpPr>
            <a:spLocks xmlns:a="http://schemas.openxmlformats.org/drawingml/2006/main" noGrp="1"/>
          </p:cNvSpPr>
          <p:nvPr/>
        </p:nvSpPr>
        <p:spPr>
          <a:xfrm xmlns:a="http://schemas.openxmlformats.org/drawingml/2006/main">
            <a:off x="1230162" y="1776413"/>
            <a:ext cx="149568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Games</a:t>
            </a:r>
          </a:p>
        </p:txBody>
      </p:sp>
      <p:sp>
        <p:nvSpPr>
          <p:cNvPr id="4" name="text-299">
            <a:extLst xmlns:a="http://schemas.openxmlformats.org/drawingml/2006/main">
              <a:ext uri="{FF2B5EF4-FFF2-40B4-BE49-F238E27FC236}">
                <a16:creationId xmlns:a16="http://schemas.microsoft.com/office/drawing/2014/main" id="{EC76EF5B-1602-4885-9E68-B3FE6010AD2E}"/>
              </a:ext>
            </a:extLst>
          </p:cNvPr>
          <p:cNvSpPr>
            <a:spLocks xmlns:a="http://schemas.openxmlformats.org/drawingml/2006/main" noGrp="1"/>
          </p:cNvSpPr>
          <p:nvPr/>
        </p:nvSpPr>
        <p:spPr>
          <a:xfrm xmlns:a="http://schemas.openxmlformats.org/drawingml/2006/main">
            <a:off x="2803637" y="1776413"/>
            <a:ext cx="143922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should</a:t>
            </a:r>
          </a:p>
        </p:txBody>
      </p:sp>
      <p:sp>
        <p:nvSpPr>
          <p:cNvPr id="5" name="text-300">
            <a:extLst xmlns:a="http://schemas.openxmlformats.org/drawingml/2006/main">
              <a:ext uri="{FF2B5EF4-FFF2-40B4-BE49-F238E27FC236}">
                <a16:creationId xmlns:a16="http://schemas.microsoft.com/office/drawing/2014/main" id="{C4BAEF78-815C-4F35-8035-B2A517DD8217}"/>
              </a:ext>
            </a:extLst>
          </p:cNvPr>
          <p:cNvSpPr>
            <a:spLocks xmlns:a="http://schemas.openxmlformats.org/drawingml/2006/main" noGrp="1"/>
          </p:cNvSpPr>
          <p:nvPr/>
        </p:nvSpPr>
        <p:spPr>
          <a:xfrm xmlns:a="http://schemas.openxmlformats.org/drawingml/2006/main">
            <a:off x="4339701" y="1776413"/>
            <a:ext cx="305794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 </a:t>
            </a:r>
          </a:p>
        </p:txBody>
      </p:sp>
      <p:sp>
        <p:nvSpPr>
          <p:cNvPr id="6" name="gap-line-39">
            <a:extLst xmlns:a="http://schemas.openxmlformats.org/drawingml/2006/main">
              <a:ext uri="{FF2B5EF4-FFF2-40B4-BE49-F238E27FC236}">
                <a16:creationId xmlns:a16="http://schemas.microsoft.com/office/drawing/2014/main" id="{36EA060B-A850-461C-8B0A-EFD1FFEF0C1F}"/>
              </a:ext>
            </a:extLst>
          </p:cNvPr>
          <p:cNvSpPr>
            <a:spLocks xmlns:a="http://schemas.openxmlformats.org/drawingml/2006/main" noGrp="1"/>
          </p:cNvSpPr>
          <p:nvPr/>
        </p:nvSpPr>
        <p:spPr>
          <a:xfrm xmlns:a="http://schemas.openxmlformats.org/drawingml/2006/main">
            <a:off x="4339701" y="2319338"/>
            <a:ext cx="3057944" cy="0"/>
          </a:xfrm>
          <a:prstGeom xmlns:a="http://schemas.openxmlformats.org/drawingml/2006/main" prst="line">
            <a:avLst/>
          </a:prstGeom>
          <a:ln xmlns:a="http://schemas.openxmlformats.org/drawingml/2006/main" w="19050">
            <a:solidFill>
              <a:srgbClr val="4EE5FF"/>
            </a:solidFill>
          </a:ln>
        </p:spPr>
      </p:sp>
      <p:sp>
        <p:nvSpPr>
          <p:cNvPr id="7" name="text-301">
            <a:extLst xmlns:a="http://schemas.openxmlformats.org/drawingml/2006/main">
              <a:ext uri="{FF2B5EF4-FFF2-40B4-BE49-F238E27FC236}">
                <a16:creationId xmlns:a16="http://schemas.microsoft.com/office/drawing/2014/main" id="{6265D017-2C54-4858-B03C-C2E5E32EAD58}"/>
              </a:ext>
            </a:extLst>
          </p:cNvPr>
          <p:cNvSpPr>
            <a:spLocks xmlns:a="http://schemas.openxmlformats.org/drawingml/2006/main" noGrp="1"/>
          </p:cNvSpPr>
          <p:nvPr/>
        </p:nvSpPr>
        <p:spPr>
          <a:xfrm xmlns:a="http://schemas.openxmlformats.org/drawingml/2006/main">
            <a:off x="7494486" y="1776413"/>
            <a:ext cx="51939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so</a:t>
            </a:r>
          </a:p>
        </p:txBody>
      </p:sp>
      <p:sp>
        <p:nvSpPr>
          <p:cNvPr id="8" name="text-302">
            <a:extLst xmlns:a="http://schemas.openxmlformats.org/drawingml/2006/main">
              <a:ext uri="{FF2B5EF4-FFF2-40B4-BE49-F238E27FC236}">
                <a16:creationId xmlns:a16="http://schemas.microsoft.com/office/drawing/2014/main" id="{1F2F1548-FC1D-422C-88B2-8D3BC8125C5C}"/>
              </a:ext>
            </a:extLst>
          </p:cNvPr>
          <p:cNvSpPr>
            <a:spLocks xmlns:a="http://schemas.openxmlformats.org/drawingml/2006/main" noGrp="1"/>
          </p:cNvSpPr>
          <p:nvPr/>
        </p:nvSpPr>
        <p:spPr>
          <a:xfrm xmlns:a="http://schemas.openxmlformats.org/drawingml/2006/main">
            <a:off x="8091671" y="1776413"/>
            <a:ext cx="84909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that</a:t>
            </a:r>
          </a:p>
        </p:txBody>
      </p:sp>
      <p:sp>
        <p:nvSpPr>
          <p:cNvPr id="9" name="text-303">
            <a:extLst xmlns:a="http://schemas.openxmlformats.org/drawingml/2006/main">
              <a:ext uri="{FF2B5EF4-FFF2-40B4-BE49-F238E27FC236}">
                <a16:creationId xmlns:a16="http://schemas.microsoft.com/office/drawing/2014/main" id="{14C188F8-C7D7-4B18-8384-CD815AE4F9F7}"/>
              </a:ext>
            </a:extLst>
          </p:cNvPr>
          <p:cNvSpPr>
            <a:spLocks xmlns:a="http://schemas.openxmlformats.org/drawingml/2006/main" noGrp="1"/>
          </p:cNvSpPr>
          <p:nvPr/>
        </p:nvSpPr>
        <p:spPr>
          <a:xfrm xmlns:a="http://schemas.openxmlformats.org/drawingml/2006/main">
            <a:off x="9018559" y="1776413"/>
            <a:ext cx="19432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everyone</a:t>
            </a:r>
          </a:p>
        </p:txBody>
      </p:sp>
      <p:sp>
        <p:nvSpPr>
          <p:cNvPr id="10" name="text-304">
            <a:extLst xmlns:a="http://schemas.openxmlformats.org/drawingml/2006/main">
              <a:ext uri="{FF2B5EF4-FFF2-40B4-BE49-F238E27FC236}">
                <a16:creationId xmlns:a16="http://schemas.microsoft.com/office/drawing/2014/main" id="{0DFBED05-CD68-4C67-9EA8-3FA7563F8F5F}"/>
              </a:ext>
            </a:extLst>
          </p:cNvPr>
          <p:cNvSpPr>
            <a:spLocks xmlns:a="http://schemas.openxmlformats.org/drawingml/2006/main" noGrp="1"/>
          </p:cNvSpPr>
          <p:nvPr/>
        </p:nvSpPr>
        <p:spPr>
          <a:xfrm xmlns:a="http://schemas.openxmlformats.org/drawingml/2006/main">
            <a:off x="4701584" y="2395538"/>
            <a:ext cx="758826"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can</a:t>
            </a:r>
          </a:p>
        </p:txBody>
      </p:sp>
      <p:sp>
        <p:nvSpPr>
          <p:cNvPr id="11" name="text-305">
            <a:extLst xmlns:a="http://schemas.openxmlformats.org/drawingml/2006/main">
              <a:ext uri="{FF2B5EF4-FFF2-40B4-BE49-F238E27FC236}">
                <a16:creationId xmlns:a16="http://schemas.microsoft.com/office/drawing/2014/main" id="{DEC0ADA4-3088-4CF3-A5CB-7DB3C77BA25E}"/>
              </a:ext>
            </a:extLst>
          </p:cNvPr>
          <p:cNvSpPr>
            <a:spLocks xmlns:a="http://schemas.openxmlformats.org/drawingml/2006/main" noGrp="1"/>
          </p:cNvSpPr>
          <p:nvPr/>
        </p:nvSpPr>
        <p:spPr>
          <a:xfrm xmlns:a="http://schemas.openxmlformats.org/drawingml/2006/main">
            <a:off x="5538201" y="2395538"/>
            <a:ext cx="89804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take</a:t>
            </a:r>
          </a:p>
        </p:txBody>
      </p:sp>
      <p:sp>
        <p:nvSpPr>
          <p:cNvPr id="12" name="text-306">
            <a:extLst xmlns:a="http://schemas.openxmlformats.org/drawingml/2006/main">
              <a:ext uri="{FF2B5EF4-FFF2-40B4-BE49-F238E27FC236}">
                <a16:creationId xmlns:a16="http://schemas.microsoft.com/office/drawing/2014/main" id="{3842AF35-D27E-46E8-8E5C-5F015D767134}"/>
              </a:ext>
            </a:extLst>
          </p:cNvPr>
          <p:cNvSpPr>
            <a:spLocks xmlns:a="http://schemas.openxmlformats.org/drawingml/2006/main" noGrp="1"/>
          </p:cNvSpPr>
          <p:nvPr/>
        </p:nvSpPr>
        <p:spPr>
          <a:xfrm xmlns:a="http://schemas.openxmlformats.org/drawingml/2006/main">
            <a:off x="6514035" y="2395538"/>
            <a:ext cx="97638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part.</a:t>
            </a:r>
          </a:p>
        </p:txBody>
      </p:sp>
      <p:sp>
        <p:nvSpPr>
          <p:cNvPr id="13" name="text-307">
            <a:extLst xmlns:a="http://schemas.openxmlformats.org/drawingml/2006/main">
              <a:ext uri="{FF2B5EF4-FFF2-40B4-BE49-F238E27FC236}">
                <a16:creationId xmlns:a16="http://schemas.microsoft.com/office/drawing/2014/main" id="{78989190-2AAB-435D-AA45-A38FDBE35447}"/>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be organized</a:t>
            </a:r>
          </a:p>
        </p:txBody>
      </p:sp>
      <p:sp>
        <p:nvSpPr>
          <p:cNvPr id="14" name="text-308">
            <a:extLst xmlns:a="http://schemas.openxmlformats.org/drawingml/2006/main">
              <a:ext uri="{FF2B5EF4-FFF2-40B4-BE49-F238E27FC236}">
                <a16:creationId xmlns:a16="http://schemas.microsoft.com/office/drawing/2014/main" id="{47F34E08-BC87-4E19-A07A-2DF79D45C6AE}"/>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organize</a:t>
            </a:r>
          </a:p>
        </p:txBody>
      </p:sp>
      <p:sp>
        <p:nvSpPr>
          <p:cNvPr id="15" name="text-309">
            <a:extLst xmlns:a="http://schemas.openxmlformats.org/drawingml/2006/main">
              <a:ext uri="{FF2B5EF4-FFF2-40B4-BE49-F238E27FC236}">
                <a16:creationId xmlns:a16="http://schemas.microsoft.com/office/drawing/2014/main" id="{0E53FD85-0DEF-4632-861F-E15F3C58D812}"/>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be organizing</a:t>
            </a:r>
          </a:p>
        </p:txBody>
      </p:sp>
      <p:sp>
        <p:nvSpPr>
          <p:cNvPr id="16" name="text-310">
            <a:extLst xmlns:a="http://schemas.openxmlformats.org/drawingml/2006/main">
              <a:ext uri="{FF2B5EF4-FFF2-40B4-BE49-F238E27FC236}">
                <a16:creationId xmlns:a16="http://schemas.microsoft.com/office/drawing/2014/main" id="{E0E85DA7-E057-455E-9A89-50C2CCD6F007}"/>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39 / 96</a:t>
            </a:r>
          </a:p>
        </p:txBody>
      </p:sp>
    </p:spTree>
    <p:extLst>
      <p:ext uri="{BB962C8B-B14F-4D97-AF65-F5344CB8AC3E}">
        <p14:creationId xmlns:p14="http://schemas.microsoft.com/office/powerpoint/2010/main" val="1296213891"/>
      </p:ext>
    </p:extLst>
  </p:cSld>
</p:sld>
</file>

<file path=ppt/slides/slide4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8" name="text-311">
            <a:extLst xmlns:a="http://schemas.openxmlformats.org/drawingml/2006/main">
              <a:ext uri="{FF2B5EF4-FFF2-40B4-BE49-F238E27FC236}">
                <a16:creationId xmlns:a16="http://schemas.microsoft.com/office/drawing/2014/main" id="{EEF1B502-6047-469E-B1C5-D0B8A8A23CF5}"/>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9b819557b53d4bdc"/>
              </a:rPr>
              <a:t>⌂</a:t>
            </a:r>
          </a:p>
        </p:txBody>
      </p:sp>
      <p:sp>
        <p:nvSpPr>
          <p:cNvPr id="2" name="title-312">
            <a:extLst xmlns:a="http://schemas.openxmlformats.org/drawingml/2006/main">
              <a:ext uri="{FF2B5EF4-FFF2-40B4-BE49-F238E27FC236}">
                <a16:creationId xmlns:a16="http://schemas.microsoft.com/office/drawing/2014/main" id="{31290FAA-0F67-4702-8AE1-BE833A8C3AE9}"/>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השלמת Passive</a:t>
            </a:r>
          </a:p>
        </p:txBody>
      </p:sp>
      <p:sp>
        <p:nvSpPr>
          <p:cNvPr id="3" name="text-313">
            <a:extLst xmlns:a="http://schemas.openxmlformats.org/drawingml/2006/main">
              <a:ext uri="{FF2B5EF4-FFF2-40B4-BE49-F238E27FC236}">
                <a16:creationId xmlns:a16="http://schemas.microsoft.com/office/drawing/2014/main" id="{7E6FCACA-614E-4A7E-94A6-16EC23E05050}"/>
              </a:ext>
            </a:extLst>
          </p:cNvPr>
          <p:cNvSpPr>
            <a:spLocks xmlns:a="http://schemas.openxmlformats.org/drawingml/2006/main" noGrp="1"/>
          </p:cNvSpPr>
          <p:nvPr/>
        </p:nvSpPr>
        <p:spPr>
          <a:xfrm xmlns:a="http://schemas.openxmlformats.org/drawingml/2006/main">
            <a:off x="1230162" y="1776413"/>
            <a:ext cx="149568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Games</a:t>
            </a:r>
          </a:p>
        </p:txBody>
      </p:sp>
      <p:sp>
        <p:nvSpPr>
          <p:cNvPr id="4" name="text-314">
            <a:extLst xmlns:a="http://schemas.openxmlformats.org/drawingml/2006/main">
              <a:ext uri="{FF2B5EF4-FFF2-40B4-BE49-F238E27FC236}">
                <a16:creationId xmlns:a16="http://schemas.microsoft.com/office/drawing/2014/main" id="{8F2575D0-4A6C-455C-8A47-819EF8749CA6}"/>
              </a:ext>
            </a:extLst>
          </p:cNvPr>
          <p:cNvSpPr>
            <a:spLocks xmlns:a="http://schemas.openxmlformats.org/drawingml/2006/main" noGrp="1"/>
          </p:cNvSpPr>
          <p:nvPr/>
        </p:nvSpPr>
        <p:spPr>
          <a:xfrm xmlns:a="http://schemas.openxmlformats.org/drawingml/2006/main">
            <a:off x="2803637" y="1776413"/>
            <a:ext cx="143922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should</a:t>
            </a:r>
          </a:p>
        </p:txBody>
      </p:sp>
      <p:sp>
        <p:nvSpPr>
          <p:cNvPr id="5" name="text-315">
            <a:extLst xmlns:a="http://schemas.openxmlformats.org/drawingml/2006/main">
              <a:ext uri="{FF2B5EF4-FFF2-40B4-BE49-F238E27FC236}">
                <a16:creationId xmlns:a16="http://schemas.microsoft.com/office/drawing/2014/main" id="{EBF9919F-A80C-4C92-B0EF-1F222C1854CA}"/>
              </a:ext>
            </a:extLst>
          </p:cNvPr>
          <p:cNvSpPr>
            <a:spLocks xmlns:a="http://schemas.openxmlformats.org/drawingml/2006/main" noGrp="1"/>
          </p:cNvSpPr>
          <p:nvPr/>
        </p:nvSpPr>
        <p:spPr>
          <a:xfrm xmlns:a="http://schemas.openxmlformats.org/drawingml/2006/main">
            <a:off x="4339701" y="1776413"/>
            <a:ext cx="305794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be organized</a:t>
            </a:r>
          </a:p>
        </p:txBody>
      </p:sp>
      <p:sp>
        <p:nvSpPr>
          <p:cNvPr id="6" name="gap-line-40">
            <a:extLst xmlns:a="http://schemas.openxmlformats.org/drawingml/2006/main">
              <a:ext uri="{FF2B5EF4-FFF2-40B4-BE49-F238E27FC236}">
                <a16:creationId xmlns:a16="http://schemas.microsoft.com/office/drawing/2014/main" id="{DCA4B914-BEF1-422B-8D0E-104DB3E75E15}"/>
              </a:ext>
            </a:extLst>
          </p:cNvPr>
          <p:cNvSpPr>
            <a:spLocks xmlns:a="http://schemas.openxmlformats.org/drawingml/2006/main" noGrp="1"/>
          </p:cNvSpPr>
          <p:nvPr/>
        </p:nvSpPr>
        <p:spPr>
          <a:xfrm xmlns:a="http://schemas.openxmlformats.org/drawingml/2006/main">
            <a:off x="4339701" y="2319338"/>
            <a:ext cx="3057944" cy="0"/>
          </a:xfrm>
          <a:prstGeom xmlns:a="http://schemas.openxmlformats.org/drawingml/2006/main" prst="line">
            <a:avLst/>
          </a:prstGeom>
          <a:ln xmlns:a="http://schemas.openxmlformats.org/drawingml/2006/main" w="19050">
            <a:solidFill>
              <a:srgbClr val="DFFF5B"/>
            </a:solidFill>
          </a:ln>
        </p:spPr>
      </p:sp>
      <p:sp>
        <p:nvSpPr>
          <p:cNvPr id="7" name="text-316">
            <a:extLst xmlns:a="http://schemas.openxmlformats.org/drawingml/2006/main">
              <a:ext uri="{FF2B5EF4-FFF2-40B4-BE49-F238E27FC236}">
                <a16:creationId xmlns:a16="http://schemas.microsoft.com/office/drawing/2014/main" id="{0D0F0478-B6B9-4047-86C3-C73DA184CFD7}"/>
              </a:ext>
            </a:extLst>
          </p:cNvPr>
          <p:cNvSpPr>
            <a:spLocks xmlns:a="http://schemas.openxmlformats.org/drawingml/2006/main" noGrp="1"/>
          </p:cNvSpPr>
          <p:nvPr/>
        </p:nvSpPr>
        <p:spPr>
          <a:xfrm xmlns:a="http://schemas.openxmlformats.org/drawingml/2006/main">
            <a:off x="7494486" y="1776413"/>
            <a:ext cx="51939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so</a:t>
            </a:r>
          </a:p>
        </p:txBody>
      </p:sp>
      <p:sp>
        <p:nvSpPr>
          <p:cNvPr id="8" name="text-317">
            <a:extLst xmlns:a="http://schemas.openxmlformats.org/drawingml/2006/main">
              <a:ext uri="{FF2B5EF4-FFF2-40B4-BE49-F238E27FC236}">
                <a16:creationId xmlns:a16="http://schemas.microsoft.com/office/drawing/2014/main" id="{7DED3C48-6A9E-4035-BA7E-408B08B675C8}"/>
              </a:ext>
            </a:extLst>
          </p:cNvPr>
          <p:cNvSpPr>
            <a:spLocks xmlns:a="http://schemas.openxmlformats.org/drawingml/2006/main" noGrp="1"/>
          </p:cNvSpPr>
          <p:nvPr/>
        </p:nvSpPr>
        <p:spPr>
          <a:xfrm xmlns:a="http://schemas.openxmlformats.org/drawingml/2006/main">
            <a:off x="8091671" y="1776413"/>
            <a:ext cx="84909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that</a:t>
            </a:r>
          </a:p>
        </p:txBody>
      </p:sp>
      <p:sp>
        <p:nvSpPr>
          <p:cNvPr id="9" name="text-318">
            <a:extLst xmlns:a="http://schemas.openxmlformats.org/drawingml/2006/main">
              <a:ext uri="{FF2B5EF4-FFF2-40B4-BE49-F238E27FC236}">
                <a16:creationId xmlns:a16="http://schemas.microsoft.com/office/drawing/2014/main" id="{A9F09A79-1240-4766-8CDC-67DB208CE837}"/>
              </a:ext>
            </a:extLst>
          </p:cNvPr>
          <p:cNvSpPr>
            <a:spLocks xmlns:a="http://schemas.openxmlformats.org/drawingml/2006/main" noGrp="1"/>
          </p:cNvSpPr>
          <p:nvPr/>
        </p:nvSpPr>
        <p:spPr>
          <a:xfrm xmlns:a="http://schemas.openxmlformats.org/drawingml/2006/main">
            <a:off x="9018559" y="1776413"/>
            <a:ext cx="19432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everyone</a:t>
            </a:r>
          </a:p>
        </p:txBody>
      </p:sp>
      <p:sp>
        <p:nvSpPr>
          <p:cNvPr id="10" name="text-319">
            <a:extLst xmlns:a="http://schemas.openxmlformats.org/drawingml/2006/main">
              <a:ext uri="{FF2B5EF4-FFF2-40B4-BE49-F238E27FC236}">
                <a16:creationId xmlns:a16="http://schemas.microsoft.com/office/drawing/2014/main" id="{B5714EE2-3D87-4E74-85FC-E8B1F9D67563}"/>
              </a:ext>
            </a:extLst>
          </p:cNvPr>
          <p:cNvSpPr>
            <a:spLocks xmlns:a="http://schemas.openxmlformats.org/drawingml/2006/main" noGrp="1"/>
          </p:cNvSpPr>
          <p:nvPr/>
        </p:nvSpPr>
        <p:spPr>
          <a:xfrm xmlns:a="http://schemas.openxmlformats.org/drawingml/2006/main">
            <a:off x="4701584" y="2395538"/>
            <a:ext cx="758826"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can</a:t>
            </a:r>
          </a:p>
        </p:txBody>
      </p:sp>
      <p:sp>
        <p:nvSpPr>
          <p:cNvPr id="11" name="text-320">
            <a:extLst xmlns:a="http://schemas.openxmlformats.org/drawingml/2006/main">
              <a:ext uri="{FF2B5EF4-FFF2-40B4-BE49-F238E27FC236}">
                <a16:creationId xmlns:a16="http://schemas.microsoft.com/office/drawing/2014/main" id="{9438CF38-A00A-4413-8147-5A8F4F1FCF62}"/>
              </a:ext>
            </a:extLst>
          </p:cNvPr>
          <p:cNvSpPr>
            <a:spLocks xmlns:a="http://schemas.openxmlformats.org/drawingml/2006/main" noGrp="1"/>
          </p:cNvSpPr>
          <p:nvPr/>
        </p:nvSpPr>
        <p:spPr>
          <a:xfrm xmlns:a="http://schemas.openxmlformats.org/drawingml/2006/main">
            <a:off x="5538201" y="2395538"/>
            <a:ext cx="89804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take</a:t>
            </a:r>
          </a:p>
        </p:txBody>
      </p:sp>
      <p:sp>
        <p:nvSpPr>
          <p:cNvPr id="12" name="text-321">
            <a:extLst xmlns:a="http://schemas.openxmlformats.org/drawingml/2006/main">
              <a:ext uri="{FF2B5EF4-FFF2-40B4-BE49-F238E27FC236}">
                <a16:creationId xmlns:a16="http://schemas.microsoft.com/office/drawing/2014/main" id="{0D9C51DC-2459-46FB-9031-222E4CCB4E29}"/>
              </a:ext>
            </a:extLst>
          </p:cNvPr>
          <p:cNvSpPr>
            <a:spLocks xmlns:a="http://schemas.openxmlformats.org/drawingml/2006/main" noGrp="1"/>
          </p:cNvSpPr>
          <p:nvPr/>
        </p:nvSpPr>
        <p:spPr>
          <a:xfrm xmlns:a="http://schemas.openxmlformats.org/drawingml/2006/main">
            <a:off x="6514035" y="2395538"/>
            <a:ext cx="97638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part.</a:t>
            </a:r>
          </a:p>
        </p:txBody>
      </p:sp>
      <p:sp>
        <p:nvSpPr>
          <p:cNvPr id="13" name="text-322">
            <a:extLst xmlns:a="http://schemas.openxmlformats.org/drawingml/2006/main">
              <a:ext uri="{FF2B5EF4-FFF2-40B4-BE49-F238E27FC236}">
                <a16:creationId xmlns:a16="http://schemas.microsoft.com/office/drawing/2014/main" id="{2CB3129D-9170-4C26-87DA-098DC215D8FD}"/>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DFFF5B"/>
                </a:solidFill>
                <a:latin typeface="Nunito"/>
                <a:ea typeface="Nunito"/>
                <a:cs typeface="Nunito"/>
              </a:defRPr>
            </a:pPr>
            <a:r>
              <a:rPr sz="2475" b="1">
                <a:solidFill>
                  <a:srgbClr val="DFFF5B"/>
                </a:solidFill>
                <a:latin typeface="Nunito"/>
                <a:ea typeface="Nunito"/>
                <a:cs typeface="Nunito"/>
              </a:rPr>
              <a:t>A   be organized</a:t>
            </a:r>
          </a:p>
        </p:txBody>
      </p:sp>
      <p:sp>
        <p:nvSpPr>
          <p:cNvPr id="14" name="text-323">
            <a:extLst xmlns:a="http://schemas.openxmlformats.org/drawingml/2006/main">
              <a:ext uri="{FF2B5EF4-FFF2-40B4-BE49-F238E27FC236}">
                <a16:creationId xmlns:a16="http://schemas.microsoft.com/office/drawing/2014/main" id="{264C730B-5EDF-451E-9D45-3BA87B4ED276}"/>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organize</a:t>
            </a:r>
          </a:p>
        </p:txBody>
      </p:sp>
      <p:sp>
        <p:nvSpPr>
          <p:cNvPr id="15" name="text-324">
            <a:extLst xmlns:a="http://schemas.openxmlformats.org/drawingml/2006/main">
              <a:ext uri="{FF2B5EF4-FFF2-40B4-BE49-F238E27FC236}">
                <a16:creationId xmlns:a16="http://schemas.microsoft.com/office/drawing/2014/main" id="{3828B1A1-41D8-4FD7-929A-E990E8B29CB4}"/>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be organizing</a:t>
            </a:r>
          </a:p>
        </p:txBody>
      </p:sp>
      <p:sp>
        <p:nvSpPr>
          <p:cNvPr id="16" name="text-325">
            <a:extLst xmlns:a="http://schemas.openxmlformats.org/drawingml/2006/main">
              <a:ext uri="{FF2B5EF4-FFF2-40B4-BE49-F238E27FC236}">
                <a16:creationId xmlns:a16="http://schemas.microsoft.com/office/drawing/2014/main" id="{630E73C0-58F8-4646-9CBD-4B01C9E0E208}"/>
              </a:ext>
            </a:extLst>
          </p:cNvPr>
          <p:cNvSpPr>
            <a:spLocks xmlns:a="http://schemas.openxmlformats.org/drawingml/2006/main" noGrp="1"/>
          </p:cNvSpPr>
          <p:nvPr/>
        </p:nvSpPr>
        <p:spPr>
          <a:xfrm xmlns:a="http://schemas.openxmlformats.org/drawingml/2006/main">
            <a:off x="876300" y="4895850"/>
            <a:ext cx="1043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50" b="1" lang="he-IL">
                <a:solidFill>
                  <a:srgbClr val="DFFF5B"/>
                </a:solidFill>
                <a:latin typeface="Heebo"/>
                <a:ea typeface="Heebo"/>
                <a:cs typeface="Heebo"/>
              </a:defRPr>
            </a:pPr>
            <a:r>
              <a:rPr sz="2250" b="1" lang="he-IL">
                <a:solidFill>
                  <a:srgbClr val="DFFF5B"/>
                </a:solidFill>
                <a:latin typeface="Heebo"/>
                <a:ea typeface="Heebo"/>
                <a:cs typeface="Heebo"/>
              </a:rPr>
              <a:t>should be organized הוא מבנה סביל תקין: should + be + V3.</a:t>
            </a:r>
          </a:p>
        </p:txBody>
      </p:sp>
      <p:sp>
        <p:nvSpPr>
          <p:cNvPr id="17" name="text-326">
            <a:extLst xmlns:a="http://schemas.openxmlformats.org/drawingml/2006/main">
              <a:ext uri="{FF2B5EF4-FFF2-40B4-BE49-F238E27FC236}">
                <a16:creationId xmlns:a16="http://schemas.microsoft.com/office/drawing/2014/main" id="{CC14EC98-3F1E-4121-8576-07C89F773DCD}"/>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40 / 96</a:t>
            </a:r>
          </a:p>
        </p:txBody>
      </p:sp>
    </p:spTree>
    <p:extLst>
      <p:ext uri="{BB962C8B-B14F-4D97-AF65-F5344CB8AC3E}">
        <p14:creationId xmlns:p14="http://schemas.microsoft.com/office/powerpoint/2010/main" val="1464396165"/>
      </p:ext>
    </p:extLst>
  </p:cSld>
</p:sld>
</file>

<file path=ppt/slides/slide4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327">
            <a:extLst xmlns:a="http://schemas.openxmlformats.org/drawingml/2006/main">
              <a:ext uri="{FF2B5EF4-FFF2-40B4-BE49-F238E27FC236}">
                <a16:creationId xmlns:a16="http://schemas.microsoft.com/office/drawing/2014/main" id="{AE2309F0-8CDB-4616-B34C-8E9F776EE5CE}"/>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0490df92aede452e"/>
              </a:rPr>
              <a:t>⌂</a:t>
            </a:r>
          </a:p>
        </p:txBody>
      </p:sp>
      <p:sp>
        <p:nvSpPr>
          <p:cNvPr id="2" name="title-328">
            <a:extLst xmlns:a="http://schemas.openxmlformats.org/drawingml/2006/main">
              <a:ext uri="{FF2B5EF4-FFF2-40B4-BE49-F238E27FC236}">
                <a16:creationId xmlns:a16="http://schemas.microsoft.com/office/drawing/2014/main" id="{6A751BC2-BD7A-4CD6-A75B-A34A46B3EC28}"/>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איזה משפט תקין?</a:t>
            </a:r>
          </a:p>
        </p:txBody>
      </p:sp>
      <p:sp>
        <p:nvSpPr>
          <p:cNvPr id="3" name="text-329">
            <a:extLst xmlns:a="http://schemas.openxmlformats.org/drawingml/2006/main">
              <a:ext uri="{FF2B5EF4-FFF2-40B4-BE49-F238E27FC236}">
                <a16:creationId xmlns:a16="http://schemas.microsoft.com/office/drawing/2014/main" id="{53D5A2C3-F28C-4F6C-8705-A5EFC5EB2BDD}"/>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The focus is on including every student.</a:t>
            </a:r>
          </a:p>
        </p:txBody>
      </p:sp>
      <p:sp>
        <p:nvSpPr>
          <p:cNvPr id="4" name="text-330">
            <a:extLst xmlns:a="http://schemas.openxmlformats.org/drawingml/2006/main">
              <a:ext uri="{FF2B5EF4-FFF2-40B4-BE49-F238E27FC236}">
                <a16:creationId xmlns:a16="http://schemas.microsoft.com/office/drawing/2014/main" id="{3591B13B-F346-4247-95D6-2C0A3761942B}"/>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Every student should included.</a:t>
            </a:r>
          </a:p>
        </p:txBody>
      </p:sp>
      <p:sp>
        <p:nvSpPr>
          <p:cNvPr id="5" name="text-331">
            <a:extLst xmlns:a="http://schemas.openxmlformats.org/drawingml/2006/main">
              <a:ext uri="{FF2B5EF4-FFF2-40B4-BE49-F238E27FC236}">
                <a16:creationId xmlns:a16="http://schemas.microsoft.com/office/drawing/2014/main" id="{BFABCB38-4457-490C-9BB3-5881BD5D6136}"/>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B   Every student should be included.</a:t>
            </a:r>
          </a:p>
        </p:txBody>
      </p:sp>
      <p:sp>
        <p:nvSpPr>
          <p:cNvPr id="6" name="text-332">
            <a:extLst xmlns:a="http://schemas.openxmlformats.org/drawingml/2006/main">
              <a:ext uri="{FF2B5EF4-FFF2-40B4-BE49-F238E27FC236}">
                <a16:creationId xmlns:a16="http://schemas.microsoft.com/office/drawing/2014/main" id="{E84461FD-5E2D-4159-8051-5F1633013CC2}"/>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Every student should be include.</a:t>
            </a:r>
          </a:p>
        </p:txBody>
      </p:sp>
      <p:sp>
        <p:nvSpPr>
          <p:cNvPr id="7" name="text-333">
            <a:extLst xmlns:a="http://schemas.openxmlformats.org/drawingml/2006/main">
              <a:ext uri="{FF2B5EF4-FFF2-40B4-BE49-F238E27FC236}">
                <a16:creationId xmlns:a16="http://schemas.microsoft.com/office/drawing/2014/main" id="{8857826A-C7B7-4665-93DF-FB3BE87C1C4F}"/>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41 / 96</a:t>
            </a:r>
          </a:p>
        </p:txBody>
      </p:sp>
    </p:spTree>
    <p:extLst>
      <p:ext uri="{BB962C8B-B14F-4D97-AF65-F5344CB8AC3E}">
        <p14:creationId xmlns:p14="http://schemas.microsoft.com/office/powerpoint/2010/main" val="1441005983"/>
      </p:ext>
    </p:extLst>
  </p:cSld>
</p:sld>
</file>

<file path=ppt/slides/slide4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9" name="text-334">
            <a:extLst xmlns:a="http://schemas.openxmlformats.org/drawingml/2006/main">
              <a:ext uri="{FF2B5EF4-FFF2-40B4-BE49-F238E27FC236}">
                <a16:creationId xmlns:a16="http://schemas.microsoft.com/office/drawing/2014/main" id="{7BB8263D-4CB5-48E2-AACC-4C5485F32AC0}"/>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565dfceacd9640f9"/>
              </a:rPr>
              <a:t>⌂</a:t>
            </a:r>
          </a:p>
        </p:txBody>
      </p:sp>
      <p:sp>
        <p:nvSpPr>
          <p:cNvPr id="2" name="title-335">
            <a:extLst xmlns:a="http://schemas.openxmlformats.org/drawingml/2006/main">
              <a:ext uri="{FF2B5EF4-FFF2-40B4-BE49-F238E27FC236}">
                <a16:creationId xmlns:a16="http://schemas.microsoft.com/office/drawing/2014/main" id="{3EAEAB5F-CDFC-4C14-82F7-FC67E85D9C8F}"/>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איזה משפט תקין?</a:t>
            </a:r>
          </a:p>
        </p:txBody>
      </p:sp>
      <p:sp>
        <p:nvSpPr>
          <p:cNvPr id="3" name="text-336">
            <a:extLst xmlns:a="http://schemas.openxmlformats.org/drawingml/2006/main">
              <a:ext uri="{FF2B5EF4-FFF2-40B4-BE49-F238E27FC236}">
                <a16:creationId xmlns:a16="http://schemas.microsoft.com/office/drawing/2014/main" id="{8AF057E8-700E-4CCC-B0DE-20A32536774E}"/>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The focus is on including every student.</a:t>
            </a:r>
          </a:p>
        </p:txBody>
      </p:sp>
      <p:sp>
        <p:nvSpPr>
          <p:cNvPr id="4" name="text-337">
            <a:extLst xmlns:a="http://schemas.openxmlformats.org/drawingml/2006/main">
              <a:ext uri="{FF2B5EF4-FFF2-40B4-BE49-F238E27FC236}">
                <a16:creationId xmlns:a16="http://schemas.microsoft.com/office/drawing/2014/main" id="{AB81AB9D-77AC-435F-9D6F-DFE4F56D0B72}"/>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Every student should included.</a:t>
            </a:r>
          </a:p>
        </p:txBody>
      </p:sp>
      <p:sp>
        <p:nvSpPr>
          <p:cNvPr id="5" name="text-338">
            <a:extLst xmlns:a="http://schemas.openxmlformats.org/drawingml/2006/main">
              <a:ext uri="{FF2B5EF4-FFF2-40B4-BE49-F238E27FC236}">
                <a16:creationId xmlns:a16="http://schemas.microsoft.com/office/drawing/2014/main" id="{6C71793C-2184-4530-AB44-22E49F43113E}"/>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DFFF5B"/>
                </a:solidFill>
                <a:latin typeface="Nunito"/>
                <a:ea typeface="Nunito"/>
                <a:cs typeface="Nunito"/>
              </a:defRPr>
            </a:pPr>
            <a:r>
              <a:rPr sz="2325" b="1">
                <a:solidFill>
                  <a:srgbClr val="DFFF5B"/>
                </a:solidFill>
                <a:latin typeface="Nunito"/>
                <a:ea typeface="Nunito"/>
                <a:cs typeface="Nunito"/>
              </a:rPr>
              <a:t>B   Every student should be included.</a:t>
            </a:r>
          </a:p>
        </p:txBody>
      </p:sp>
      <p:sp>
        <p:nvSpPr>
          <p:cNvPr id="6" name="text-339">
            <a:extLst xmlns:a="http://schemas.openxmlformats.org/drawingml/2006/main">
              <a:ext uri="{FF2B5EF4-FFF2-40B4-BE49-F238E27FC236}">
                <a16:creationId xmlns:a16="http://schemas.microsoft.com/office/drawing/2014/main" id="{72C42A18-C7A4-4FA6-9ECD-552B6A454C5C}"/>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Every student should be include.</a:t>
            </a:r>
          </a:p>
        </p:txBody>
      </p:sp>
      <p:sp>
        <p:nvSpPr>
          <p:cNvPr id="7" name="text-340">
            <a:extLst xmlns:a="http://schemas.openxmlformats.org/drawingml/2006/main">
              <a:ext uri="{FF2B5EF4-FFF2-40B4-BE49-F238E27FC236}">
                <a16:creationId xmlns:a16="http://schemas.microsoft.com/office/drawing/2014/main" id="{22E5DC07-11B1-4774-9732-41B4782F187A}"/>
              </a:ext>
            </a:extLst>
          </p:cNvPr>
          <p:cNvSpPr>
            <a:spLocks xmlns:a="http://schemas.openxmlformats.org/drawingml/2006/main" noGrp="1"/>
          </p:cNvSpPr>
          <p:nvPr/>
        </p:nvSpPr>
        <p:spPr>
          <a:xfrm xmlns:a="http://schemas.openxmlformats.org/drawingml/2006/main">
            <a:off x="904875" y="5143500"/>
            <a:ext cx="103822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DFFF5B"/>
                </a:solidFill>
                <a:latin typeface="Heebo"/>
                <a:ea typeface="Heebo"/>
                <a:cs typeface="Heebo"/>
              </a:defRPr>
            </a:pPr>
            <a:r>
              <a:rPr sz="2100" b="1" lang="he-IL">
                <a:solidFill>
                  <a:srgbClr val="DFFF5B"/>
                </a:solidFill>
                <a:latin typeface="Heebo"/>
                <a:ea typeface="Heebo"/>
                <a:cs typeface="Heebo"/>
              </a:rPr>
              <a:t>צריך גם be וגם V3: should be included. אין להשמיט אחד מהם.</a:t>
            </a:r>
          </a:p>
        </p:txBody>
      </p:sp>
      <p:sp>
        <p:nvSpPr>
          <p:cNvPr id="8" name="text-341">
            <a:extLst xmlns:a="http://schemas.openxmlformats.org/drawingml/2006/main">
              <a:ext uri="{FF2B5EF4-FFF2-40B4-BE49-F238E27FC236}">
                <a16:creationId xmlns:a16="http://schemas.microsoft.com/office/drawing/2014/main" id="{6FD89762-3E0F-435D-A245-DA1CAEFEEBF1}"/>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42 / 96</a:t>
            </a:r>
          </a:p>
        </p:txBody>
      </p:sp>
    </p:spTree>
    <p:extLst>
      <p:ext uri="{BB962C8B-B14F-4D97-AF65-F5344CB8AC3E}">
        <p14:creationId xmlns:p14="http://schemas.microsoft.com/office/powerpoint/2010/main" val="1159354510"/>
      </p:ext>
    </p:extLst>
  </p:cSld>
</p:sld>
</file>

<file path=ppt/slides/slide4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342">
            <a:extLst xmlns:a="http://schemas.openxmlformats.org/drawingml/2006/main">
              <a:ext uri="{FF2B5EF4-FFF2-40B4-BE49-F238E27FC236}">
                <a16:creationId xmlns:a16="http://schemas.microsoft.com/office/drawing/2014/main" id="{9EBB7FC1-2B91-498F-A051-8FA167C7D0D6}"/>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377c87ee1a904c6a"/>
              </a:rPr>
              <a:t>⌂</a:t>
            </a:r>
          </a:p>
        </p:txBody>
      </p:sp>
      <p:sp>
        <p:nvSpPr>
          <p:cNvPr id="2" name="title-343">
            <a:extLst xmlns:a="http://schemas.openxmlformats.org/drawingml/2006/main">
              <a:ext uri="{FF2B5EF4-FFF2-40B4-BE49-F238E27FC236}">
                <a16:creationId xmlns:a16="http://schemas.microsoft.com/office/drawing/2014/main" id="{4C188403-E223-4B06-BCB6-F142ADE4967C}"/>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0570b94fc0c14c49"/>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344">
            <a:extLst xmlns:a="http://schemas.openxmlformats.org/drawingml/2006/main">
              <a:ext uri="{FF2B5EF4-FFF2-40B4-BE49-F238E27FC236}">
                <a16:creationId xmlns:a16="http://schemas.microsoft.com/office/drawing/2014/main" id="{8BB875E9-5FBE-4A94-BE16-146C68C26181}"/>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The message was delivered. To the wrong head.</a:t>
            </a:r>
          </a:p>
        </p:txBody>
      </p:sp>
      <p:sp>
        <p:nvSpPr>
          <p:cNvPr id="5" name="text-345">
            <a:extLst xmlns:a="http://schemas.openxmlformats.org/drawingml/2006/main">
              <a:ext uri="{FF2B5EF4-FFF2-40B4-BE49-F238E27FC236}">
                <a16:creationId xmlns:a16="http://schemas.microsoft.com/office/drawing/2014/main" id="{FE6D6F46-AC87-4FAB-BE0C-FDDEC83ECBE3}"/>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43 / 96</a:t>
            </a:r>
          </a:p>
        </p:txBody>
      </p:sp>
    </p:spTree>
    <p:extLst>
      <p:ext uri="{BB962C8B-B14F-4D97-AF65-F5344CB8AC3E}">
        <p14:creationId xmlns:p14="http://schemas.microsoft.com/office/powerpoint/2010/main" val="1393071751"/>
      </p:ext>
    </p:extLst>
  </p:cSld>
</p:sld>
</file>

<file path=ppt/slides/slide4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346">
            <a:extLst xmlns:a="http://schemas.openxmlformats.org/drawingml/2006/main">
              <a:ext uri="{FF2B5EF4-FFF2-40B4-BE49-F238E27FC236}">
                <a16:creationId xmlns:a16="http://schemas.microsoft.com/office/drawing/2014/main" id="{5C5438A3-36A9-4288-963D-F8D444DB7802}"/>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18b51caec1564144"/>
              </a:rPr>
              <a:t>⌂</a:t>
            </a:r>
          </a:p>
        </p:txBody>
      </p:sp>
      <p:sp>
        <p:nvSpPr>
          <p:cNvPr id="2" name="title-347">
            <a:extLst xmlns:a="http://schemas.openxmlformats.org/drawingml/2006/main">
              <a:ext uri="{FF2B5EF4-FFF2-40B4-BE49-F238E27FC236}">
                <a16:creationId xmlns:a16="http://schemas.microsoft.com/office/drawing/2014/main" id="{33095AA9-0FCE-43CD-9FDB-4ECB8A72C51D}"/>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Present Perfect והקשר להווה</a:t>
            </a:r>
          </a:p>
        </p:txBody>
      </p:sp>
      <p:sp>
        <p:nvSpPr>
          <p:cNvPr id="3" name="text-348">
            <a:extLst xmlns:a="http://schemas.openxmlformats.org/drawingml/2006/main">
              <a:ext uri="{FF2B5EF4-FFF2-40B4-BE49-F238E27FC236}">
                <a16:creationId xmlns:a16="http://schemas.microsoft.com/office/drawing/2014/main" id="{054334D1-E88E-41DA-9B34-A1DBE828845F}"/>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Some students have felt excluded from games.</a:t>
            </a:r>
          </a:p>
        </p:txBody>
      </p:sp>
      <p:sp>
        <p:nvSpPr>
          <p:cNvPr id="4" name="text-349">
            <a:extLst xmlns:a="http://schemas.openxmlformats.org/drawingml/2006/main">
              <a:ext uri="{FF2B5EF4-FFF2-40B4-BE49-F238E27FC236}">
                <a16:creationId xmlns:a16="http://schemas.microsoft.com/office/drawing/2014/main" id="{229398E9-8900-4E38-8E29-7BA46A3D5A7B}"/>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מתארים ניסיון או מצב מן העבר שיש לו משמעות עכשיו.</a:t>
            </a:r>
          </a:p>
        </p:txBody>
      </p:sp>
      <p:sp>
        <p:nvSpPr>
          <p:cNvPr id="5" name="text-350">
            <a:extLst xmlns:a="http://schemas.openxmlformats.org/drawingml/2006/main">
              <a:ext uri="{FF2B5EF4-FFF2-40B4-BE49-F238E27FC236}">
                <a16:creationId xmlns:a16="http://schemas.microsoft.com/office/drawing/2014/main" id="{7A2B6D8A-2551-4522-BC16-CFD418BFC504}"/>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44 / 96</a:t>
            </a:r>
          </a:p>
        </p:txBody>
      </p:sp>
    </p:spTree>
    <p:extLst>
      <p:ext uri="{BB962C8B-B14F-4D97-AF65-F5344CB8AC3E}">
        <p14:creationId xmlns:p14="http://schemas.microsoft.com/office/powerpoint/2010/main" val="1189348513"/>
      </p:ext>
    </p:extLst>
  </p:cSld>
</p:sld>
</file>

<file path=ppt/slides/slide4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351">
            <a:extLst xmlns:a="http://schemas.openxmlformats.org/drawingml/2006/main">
              <a:ext uri="{FF2B5EF4-FFF2-40B4-BE49-F238E27FC236}">
                <a16:creationId xmlns:a16="http://schemas.microsoft.com/office/drawing/2014/main" id="{F3C127D7-C7EF-4010-970E-E2039AAD5B12}"/>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0749c05c32634955"/>
              </a:rPr>
              <a:t>⌂</a:t>
            </a:r>
          </a:p>
        </p:txBody>
      </p:sp>
      <p:sp>
        <p:nvSpPr>
          <p:cNvPr id="2" name="title-352">
            <a:extLst xmlns:a="http://schemas.openxmlformats.org/drawingml/2006/main">
              <a:ext uri="{FF2B5EF4-FFF2-40B4-BE49-F238E27FC236}">
                <a16:creationId xmlns:a16="http://schemas.microsoft.com/office/drawing/2014/main" id="{74212AB7-E0DD-43A6-9AB8-19200B2CF1FE}"/>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ניסיון קודם, משמעות עכשיו</a:t>
            </a:r>
          </a:p>
        </p:txBody>
      </p:sp>
      <p:sp>
        <p:nvSpPr>
          <p:cNvPr id="3" name="text-353">
            <a:extLst xmlns:a="http://schemas.openxmlformats.org/drawingml/2006/main">
              <a:ext uri="{FF2B5EF4-FFF2-40B4-BE49-F238E27FC236}">
                <a16:creationId xmlns:a16="http://schemas.microsoft.com/office/drawing/2014/main" id="{7774172A-33EB-40B5-844E-9C386CF38602}"/>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Some students </a:t>
            </a:r>
            <a:r>
              <a:rPr sz="3450" b="1">
                <a:solidFill>
                  <a:srgbClr val="4EE5FF"/>
                </a:solidFill>
                <a:latin typeface="Nunito"/>
                <a:ea typeface="Nunito"/>
                <a:cs typeface="Nunito"/>
              </a:rPr>
              <a:t>have felt</a:t>
            </a:r>
            <a:r>
              <a:rPr sz="3450" b="1">
                <a:solidFill>
                  <a:srgbClr val="F7F7F2"/>
                </a:solidFill>
                <a:latin typeface="Nunito"/>
                <a:ea typeface="Nunito"/>
                <a:cs typeface="Nunito"/>
              </a:rPr>
              <a:t> excluded from games.</a:t>
            </a:r>
          </a:p>
        </p:txBody>
      </p:sp>
      <p:sp>
        <p:nvSpPr>
          <p:cNvPr id="4" name="text-354">
            <a:extLst xmlns:a="http://schemas.openxmlformats.org/drawingml/2006/main">
              <a:ext uri="{FF2B5EF4-FFF2-40B4-BE49-F238E27FC236}">
                <a16:creationId xmlns:a16="http://schemas.microsoft.com/office/drawing/2014/main" id="{9299E6AE-E703-43A6-A784-E4878C464DFF}"/>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45 / 96</a:t>
            </a:r>
          </a:p>
        </p:txBody>
      </p:sp>
    </p:spTree>
    <p:extLst>
      <p:ext uri="{BB962C8B-B14F-4D97-AF65-F5344CB8AC3E}">
        <p14:creationId xmlns:p14="http://schemas.microsoft.com/office/powerpoint/2010/main" val="660246117"/>
      </p:ext>
    </p:extLst>
  </p:cSld>
</p:sld>
</file>

<file path=ppt/slides/slide4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355">
            <a:extLst xmlns:a="http://schemas.openxmlformats.org/drawingml/2006/main">
              <a:ext uri="{FF2B5EF4-FFF2-40B4-BE49-F238E27FC236}">
                <a16:creationId xmlns:a16="http://schemas.microsoft.com/office/drawing/2014/main" id="{E548D86D-1425-4E29-A8F1-F0F98E79EE63}"/>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31885b4c60014c28"/>
              </a:rPr>
              <a:t>⌂</a:t>
            </a:r>
          </a:p>
        </p:txBody>
      </p:sp>
      <p:sp>
        <p:nvSpPr>
          <p:cNvPr id="2" name="title-356">
            <a:extLst xmlns:a="http://schemas.openxmlformats.org/drawingml/2006/main">
              <a:ext uri="{FF2B5EF4-FFF2-40B4-BE49-F238E27FC236}">
                <a16:creationId xmlns:a16="http://schemas.microsoft.com/office/drawing/2014/main" id="{E4ABF8F8-D538-4B46-AB65-7BBE3FD51B06}"/>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ניסיון קודם, משמעות עכשיו</a:t>
            </a:r>
          </a:p>
        </p:txBody>
      </p:sp>
      <p:sp>
        <p:nvSpPr>
          <p:cNvPr id="3" name="text-357">
            <a:extLst xmlns:a="http://schemas.openxmlformats.org/drawingml/2006/main">
              <a:ext uri="{FF2B5EF4-FFF2-40B4-BE49-F238E27FC236}">
                <a16:creationId xmlns:a16="http://schemas.microsoft.com/office/drawing/2014/main" id="{C779328B-6035-48D3-AA61-DC750E5BB72F}"/>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Some students </a:t>
            </a:r>
            <a:r>
              <a:rPr sz="3450" b="1">
                <a:solidFill>
                  <a:srgbClr val="4EE5FF"/>
                </a:solidFill>
                <a:latin typeface="Nunito"/>
                <a:ea typeface="Nunito"/>
                <a:cs typeface="Nunito"/>
              </a:rPr>
              <a:t>have felt</a:t>
            </a:r>
            <a:r>
              <a:rPr sz="3450" b="1">
                <a:solidFill>
                  <a:srgbClr val="F7F7F2"/>
                </a:solidFill>
                <a:latin typeface="Nunito"/>
                <a:ea typeface="Nunito"/>
                <a:cs typeface="Nunito"/>
              </a:rPr>
              <a:t> excluded from games.</a:t>
            </a:r>
          </a:p>
        </p:txBody>
      </p:sp>
      <p:sp>
        <p:nvSpPr>
          <p:cNvPr id="4" name="text-358">
            <a:extLst xmlns:a="http://schemas.openxmlformats.org/drawingml/2006/main">
              <a:ext uri="{FF2B5EF4-FFF2-40B4-BE49-F238E27FC236}">
                <a16:creationId xmlns:a16="http://schemas.microsoft.com/office/drawing/2014/main" id="{2F688990-D2FD-4736-915A-A44B12E76EF2}"/>
              </a:ext>
            </a:extLst>
          </p:cNvPr>
          <p:cNvSpPr>
            <a:spLocks xmlns:a="http://schemas.openxmlformats.org/drawingml/2006/main" noGrp="1"/>
          </p:cNvSpPr>
          <p:nvPr/>
        </p:nvSpPr>
        <p:spPr>
          <a:xfrm xmlns:a="http://schemas.openxmlformats.org/drawingml/2006/main">
            <a:off x="876300" y="4391025"/>
            <a:ext cx="104394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DFFF5B"/>
                </a:solidFill>
                <a:latin typeface="Heebo"/>
                <a:ea typeface="Heebo"/>
                <a:cs typeface="Heebo"/>
              </a:defRPr>
            </a:pPr>
            <a:r>
              <a:rPr sz="2475" b="1" lang="he-IL">
                <a:solidFill>
                  <a:srgbClr val="DFFF5B"/>
                </a:solidFill>
                <a:latin typeface="Heebo"/>
                <a:ea typeface="Heebo"/>
                <a:cs typeface="Heebo"/>
              </a:rPr>
              <a:t>יש תלמידים שהרגישו מודרים ממשחקים.</a:t>
            </a:r>
          </a:p>
        </p:txBody>
      </p:sp>
      <p:sp>
        <p:nvSpPr>
          <p:cNvPr id="5" name="text-359">
            <a:extLst xmlns:a="http://schemas.openxmlformats.org/drawingml/2006/main">
              <a:ext uri="{FF2B5EF4-FFF2-40B4-BE49-F238E27FC236}">
                <a16:creationId xmlns:a16="http://schemas.microsoft.com/office/drawing/2014/main" id="{521E250F-C72B-41D1-B477-3D642C19E0B7}"/>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46 / 96</a:t>
            </a:r>
          </a:p>
        </p:txBody>
      </p:sp>
    </p:spTree>
    <p:extLst>
      <p:ext uri="{BB962C8B-B14F-4D97-AF65-F5344CB8AC3E}">
        <p14:creationId xmlns:p14="http://schemas.microsoft.com/office/powerpoint/2010/main" val="1200076875"/>
      </p:ext>
    </p:extLst>
  </p:cSld>
</p:sld>
</file>

<file path=ppt/slides/slide4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360">
            <a:extLst xmlns:a="http://schemas.openxmlformats.org/drawingml/2006/main">
              <a:ext uri="{FF2B5EF4-FFF2-40B4-BE49-F238E27FC236}">
                <a16:creationId xmlns:a16="http://schemas.microsoft.com/office/drawing/2014/main" id="{B3329A3A-30D4-4EC5-A116-DF77ABA807E9}"/>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3617fac333864239"/>
              </a:rPr>
              <a:t>⌂</a:t>
            </a:r>
          </a:p>
        </p:txBody>
      </p:sp>
      <p:sp>
        <p:nvSpPr>
          <p:cNvPr id="2" name="title-361">
            <a:extLst xmlns:a="http://schemas.openxmlformats.org/drawingml/2006/main">
              <a:ext uri="{FF2B5EF4-FFF2-40B4-BE49-F238E27FC236}">
                <a16:creationId xmlns:a16="http://schemas.microsoft.com/office/drawing/2014/main" id="{5E6A8282-5A25-4E04-94C7-C118060C0550}"/>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מבנה Present Perfect</a:t>
            </a:r>
          </a:p>
        </p:txBody>
      </p:sp>
      <p:sp>
        <p:nvSpPr>
          <p:cNvPr id="3" name="text-362">
            <a:extLst xmlns:a="http://schemas.openxmlformats.org/drawingml/2006/main">
              <a:ext uri="{FF2B5EF4-FFF2-40B4-BE49-F238E27FC236}">
                <a16:creationId xmlns:a16="http://schemas.microsoft.com/office/drawing/2014/main" id="{1CA9ED02-CCF7-4DAD-B539-0B56854084BA}"/>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have / has + V3</a:t>
            </a:r>
          </a:p>
        </p:txBody>
      </p:sp>
      <p:sp>
        <p:nvSpPr>
          <p:cNvPr id="4" name="text-363">
            <a:extLst xmlns:a="http://schemas.openxmlformats.org/drawingml/2006/main">
              <a:ext uri="{FF2B5EF4-FFF2-40B4-BE49-F238E27FC236}">
                <a16:creationId xmlns:a16="http://schemas.microsoft.com/office/drawing/2014/main" id="{E6E56662-4ABD-4AC3-9DFB-10D5297E60D5}"/>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עם I / you / we / they משתמשים ב־have. עם he / she / it משתמשים ב־has.</a:t>
            </a:r>
          </a:p>
        </p:txBody>
      </p:sp>
      <p:sp>
        <p:nvSpPr>
          <p:cNvPr id="5" name="text-364">
            <a:extLst xmlns:a="http://schemas.openxmlformats.org/drawingml/2006/main">
              <a:ext uri="{FF2B5EF4-FFF2-40B4-BE49-F238E27FC236}">
                <a16:creationId xmlns:a16="http://schemas.microsoft.com/office/drawing/2014/main" id="{18B38301-E379-4643-B604-950F964D7E90}"/>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47 / 96</a:t>
            </a:r>
          </a:p>
        </p:txBody>
      </p:sp>
    </p:spTree>
    <p:extLst>
      <p:ext uri="{BB962C8B-B14F-4D97-AF65-F5344CB8AC3E}">
        <p14:creationId xmlns:p14="http://schemas.microsoft.com/office/powerpoint/2010/main" val="2110353465"/>
      </p:ext>
    </p:extLst>
  </p:cSld>
</p:sld>
</file>

<file path=ppt/slides/slide4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5" name="text-365">
            <a:extLst xmlns:a="http://schemas.openxmlformats.org/drawingml/2006/main">
              <a:ext uri="{FF2B5EF4-FFF2-40B4-BE49-F238E27FC236}">
                <a16:creationId xmlns:a16="http://schemas.microsoft.com/office/drawing/2014/main" id="{A617B3C5-36FB-44C9-B00F-F4E854573AFC}"/>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d11f565f2e6f43c4"/>
              </a:rPr>
              <a:t>⌂</a:t>
            </a:r>
          </a:p>
        </p:txBody>
      </p:sp>
      <p:sp>
        <p:nvSpPr>
          <p:cNvPr id="2" name="title-366">
            <a:extLst xmlns:a="http://schemas.openxmlformats.org/drawingml/2006/main">
              <a:ext uri="{FF2B5EF4-FFF2-40B4-BE49-F238E27FC236}">
                <a16:creationId xmlns:a16="http://schemas.microsoft.com/office/drawing/2014/main" id="{6E300C67-70BE-412F-BDCE-907FF82B0A62}"/>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צורת V3</a:t>
            </a:r>
          </a:p>
        </p:txBody>
      </p:sp>
      <p:sp>
        <p:nvSpPr>
          <p:cNvPr id="3" name="text-367">
            <a:extLst xmlns:a="http://schemas.openxmlformats.org/drawingml/2006/main">
              <a:ext uri="{FF2B5EF4-FFF2-40B4-BE49-F238E27FC236}">
                <a16:creationId xmlns:a16="http://schemas.microsoft.com/office/drawing/2014/main" id="{589A5433-36A3-4827-A874-6C29126E71C8}"/>
              </a:ext>
            </a:extLst>
          </p:cNvPr>
          <p:cNvSpPr>
            <a:spLocks xmlns:a="http://schemas.openxmlformats.org/drawingml/2006/main" noGrp="1"/>
          </p:cNvSpPr>
          <p:nvPr/>
        </p:nvSpPr>
        <p:spPr>
          <a:xfrm xmlns:a="http://schemas.openxmlformats.org/drawingml/2006/main">
            <a:off x="1545169" y="1776413"/>
            <a:ext cx="1225426"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Some</a:t>
            </a:r>
          </a:p>
        </p:txBody>
      </p:sp>
      <p:sp>
        <p:nvSpPr>
          <p:cNvPr id="4" name="text-368">
            <a:extLst xmlns:a="http://schemas.openxmlformats.org/drawingml/2006/main">
              <a:ext uri="{FF2B5EF4-FFF2-40B4-BE49-F238E27FC236}">
                <a16:creationId xmlns:a16="http://schemas.microsoft.com/office/drawing/2014/main" id="{F696677F-C08E-456D-BF0C-E007245D7B76}"/>
              </a:ext>
            </a:extLst>
          </p:cNvPr>
          <p:cNvSpPr>
            <a:spLocks xmlns:a="http://schemas.openxmlformats.org/drawingml/2006/main" noGrp="1"/>
          </p:cNvSpPr>
          <p:nvPr/>
        </p:nvSpPr>
        <p:spPr>
          <a:xfrm xmlns:a="http://schemas.openxmlformats.org/drawingml/2006/main">
            <a:off x="2848386" y="1776413"/>
            <a:ext cx="183113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students</a:t>
            </a:r>
          </a:p>
        </p:txBody>
      </p:sp>
      <p:sp>
        <p:nvSpPr>
          <p:cNvPr id="5" name="text-369">
            <a:extLst xmlns:a="http://schemas.openxmlformats.org/drawingml/2006/main">
              <a:ext uri="{FF2B5EF4-FFF2-40B4-BE49-F238E27FC236}">
                <a16:creationId xmlns:a16="http://schemas.microsoft.com/office/drawing/2014/main" id="{0E8D5144-A7A4-484D-B5B7-7590DC05E28B}"/>
              </a:ext>
            </a:extLst>
          </p:cNvPr>
          <p:cNvSpPr>
            <a:spLocks xmlns:a="http://schemas.openxmlformats.org/drawingml/2006/main" noGrp="1"/>
          </p:cNvSpPr>
          <p:nvPr/>
        </p:nvSpPr>
        <p:spPr>
          <a:xfrm xmlns:a="http://schemas.openxmlformats.org/drawingml/2006/main">
            <a:off x="4757308" y="1776413"/>
            <a:ext cx="102820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have</a:t>
            </a:r>
          </a:p>
        </p:txBody>
      </p:sp>
      <p:sp>
        <p:nvSpPr>
          <p:cNvPr id="6" name="text-370">
            <a:extLst xmlns:a="http://schemas.openxmlformats.org/drawingml/2006/main">
              <a:ext uri="{FF2B5EF4-FFF2-40B4-BE49-F238E27FC236}">
                <a16:creationId xmlns:a16="http://schemas.microsoft.com/office/drawing/2014/main" id="{3676C11D-0422-46BB-B6CA-B6763D312DB1}"/>
              </a:ext>
            </a:extLst>
          </p:cNvPr>
          <p:cNvSpPr>
            <a:spLocks xmlns:a="http://schemas.openxmlformats.org/drawingml/2006/main" noGrp="1"/>
          </p:cNvSpPr>
          <p:nvPr/>
        </p:nvSpPr>
        <p:spPr>
          <a:xfrm xmlns:a="http://schemas.openxmlformats.org/drawingml/2006/main">
            <a:off x="5882350" y="1776413"/>
            <a:ext cx="16858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 </a:t>
            </a:r>
          </a:p>
        </p:txBody>
      </p:sp>
      <p:sp>
        <p:nvSpPr>
          <p:cNvPr id="7" name="gap-line-48">
            <a:extLst xmlns:a="http://schemas.openxmlformats.org/drawingml/2006/main">
              <a:ext uri="{FF2B5EF4-FFF2-40B4-BE49-F238E27FC236}">
                <a16:creationId xmlns:a16="http://schemas.microsoft.com/office/drawing/2014/main" id="{C8C7E0C8-18DE-49F1-8B8D-F0B3DDB1CC1C}"/>
              </a:ext>
            </a:extLst>
          </p:cNvPr>
          <p:cNvSpPr>
            <a:spLocks xmlns:a="http://schemas.openxmlformats.org/drawingml/2006/main" noGrp="1"/>
          </p:cNvSpPr>
          <p:nvPr/>
        </p:nvSpPr>
        <p:spPr>
          <a:xfrm xmlns:a="http://schemas.openxmlformats.org/drawingml/2006/main">
            <a:off x="5882350" y="2319338"/>
            <a:ext cx="1685879" cy="0"/>
          </a:xfrm>
          <a:prstGeom xmlns:a="http://schemas.openxmlformats.org/drawingml/2006/main" prst="line">
            <a:avLst/>
          </a:prstGeom>
          <a:ln xmlns:a="http://schemas.openxmlformats.org/drawingml/2006/main" w="19050">
            <a:solidFill>
              <a:srgbClr val="4EE5FF"/>
            </a:solidFill>
          </a:ln>
        </p:spPr>
      </p:sp>
      <p:sp>
        <p:nvSpPr>
          <p:cNvPr id="8" name="text-371">
            <a:extLst xmlns:a="http://schemas.openxmlformats.org/drawingml/2006/main">
              <a:ext uri="{FF2B5EF4-FFF2-40B4-BE49-F238E27FC236}">
                <a16:creationId xmlns:a16="http://schemas.microsoft.com/office/drawing/2014/main" id="{6D17557B-CFE1-4A0D-AA9B-39E47A88405F}"/>
              </a:ext>
            </a:extLst>
          </p:cNvPr>
          <p:cNvSpPr>
            <a:spLocks xmlns:a="http://schemas.openxmlformats.org/drawingml/2006/main" noGrp="1"/>
          </p:cNvSpPr>
          <p:nvPr/>
        </p:nvSpPr>
        <p:spPr>
          <a:xfrm xmlns:a="http://schemas.openxmlformats.org/drawingml/2006/main">
            <a:off x="7665069" y="1776413"/>
            <a:ext cx="191377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excluded</a:t>
            </a:r>
          </a:p>
        </p:txBody>
      </p:sp>
      <p:sp>
        <p:nvSpPr>
          <p:cNvPr id="9" name="text-372">
            <a:extLst xmlns:a="http://schemas.openxmlformats.org/drawingml/2006/main">
              <a:ext uri="{FF2B5EF4-FFF2-40B4-BE49-F238E27FC236}">
                <a16:creationId xmlns:a16="http://schemas.microsoft.com/office/drawing/2014/main" id="{218605A2-3AC0-477C-B31F-9F2044B881CC}"/>
              </a:ext>
            </a:extLst>
          </p:cNvPr>
          <p:cNvSpPr>
            <a:spLocks xmlns:a="http://schemas.openxmlformats.org/drawingml/2006/main" noGrp="1"/>
          </p:cNvSpPr>
          <p:nvPr/>
        </p:nvSpPr>
        <p:spPr>
          <a:xfrm xmlns:a="http://schemas.openxmlformats.org/drawingml/2006/main">
            <a:off x="9656638" y="1776413"/>
            <a:ext cx="99019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from</a:t>
            </a:r>
          </a:p>
        </p:txBody>
      </p:sp>
      <p:sp>
        <p:nvSpPr>
          <p:cNvPr id="10" name="text-373">
            <a:extLst xmlns:a="http://schemas.openxmlformats.org/drawingml/2006/main">
              <a:ext uri="{FF2B5EF4-FFF2-40B4-BE49-F238E27FC236}">
                <a16:creationId xmlns:a16="http://schemas.microsoft.com/office/drawing/2014/main" id="{5C5C8EF9-10FA-477F-B856-24BBA85C4A68}"/>
              </a:ext>
            </a:extLst>
          </p:cNvPr>
          <p:cNvSpPr>
            <a:spLocks xmlns:a="http://schemas.openxmlformats.org/drawingml/2006/main" noGrp="1"/>
          </p:cNvSpPr>
          <p:nvPr/>
        </p:nvSpPr>
        <p:spPr>
          <a:xfrm xmlns:a="http://schemas.openxmlformats.org/drawingml/2006/main">
            <a:off x="5334347" y="2395538"/>
            <a:ext cx="152330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games.</a:t>
            </a:r>
          </a:p>
        </p:txBody>
      </p:sp>
      <p:sp>
        <p:nvSpPr>
          <p:cNvPr id="11" name="text-374">
            <a:extLst xmlns:a="http://schemas.openxmlformats.org/drawingml/2006/main">
              <a:ext uri="{FF2B5EF4-FFF2-40B4-BE49-F238E27FC236}">
                <a16:creationId xmlns:a16="http://schemas.microsoft.com/office/drawing/2014/main" id="{2ED5831D-D490-4AC3-8D1C-CBFF18E1E57E}"/>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feel</a:t>
            </a:r>
          </a:p>
        </p:txBody>
      </p:sp>
      <p:sp>
        <p:nvSpPr>
          <p:cNvPr id="12" name="text-375">
            <a:extLst xmlns:a="http://schemas.openxmlformats.org/drawingml/2006/main">
              <a:ext uri="{FF2B5EF4-FFF2-40B4-BE49-F238E27FC236}">
                <a16:creationId xmlns:a16="http://schemas.microsoft.com/office/drawing/2014/main" id="{8031DF00-AAF7-47D0-869F-1ADEDFF25E18}"/>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feeling</a:t>
            </a:r>
          </a:p>
        </p:txBody>
      </p:sp>
      <p:sp>
        <p:nvSpPr>
          <p:cNvPr id="13" name="text-376">
            <a:extLst xmlns:a="http://schemas.openxmlformats.org/drawingml/2006/main">
              <a:ext uri="{FF2B5EF4-FFF2-40B4-BE49-F238E27FC236}">
                <a16:creationId xmlns:a16="http://schemas.microsoft.com/office/drawing/2014/main" id="{97364ABC-F0FD-4594-A4BA-A15C0C22C6D9}"/>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felt</a:t>
            </a:r>
          </a:p>
        </p:txBody>
      </p:sp>
      <p:sp>
        <p:nvSpPr>
          <p:cNvPr id="14" name="text-377">
            <a:extLst xmlns:a="http://schemas.openxmlformats.org/drawingml/2006/main">
              <a:ext uri="{FF2B5EF4-FFF2-40B4-BE49-F238E27FC236}">
                <a16:creationId xmlns:a16="http://schemas.microsoft.com/office/drawing/2014/main" id="{422F4C64-0BB9-467F-8DC0-97D9518B1F84}"/>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48 / 96</a:t>
            </a:r>
          </a:p>
        </p:txBody>
      </p:sp>
    </p:spTree>
    <p:extLst>
      <p:ext uri="{BB962C8B-B14F-4D97-AF65-F5344CB8AC3E}">
        <p14:creationId xmlns:p14="http://schemas.microsoft.com/office/powerpoint/2010/main" val="1335442667"/>
      </p:ext>
    </p:extLst>
  </p:cSld>
</p:sld>
</file>

<file path=ppt/slides/slide4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6" name="text-378">
            <a:extLst xmlns:a="http://schemas.openxmlformats.org/drawingml/2006/main">
              <a:ext uri="{FF2B5EF4-FFF2-40B4-BE49-F238E27FC236}">
                <a16:creationId xmlns:a16="http://schemas.microsoft.com/office/drawing/2014/main" id="{08E8FE0E-15C3-4632-8768-C41B2CF9822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a5a1c4fee47e46f2"/>
              </a:rPr>
              <a:t>⌂</a:t>
            </a:r>
          </a:p>
        </p:txBody>
      </p:sp>
      <p:sp>
        <p:nvSpPr>
          <p:cNvPr id="2" name="title-379">
            <a:extLst xmlns:a="http://schemas.openxmlformats.org/drawingml/2006/main">
              <a:ext uri="{FF2B5EF4-FFF2-40B4-BE49-F238E27FC236}">
                <a16:creationId xmlns:a16="http://schemas.microsoft.com/office/drawing/2014/main" id="{009E3FC6-9FB1-41F7-A7B7-31825DA872F9}"/>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צורת V3</a:t>
            </a:r>
          </a:p>
        </p:txBody>
      </p:sp>
      <p:sp>
        <p:nvSpPr>
          <p:cNvPr id="3" name="text-380">
            <a:extLst xmlns:a="http://schemas.openxmlformats.org/drawingml/2006/main">
              <a:ext uri="{FF2B5EF4-FFF2-40B4-BE49-F238E27FC236}">
                <a16:creationId xmlns:a16="http://schemas.microsoft.com/office/drawing/2014/main" id="{4F8E9EA0-62BD-4B2C-8492-A62A6F0495DC}"/>
              </a:ext>
            </a:extLst>
          </p:cNvPr>
          <p:cNvSpPr>
            <a:spLocks xmlns:a="http://schemas.openxmlformats.org/drawingml/2006/main" noGrp="1"/>
          </p:cNvSpPr>
          <p:nvPr/>
        </p:nvSpPr>
        <p:spPr>
          <a:xfrm xmlns:a="http://schemas.openxmlformats.org/drawingml/2006/main">
            <a:off x="1545169" y="1776413"/>
            <a:ext cx="1225426"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Some</a:t>
            </a:r>
          </a:p>
        </p:txBody>
      </p:sp>
      <p:sp>
        <p:nvSpPr>
          <p:cNvPr id="4" name="text-381">
            <a:extLst xmlns:a="http://schemas.openxmlformats.org/drawingml/2006/main">
              <a:ext uri="{FF2B5EF4-FFF2-40B4-BE49-F238E27FC236}">
                <a16:creationId xmlns:a16="http://schemas.microsoft.com/office/drawing/2014/main" id="{CA5C9421-D32C-4A9E-8175-F7167DC09670}"/>
              </a:ext>
            </a:extLst>
          </p:cNvPr>
          <p:cNvSpPr>
            <a:spLocks xmlns:a="http://schemas.openxmlformats.org/drawingml/2006/main" noGrp="1"/>
          </p:cNvSpPr>
          <p:nvPr/>
        </p:nvSpPr>
        <p:spPr>
          <a:xfrm xmlns:a="http://schemas.openxmlformats.org/drawingml/2006/main">
            <a:off x="2848386" y="1776413"/>
            <a:ext cx="183113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students</a:t>
            </a:r>
          </a:p>
        </p:txBody>
      </p:sp>
      <p:sp>
        <p:nvSpPr>
          <p:cNvPr id="5" name="text-382">
            <a:extLst xmlns:a="http://schemas.openxmlformats.org/drawingml/2006/main">
              <a:ext uri="{FF2B5EF4-FFF2-40B4-BE49-F238E27FC236}">
                <a16:creationId xmlns:a16="http://schemas.microsoft.com/office/drawing/2014/main" id="{622E1CA3-855D-4EE5-A1C1-8009BE9E91D2}"/>
              </a:ext>
            </a:extLst>
          </p:cNvPr>
          <p:cNvSpPr>
            <a:spLocks xmlns:a="http://schemas.openxmlformats.org/drawingml/2006/main" noGrp="1"/>
          </p:cNvSpPr>
          <p:nvPr/>
        </p:nvSpPr>
        <p:spPr>
          <a:xfrm xmlns:a="http://schemas.openxmlformats.org/drawingml/2006/main">
            <a:off x="4757308" y="1776413"/>
            <a:ext cx="102820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have</a:t>
            </a:r>
          </a:p>
        </p:txBody>
      </p:sp>
      <p:sp>
        <p:nvSpPr>
          <p:cNvPr id="6" name="text-383">
            <a:extLst xmlns:a="http://schemas.openxmlformats.org/drawingml/2006/main">
              <a:ext uri="{FF2B5EF4-FFF2-40B4-BE49-F238E27FC236}">
                <a16:creationId xmlns:a16="http://schemas.microsoft.com/office/drawing/2014/main" id="{CF99783C-F944-4E26-8A2A-FB592FE9C336}"/>
              </a:ext>
            </a:extLst>
          </p:cNvPr>
          <p:cNvSpPr>
            <a:spLocks xmlns:a="http://schemas.openxmlformats.org/drawingml/2006/main" noGrp="1"/>
          </p:cNvSpPr>
          <p:nvPr/>
        </p:nvSpPr>
        <p:spPr>
          <a:xfrm xmlns:a="http://schemas.openxmlformats.org/drawingml/2006/main">
            <a:off x="5882350" y="1776413"/>
            <a:ext cx="16858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felt</a:t>
            </a:r>
          </a:p>
        </p:txBody>
      </p:sp>
      <p:sp>
        <p:nvSpPr>
          <p:cNvPr id="7" name="gap-line-49">
            <a:extLst xmlns:a="http://schemas.openxmlformats.org/drawingml/2006/main">
              <a:ext uri="{FF2B5EF4-FFF2-40B4-BE49-F238E27FC236}">
                <a16:creationId xmlns:a16="http://schemas.microsoft.com/office/drawing/2014/main" id="{996760FC-E89A-4DEC-AB7B-4DAAE76003E8}"/>
              </a:ext>
            </a:extLst>
          </p:cNvPr>
          <p:cNvSpPr>
            <a:spLocks xmlns:a="http://schemas.openxmlformats.org/drawingml/2006/main" noGrp="1"/>
          </p:cNvSpPr>
          <p:nvPr/>
        </p:nvSpPr>
        <p:spPr>
          <a:xfrm xmlns:a="http://schemas.openxmlformats.org/drawingml/2006/main">
            <a:off x="5882350" y="2319338"/>
            <a:ext cx="1685879" cy="0"/>
          </a:xfrm>
          <a:prstGeom xmlns:a="http://schemas.openxmlformats.org/drawingml/2006/main" prst="line">
            <a:avLst/>
          </a:prstGeom>
          <a:ln xmlns:a="http://schemas.openxmlformats.org/drawingml/2006/main" w="19050">
            <a:solidFill>
              <a:srgbClr val="DFFF5B"/>
            </a:solidFill>
          </a:ln>
        </p:spPr>
      </p:sp>
      <p:sp>
        <p:nvSpPr>
          <p:cNvPr id="8" name="text-384">
            <a:extLst xmlns:a="http://schemas.openxmlformats.org/drawingml/2006/main">
              <a:ext uri="{FF2B5EF4-FFF2-40B4-BE49-F238E27FC236}">
                <a16:creationId xmlns:a16="http://schemas.microsoft.com/office/drawing/2014/main" id="{E67952B8-2646-4B70-8900-B04FE22FA01C}"/>
              </a:ext>
            </a:extLst>
          </p:cNvPr>
          <p:cNvSpPr>
            <a:spLocks xmlns:a="http://schemas.openxmlformats.org/drawingml/2006/main" noGrp="1"/>
          </p:cNvSpPr>
          <p:nvPr/>
        </p:nvSpPr>
        <p:spPr>
          <a:xfrm xmlns:a="http://schemas.openxmlformats.org/drawingml/2006/main">
            <a:off x="7665069" y="1776413"/>
            <a:ext cx="191377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excluded</a:t>
            </a:r>
          </a:p>
        </p:txBody>
      </p:sp>
      <p:sp>
        <p:nvSpPr>
          <p:cNvPr id="9" name="text-385">
            <a:extLst xmlns:a="http://schemas.openxmlformats.org/drawingml/2006/main">
              <a:ext uri="{FF2B5EF4-FFF2-40B4-BE49-F238E27FC236}">
                <a16:creationId xmlns:a16="http://schemas.microsoft.com/office/drawing/2014/main" id="{B3B9DE12-6F4B-4AB4-9C70-A721514AB492}"/>
              </a:ext>
            </a:extLst>
          </p:cNvPr>
          <p:cNvSpPr>
            <a:spLocks xmlns:a="http://schemas.openxmlformats.org/drawingml/2006/main" noGrp="1"/>
          </p:cNvSpPr>
          <p:nvPr/>
        </p:nvSpPr>
        <p:spPr>
          <a:xfrm xmlns:a="http://schemas.openxmlformats.org/drawingml/2006/main">
            <a:off x="9656638" y="1776413"/>
            <a:ext cx="99019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from</a:t>
            </a:r>
          </a:p>
        </p:txBody>
      </p:sp>
      <p:sp>
        <p:nvSpPr>
          <p:cNvPr id="10" name="text-386">
            <a:extLst xmlns:a="http://schemas.openxmlformats.org/drawingml/2006/main">
              <a:ext uri="{FF2B5EF4-FFF2-40B4-BE49-F238E27FC236}">
                <a16:creationId xmlns:a16="http://schemas.microsoft.com/office/drawing/2014/main" id="{BA6F1E8C-914B-47CB-9E5D-5CAB6364C040}"/>
              </a:ext>
            </a:extLst>
          </p:cNvPr>
          <p:cNvSpPr>
            <a:spLocks xmlns:a="http://schemas.openxmlformats.org/drawingml/2006/main" noGrp="1"/>
          </p:cNvSpPr>
          <p:nvPr/>
        </p:nvSpPr>
        <p:spPr>
          <a:xfrm xmlns:a="http://schemas.openxmlformats.org/drawingml/2006/main">
            <a:off x="5334347" y="2395538"/>
            <a:ext cx="152330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games.</a:t>
            </a:r>
          </a:p>
        </p:txBody>
      </p:sp>
      <p:sp>
        <p:nvSpPr>
          <p:cNvPr id="11" name="text-387">
            <a:extLst xmlns:a="http://schemas.openxmlformats.org/drawingml/2006/main">
              <a:ext uri="{FF2B5EF4-FFF2-40B4-BE49-F238E27FC236}">
                <a16:creationId xmlns:a16="http://schemas.microsoft.com/office/drawing/2014/main" id="{E2E7DC78-41CB-48FD-B25D-72A4756AC8C5}"/>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feel</a:t>
            </a:r>
          </a:p>
        </p:txBody>
      </p:sp>
      <p:sp>
        <p:nvSpPr>
          <p:cNvPr id="12" name="text-388">
            <a:extLst xmlns:a="http://schemas.openxmlformats.org/drawingml/2006/main">
              <a:ext uri="{FF2B5EF4-FFF2-40B4-BE49-F238E27FC236}">
                <a16:creationId xmlns:a16="http://schemas.microsoft.com/office/drawing/2014/main" id="{91D6688E-7A9A-45DB-AF15-FC3452830270}"/>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feeling</a:t>
            </a:r>
          </a:p>
        </p:txBody>
      </p:sp>
      <p:sp>
        <p:nvSpPr>
          <p:cNvPr id="13" name="text-389">
            <a:extLst xmlns:a="http://schemas.openxmlformats.org/drawingml/2006/main">
              <a:ext uri="{FF2B5EF4-FFF2-40B4-BE49-F238E27FC236}">
                <a16:creationId xmlns:a16="http://schemas.microsoft.com/office/drawing/2014/main" id="{C48B2B1E-525C-42AC-AC36-2EE8B2BA8E8F}"/>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DFFF5B"/>
                </a:solidFill>
                <a:latin typeface="Nunito"/>
                <a:ea typeface="Nunito"/>
                <a:cs typeface="Nunito"/>
              </a:defRPr>
            </a:pPr>
            <a:r>
              <a:rPr sz="2475" b="1">
                <a:solidFill>
                  <a:srgbClr val="DFFF5B"/>
                </a:solidFill>
                <a:latin typeface="Nunito"/>
                <a:ea typeface="Nunito"/>
                <a:cs typeface="Nunito"/>
              </a:rPr>
              <a:t>C   felt</a:t>
            </a:r>
          </a:p>
        </p:txBody>
      </p:sp>
      <p:sp>
        <p:nvSpPr>
          <p:cNvPr id="14" name="text-390">
            <a:extLst xmlns:a="http://schemas.openxmlformats.org/drawingml/2006/main">
              <a:ext uri="{FF2B5EF4-FFF2-40B4-BE49-F238E27FC236}">
                <a16:creationId xmlns:a16="http://schemas.microsoft.com/office/drawing/2014/main" id="{4A4DECC2-A2B4-4D84-82C4-4BA468C95DEC}"/>
              </a:ext>
            </a:extLst>
          </p:cNvPr>
          <p:cNvSpPr>
            <a:spLocks xmlns:a="http://schemas.openxmlformats.org/drawingml/2006/main" noGrp="1"/>
          </p:cNvSpPr>
          <p:nvPr/>
        </p:nvSpPr>
        <p:spPr>
          <a:xfrm xmlns:a="http://schemas.openxmlformats.org/drawingml/2006/main">
            <a:off x="876300" y="4895850"/>
            <a:ext cx="1043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50" b="1" lang="he-IL">
                <a:solidFill>
                  <a:srgbClr val="DFFF5B"/>
                </a:solidFill>
                <a:latin typeface="Heebo"/>
                <a:ea typeface="Heebo"/>
                <a:cs typeface="Heebo"/>
              </a:defRPr>
            </a:pPr>
            <a:r>
              <a:rPr sz="2250" b="1" lang="he-IL">
                <a:solidFill>
                  <a:srgbClr val="DFFF5B"/>
                </a:solidFill>
                <a:latin typeface="Heebo"/>
                <a:ea typeface="Heebo"/>
                <a:cs typeface="Heebo"/>
              </a:rPr>
              <a:t>V3 של feel הוא felt. לכן: have felt.</a:t>
            </a:r>
          </a:p>
        </p:txBody>
      </p:sp>
      <p:sp>
        <p:nvSpPr>
          <p:cNvPr id="15" name="text-391">
            <a:extLst xmlns:a="http://schemas.openxmlformats.org/drawingml/2006/main">
              <a:ext uri="{FF2B5EF4-FFF2-40B4-BE49-F238E27FC236}">
                <a16:creationId xmlns:a16="http://schemas.microsoft.com/office/drawing/2014/main" id="{AC946BE8-0B3C-4F54-B94C-7DE57DF655C8}"/>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49 / 96</a:t>
            </a:r>
          </a:p>
        </p:txBody>
      </p:sp>
    </p:spTree>
    <p:extLst>
      <p:ext uri="{BB962C8B-B14F-4D97-AF65-F5344CB8AC3E}">
        <p14:creationId xmlns:p14="http://schemas.microsoft.com/office/powerpoint/2010/main" val="610481964"/>
      </p:ext>
    </p:extLst>
  </p:cSld>
</p:sld>
</file>

<file path=ppt/slides/slide5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392">
            <a:extLst xmlns:a="http://schemas.openxmlformats.org/drawingml/2006/main">
              <a:ext uri="{FF2B5EF4-FFF2-40B4-BE49-F238E27FC236}">
                <a16:creationId xmlns:a16="http://schemas.microsoft.com/office/drawing/2014/main" id="{5DE663B6-70A1-44BA-AAFE-A218078DB213}"/>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8150a692644a40c2"/>
              </a:rPr>
              <a:t>⌂</a:t>
            </a:r>
          </a:p>
        </p:txBody>
      </p:sp>
      <p:sp>
        <p:nvSpPr>
          <p:cNvPr id="2" name="title-393">
            <a:extLst xmlns:a="http://schemas.openxmlformats.org/drawingml/2006/main">
              <a:ext uri="{FF2B5EF4-FFF2-40B4-BE49-F238E27FC236}">
                <a16:creationId xmlns:a16="http://schemas.microsoft.com/office/drawing/2014/main" id="{AE825E81-3118-4953-B6EF-79E2A8AD9B68}"/>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זמן עבר מוגדר</a:t>
            </a:r>
          </a:p>
        </p:txBody>
      </p:sp>
      <p:sp>
        <p:nvSpPr>
          <p:cNvPr id="3" name="text-394">
            <a:extLst xmlns:a="http://schemas.openxmlformats.org/drawingml/2006/main">
              <a:ext uri="{FF2B5EF4-FFF2-40B4-BE49-F238E27FC236}">
                <a16:creationId xmlns:a16="http://schemas.microsoft.com/office/drawing/2014/main" id="{BEBBC69A-A663-4AC1-97A0-1882003150CE}"/>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sentence fits the time expression yesterday?</a:t>
            </a:r>
          </a:p>
        </p:txBody>
      </p:sp>
      <p:sp>
        <p:nvSpPr>
          <p:cNvPr id="4" name="text-395">
            <a:extLst xmlns:a="http://schemas.openxmlformats.org/drawingml/2006/main">
              <a:ext uri="{FF2B5EF4-FFF2-40B4-BE49-F238E27FC236}">
                <a16:creationId xmlns:a16="http://schemas.microsoft.com/office/drawing/2014/main" id="{7BA6F817-3EB7-4909-9EA0-762B797B7639}"/>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Yesterday, Tom has felt left out.</a:t>
            </a:r>
          </a:p>
        </p:txBody>
      </p:sp>
      <p:sp>
        <p:nvSpPr>
          <p:cNvPr id="5" name="text-396">
            <a:extLst xmlns:a="http://schemas.openxmlformats.org/drawingml/2006/main">
              <a:ext uri="{FF2B5EF4-FFF2-40B4-BE49-F238E27FC236}">
                <a16:creationId xmlns:a16="http://schemas.microsoft.com/office/drawing/2014/main" id="{1E562CB8-A021-45D6-8F63-00D5CE7ECCEF}"/>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B   Yesterday, Tom felt left out.</a:t>
            </a:r>
          </a:p>
        </p:txBody>
      </p:sp>
      <p:sp>
        <p:nvSpPr>
          <p:cNvPr id="6" name="text-397">
            <a:extLst xmlns:a="http://schemas.openxmlformats.org/drawingml/2006/main">
              <a:ext uri="{FF2B5EF4-FFF2-40B4-BE49-F238E27FC236}">
                <a16:creationId xmlns:a16="http://schemas.microsoft.com/office/drawing/2014/main" id="{43C3CFDB-18F1-40EA-80DA-DF89645EE964}"/>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Yesterday, Tom have felt left out.</a:t>
            </a:r>
          </a:p>
        </p:txBody>
      </p:sp>
      <p:sp>
        <p:nvSpPr>
          <p:cNvPr id="7" name="text-398">
            <a:extLst xmlns:a="http://schemas.openxmlformats.org/drawingml/2006/main">
              <a:ext uri="{FF2B5EF4-FFF2-40B4-BE49-F238E27FC236}">
                <a16:creationId xmlns:a16="http://schemas.microsoft.com/office/drawing/2014/main" id="{136969E2-532C-4310-9ECB-64FA1FF5E81D}"/>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50 / 96</a:t>
            </a:r>
          </a:p>
        </p:txBody>
      </p:sp>
    </p:spTree>
    <p:extLst>
      <p:ext uri="{BB962C8B-B14F-4D97-AF65-F5344CB8AC3E}">
        <p14:creationId xmlns:p14="http://schemas.microsoft.com/office/powerpoint/2010/main" val="1222852421"/>
      </p:ext>
    </p:extLst>
  </p:cSld>
</p:sld>
</file>

<file path=ppt/slides/slide5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9" name="text-399">
            <a:extLst xmlns:a="http://schemas.openxmlformats.org/drawingml/2006/main">
              <a:ext uri="{FF2B5EF4-FFF2-40B4-BE49-F238E27FC236}">
                <a16:creationId xmlns:a16="http://schemas.microsoft.com/office/drawing/2014/main" id="{3F5585DE-E44A-45BC-AB2E-74E3930E3E7B}"/>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8e679d5e52004838"/>
              </a:rPr>
              <a:t>⌂</a:t>
            </a:r>
          </a:p>
        </p:txBody>
      </p:sp>
      <p:sp>
        <p:nvSpPr>
          <p:cNvPr id="2" name="title-400">
            <a:extLst xmlns:a="http://schemas.openxmlformats.org/drawingml/2006/main">
              <a:ext uri="{FF2B5EF4-FFF2-40B4-BE49-F238E27FC236}">
                <a16:creationId xmlns:a16="http://schemas.microsoft.com/office/drawing/2014/main" id="{2F711519-A694-40BA-B2A1-7A52AC248520}"/>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זמן עבר מוגדר</a:t>
            </a:r>
          </a:p>
        </p:txBody>
      </p:sp>
      <p:sp>
        <p:nvSpPr>
          <p:cNvPr id="3" name="text-401">
            <a:extLst xmlns:a="http://schemas.openxmlformats.org/drawingml/2006/main">
              <a:ext uri="{FF2B5EF4-FFF2-40B4-BE49-F238E27FC236}">
                <a16:creationId xmlns:a16="http://schemas.microsoft.com/office/drawing/2014/main" id="{379D83A4-C919-4E77-8C19-B9513A4B0A55}"/>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sentence fits the time expression yesterday?</a:t>
            </a:r>
          </a:p>
        </p:txBody>
      </p:sp>
      <p:sp>
        <p:nvSpPr>
          <p:cNvPr id="4" name="text-402">
            <a:extLst xmlns:a="http://schemas.openxmlformats.org/drawingml/2006/main">
              <a:ext uri="{FF2B5EF4-FFF2-40B4-BE49-F238E27FC236}">
                <a16:creationId xmlns:a16="http://schemas.microsoft.com/office/drawing/2014/main" id="{F20586D9-673B-497E-BDB9-A597E3722733}"/>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Yesterday, Tom has felt left out.</a:t>
            </a:r>
          </a:p>
        </p:txBody>
      </p:sp>
      <p:sp>
        <p:nvSpPr>
          <p:cNvPr id="5" name="text-403">
            <a:extLst xmlns:a="http://schemas.openxmlformats.org/drawingml/2006/main">
              <a:ext uri="{FF2B5EF4-FFF2-40B4-BE49-F238E27FC236}">
                <a16:creationId xmlns:a16="http://schemas.microsoft.com/office/drawing/2014/main" id="{68F17ADC-9902-4AE0-BFE6-99868778A933}"/>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DFFF5B"/>
                </a:solidFill>
                <a:latin typeface="Nunito"/>
                <a:ea typeface="Nunito"/>
                <a:cs typeface="Nunito"/>
              </a:defRPr>
            </a:pPr>
            <a:r>
              <a:rPr sz="2325" b="1">
                <a:solidFill>
                  <a:srgbClr val="DFFF5B"/>
                </a:solidFill>
                <a:latin typeface="Nunito"/>
                <a:ea typeface="Nunito"/>
                <a:cs typeface="Nunito"/>
              </a:rPr>
              <a:t>B   Yesterday, Tom felt left out.</a:t>
            </a:r>
          </a:p>
        </p:txBody>
      </p:sp>
      <p:sp>
        <p:nvSpPr>
          <p:cNvPr id="6" name="text-404">
            <a:extLst xmlns:a="http://schemas.openxmlformats.org/drawingml/2006/main">
              <a:ext uri="{FF2B5EF4-FFF2-40B4-BE49-F238E27FC236}">
                <a16:creationId xmlns:a16="http://schemas.microsoft.com/office/drawing/2014/main" id="{02F98B25-4EAE-42B4-8A3F-411C53059146}"/>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Yesterday, Tom have felt left out.</a:t>
            </a:r>
          </a:p>
        </p:txBody>
      </p:sp>
      <p:sp>
        <p:nvSpPr>
          <p:cNvPr id="7" name="text-405">
            <a:extLst xmlns:a="http://schemas.openxmlformats.org/drawingml/2006/main">
              <a:ext uri="{FF2B5EF4-FFF2-40B4-BE49-F238E27FC236}">
                <a16:creationId xmlns:a16="http://schemas.microsoft.com/office/drawing/2014/main" id="{14D952DD-7660-49E1-9593-2680EFD4C336}"/>
              </a:ext>
            </a:extLst>
          </p:cNvPr>
          <p:cNvSpPr>
            <a:spLocks xmlns:a="http://schemas.openxmlformats.org/drawingml/2006/main" noGrp="1"/>
          </p:cNvSpPr>
          <p:nvPr/>
        </p:nvSpPr>
        <p:spPr>
          <a:xfrm xmlns:a="http://schemas.openxmlformats.org/drawingml/2006/main">
            <a:off x="904875" y="5143500"/>
            <a:ext cx="103822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DFFF5B"/>
                </a:solidFill>
                <a:latin typeface="Heebo"/>
                <a:ea typeface="Heebo"/>
                <a:cs typeface="Heebo"/>
              </a:defRPr>
            </a:pPr>
            <a:r>
              <a:rPr sz="2100" b="1" lang="he-IL">
                <a:solidFill>
                  <a:srgbClr val="DFFF5B"/>
                </a:solidFill>
                <a:latin typeface="Heebo"/>
                <a:ea typeface="Heebo"/>
                <a:cs typeface="Heebo"/>
              </a:rPr>
              <a:t>Yesterday מציין זמן עבר שהסתיים. כאן משתמשים ב־Past Simple: felt.</a:t>
            </a:r>
          </a:p>
        </p:txBody>
      </p:sp>
      <p:sp>
        <p:nvSpPr>
          <p:cNvPr id="8" name="text-406">
            <a:extLst xmlns:a="http://schemas.openxmlformats.org/drawingml/2006/main">
              <a:ext uri="{FF2B5EF4-FFF2-40B4-BE49-F238E27FC236}">
                <a16:creationId xmlns:a16="http://schemas.microsoft.com/office/drawing/2014/main" id="{57A379D4-C9A0-488B-996A-929E48ACFEC6}"/>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51 / 96</a:t>
            </a:r>
          </a:p>
        </p:txBody>
      </p:sp>
    </p:spTree>
    <p:extLst>
      <p:ext uri="{BB962C8B-B14F-4D97-AF65-F5344CB8AC3E}">
        <p14:creationId xmlns:p14="http://schemas.microsoft.com/office/powerpoint/2010/main" val="1397806206"/>
      </p:ext>
    </p:extLst>
  </p:cSld>
</p:sld>
</file>

<file path=ppt/slides/slide5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407">
            <a:extLst xmlns:a="http://schemas.openxmlformats.org/drawingml/2006/main">
              <a:ext uri="{FF2B5EF4-FFF2-40B4-BE49-F238E27FC236}">
                <a16:creationId xmlns:a16="http://schemas.microsoft.com/office/drawing/2014/main" id="{597F3003-F032-46C7-8F1B-BE5CC21FB303}"/>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a7975722797946ee"/>
              </a:rPr>
              <a:t>⌂</a:t>
            </a:r>
          </a:p>
        </p:txBody>
      </p:sp>
      <p:sp>
        <p:nvSpPr>
          <p:cNvPr id="2" name="title-408">
            <a:extLst xmlns:a="http://schemas.openxmlformats.org/drawingml/2006/main">
              <a:ext uri="{FF2B5EF4-FFF2-40B4-BE49-F238E27FC236}">
                <a16:creationId xmlns:a16="http://schemas.microsoft.com/office/drawing/2014/main" id="{29F86E6A-85B4-4760-8283-8328F0F60E7B}"/>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93d45bf75a954cc2"/>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409">
            <a:extLst xmlns:a="http://schemas.openxmlformats.org/drawingml/2006/main">
              <a:ext uri="{FF2B5EF4-FFF2-40B4-BE49-F238E27FC236}">
                <a16:creationId xmlns:a16="http://schemas.microsoft.com/office/drawing/2014/main" id="{D7F66512-87F1-47DA-B06E-0723211F667F}"/>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He has climbed three books. He needs a holiday.</a:t>
            </a:r>
          </a:p>
        </p:txBody>
      </p:sp>
      <p:sp>
        <p:nvSpPr>
          <p:cNvPr id="5" name="text-410">
            <a:extLst xmlns:a="http://schemas.openxmlformats.org/drawingml/2006/main">
              <a:ext uri="{FF2B5EF4-FFF2-40B4-BE49-F238E27FC236}">
                <a16:creationId xmlns:a16="http://schemas.microsoft.com/office/drawing/2014/main" id="{2292BA10-7740-49BB-8D4E-0CF68FC02AE1}"/>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52 / 96</a:t>
            </a:r>
          </a:p>
        </p:txBody>
      </p:sp>
    </p:spTree>
    <p:extLst>
      <p:ext uri="{BB962C8B-B14F-4D97-AF65-F5344CB8AC3E}">
        <p14:creationId xmlns:p14="http://schemas.microsoft.com/office/powerpoint/2010/main" val="697797219"/>
      </p:ext>
    </p:extLst>
  </p:cSld>
</p:sld>
</file>

<file path=ppt/slides/slide5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411">
            <a:extLst xmlns:a="http://schemas.openxmlformats.org/drawingml/2006/main">
              <a:ext uri="{FF2B5EF4-FFF2-40B4-BE49-F238E27FC236}">
                <a16:creationId xmlns:a16="http://schemas.microsoft.com/office/drawing/2014/main" id="{0C399421-84BD-49EE-B391-D814B95D84F4}"/>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729cf5c2c3314236"/>
              </a:rPr>
              <a:t>⌂</a:t>
            </a:r>
          </a:p>
        </p:txBody>
      </p:sp>
      <p:sp>
        <p:nvSpPr>
          <p:cNvPr id="2" name="title-412">
            <a:extLst xmlns:a="http://schemas.openxmlformats.org/drawingml/2006/main">
              <a:ext uri="{FF2B5EF4-FFF2-40B4-BE49-F238E27FC236}">
                <a16:creationId xmlns:a16="http://schemas.microsoft.com/office/drawing/2014/main" id="{54BDF061-FA8C-46FE-B7E7-183F1701168A}"/>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00" b="1">
                <a:solidFill>
                  <a:srgbClr val="4EE5FF"/>
                </a:solidFill>
                <a:latin typeface="Nunito"/>
                <a:ea typeface="Nunito"/>
                <a:cs typeface="Nunito"/>
              </a:defRPr>
            </a:pPr>
            <a:r>
              <a:rPr sz="2100" b="1">
                <a:solidFill>
                  <a:srgbClr val="4EE5FF"/>
                </a:solidFill>
                <a:latin typeface="Nunito"/>
                <a:ea typeface="Nunito"/>
                <a:cs typeface="Nunito"/>
              </a:rPr>
              <a:t>Second Conditional</a:t>
            </a:r>
          </a:p>
        </p:txBody>
      </p:sp>
      <p:sp>
        <p:nvSpPr>
          <p:cNvPr id="3" name="text-413">
            <a:extLst xmlns:a="http://schemas.openxmlformats.org/drawingml/2006/main">
              <a:ext uri="{FF2B5EF4-FFF2-40B4-BE49-F238E27FC236}">
                <a16:creationId xmlns:a16="http://schemas.microsoft.com/office/drawing/2014/main" id="{0FBB2D4E-4EE1-4072-8E06-EB364B1F0656}"/>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More encouragement could change how students feel.</a:t>
            </a:r>
          </a:p>
        </p:txBody>
      </p:sp>
      <p:sp>
        <p:nvSpPr>
          <p:cNvPr id="4" name="text-414">
            <a:extLst xmlns:a="http://schemas.openxmlformats.org/drawingml/2006/main">
              <a:ext uri="{FF2B5EF4-FFF2-40B4-BE49-F238E27FC236}">
                <a16:creationId xmlns:a16="http://schemas.microsoft.com/office/drawing/2014/main" id="{0728E940-0AE6-4DA5-8BC2-6A68086B1614}"/>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מדמיינים שינוי במצב ומסבירים מה הייתה התוצאה שלו.</a:t>
            </a:r>
          </a:p>
        </p:txBody>
      </p:sp>
      <p:sp>
        <p:nvSpPr>
          <p:cNvPr id="5" name="text-415">
            <a:extLst xmlns:a="http://schemas.openxmlformats.org/drawingml/2006/main">
              <a:ext uri="{FF2B5EF4-FFF2-40B4-BE49-F238E27FC236}">
                <a16:creationId xmlns:a16="http://schemas.microsoft.com/office/drawing/2014/main" id="{78FFBB72-3770-4350-BBAC-0618E7579431}"/>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53 / 96</a:t>
            </a:r>
          </a:p>
        </p:txBody>
      </p:sp>
    </p:spTree>
    <p:extLst>
      <p:ext uri="{BB962C8B-B14F-4D97-AF65-F5344CB8AC3E}">
        <p14:creationId xmlns:p14="http://schemas.microsoft.com/office/powerpoint/2010/main" val="1235273830"/>
      </p:ext>
    </p:extLst>
  </p:cSld>
</p:sld>
</file>

<file path=ppt/slides/slide5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416">
            <a:extLst xmlns:a="http://schemas.openxmlformats.org/drawingml/2006/main">
              <a:ext uri="{FF2B5EF4-FFF2-40B4-BE49-F238E27FC236}">
                <a16:creationId xmlns:a16="http://schemas.microsoft.com/office/drawing/2014/main" id="{471B89B2-5460-43C1-930F-AF3D7822359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d66ad570dfc04a8f"/>
              </a:rPr>
              <a:t>⌂</a:t>
            </a:r>
          </a:p>
        </p:txBody>
      </p:sp>
      <p:sp>
        <p:nvSpPr>
          <p:cNvPr id="2" name="title-417">
            <a:extLst xmlns:a="http://schemas.openxmlformats.org/drawingml/2006/main">
              <a:ext uri="{FF2B5EF4-FFF2-40B4-BE49-F238E27FC236}">
                <a16:creationId xmlns:a16="http://schemas.microsoft.com/office/drawing/2014/main" id="{81379897-D0B8-46C7-8B63-3DF034CF0D49}"/>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מבנה תנאי שני</a:t>
            </a:r>
          </a:p>
        </p:txBody>
      </p:sp>
      <p:sp>
        <p:nvSpPr>
          <p:cNvPr id="3" name="text-418">
            <a:extLst xmlns:a="http://schemas.openxmlformats.org/drawingml/2006/main">
              <a:ext uri="{FF2B5EF4-FFF2-40B4-BE49-F238E27FC236}">
                <a16:creationId xmlns:a16="http://schemas.microsoft.com/office/drawing/2014/main" id="{958581BA-46BD-476B-8703-AA4CC8249F84}"/>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If + Past Simple, would + base verb</a:t>
            </a:r>
          </a:p>
        </p:txBody>
      </p:sp>
      <p:sp>
        <p:nvSpPr>
          <p:cNvPr id="4" name="text-419">
            <a:extLst xmlns:a="http://schemas.openxmlformats.org/drawingml/2006/main">
              <a:ext uri="{FF2B5EF4-FFF2-40B4-BE49-F238E27FC236}">
                <a16:creationId xmlns:a16="http://schemas.microsoft.com/office/drawing/2014/main" id="{51B1AE36-8EC3-479F-AC2F-097D32C6D53F}"/>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בחלק של if משתמשים ב־Past Simple. בחלק השני: would והפועל הבסיסי.</a:t>
            </a:r>
          </a:p>
        </p:txBody>
      </p:sp>
      <p:sp>
        <p:nvSpPr>
          <p:cNvPr id="5" name="text-420">
            <a:extLst xmlns:a="http://schemas.openxmlformats.org/drawingml/2006/main">
              <a:ext uri="{FF2B5EF4-FFF2-40B4-BE49-F238E27FC236}">
                <a16:creationId xmlns:a16="http://schemas.microsoft.com/office/drawing/2014/main" id="{9D10685F-DE5D-4F91-8CB8-FEFA3F77080A}"/>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54 / 96</a:t>
            </a:r>
          </a:p>
        </p:txBody>
      </p:sp>
    </p:spTree>
    <p:extLst>
      <p:ext uri="{BB962C8B-B14F-4D97-AF65-F5344CB8AC3E}">
        <p14:creationId xmlns:p14="http://schemas.microsoft.com/office/powerpoint/2010/main" val="1260449365"/>
      </p:ext>
    </p:extLst>
  </p:cSld>
</p:sld>
</file>

<file path=ppt/slides/slide5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421">
            <a:extLst xmlns:a="http://schemas.openxmlformats.org/drawingml/2006/main">
              <a:ext uri="{FF2B5EF4-FFF2-40B4-BE49-F238E27FC236}">
                <a16:creationId xmlns:a16="http://schemas.microsoft.com/office/drawing/2014/main" id="{70BE62E7-379D-4BB6-BD5A-2007E1BA65D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c0cfaa42b60544d4"/>
              </a:rPr>
              <a:t>⌂</a:t>
            </a:r>
          </a:p>
        </p:txBody>
      </p:sp>
      <p:sp>
        <p:nvSpPr>
          <p:cNvPr id="2" name="title-422">
            <a:extLst xmlns:a="http://schemas.openxmlformats.org/drawingml/2006/main">
              <a:ext uri="{FF2B5EF4-FFF2-40B4-BE49-F238E27FC236}">
                <a16:creationId xmlns:a16="http://schemas.microsoft.com/office/drawing/2014/main" id="{DDB761C6-A5DE-47E8-BFC2-086C86F1EB24}"/>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השינוי והתוצאה</a:t>
            </a:r>
          </a:p>
        </p:txBody>
      </p:sp>
      <p:sp>
        <p:nvSpPr>
          <p:cNvPr id="3" name="text-423">
            <a:extLst xmlns:a="http://schemas.openxmlformats.org/drawingml/2006/main">
              <a:ext uri="{FF2B5EF4-FFF2-40B4-BE49-F238E27FC236}">
                <a16:creationId xmlns:a16="http://schemas.microsoft.com/office/drawing/2014/main" id="{090CA278-9139-49C0-966B-EFC54D4E8C61}"/>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4EE5FF"/>
                </a:solidFill>
                <a:latin typeface="Nunito"/>
                <a:ea typeface="Nunito"/>
                <a:cs typeface="Nunito"/>
              </a:rPr>
              <a:t>If</a:t>
            </a:r>
            <a:r>
              <a:rPr sz="3450" b="1">
                <a:solidFill>
                  <a:srgbClr val="F7F7F2"/>
                </a:solidFill>
                <a:latin typeface="Nunito"/>
                <a:ea typeface="Nunito"/>
                <a:cs typeface="Nunito"/>
              </a:rPr>
              <a:t> they </a:t>
            </a:r>
            <a:r>
              <a:rPr sz="3450" b="1">
                <a:solidFill>
                  <a:srgbClr val="4EE5FF"/>
                </a:solidFill>
                <a:latin typeface="Nunito"/>
                <a:ea typeface="Nunito"/>
                <a:cs typeface="Nunito"/>
              </a:rPr>
              <a:t>received</a:t>
            </a:r>
            <a:r>
              <a:rPr sz="3450" b="1">
                <a:solidFill>
                  <a:srgbClr val="F7F7F2"/>
                </a:solidFill>
                <a:latin typeface="Nunito"/>
                <a:ea typeface="Nunito"/>
                <a:cs typeface="Nunito"/>
              </a:rPr>
              <a:t> more encouragement, they </a:t>
            </a:r>
            <a:r>
              <a:rPr sz="3450" b="1">
                <a:solidFill>
                  <a:srgbClr val="4EE5FF"/>
                </a:solidFill>
                <a:latin typeface="Nunito"/>
                <a:ea typeface="Nunito"/>
                <a:cs typeface="Nunito"/>
              </a:rPr>
              <a:t>would feel</a:t>
            </a:r>
            <a:r>
              <a:rPr sz="3450" b="1">
                <a:solidFill>
                  <a:srgbClr val="F7F7F2"/>
                </a:solidFill>
                <a:latin typeface="Nunito"/>
                <a:ea typeface="Nunito"/>
                <a:cs typeface="Nunito"/>
              </a:rPr>
              <a:t> safer trying again.</a:t>
            </a:r>
          </a:p>
        </p:txBody>
      </p:sp>
      <p:sp>
        <p:nvSpPr>
          <p:cNvPr id="4" name="text-424">
            <a:extLst xmlns:a="http://schemas.openxmlformats.org/drawingml/2006/main">
              <a:ext uri="{FF2B5EF4-FFF2-40B4-BE49-F238E27FC236}">
                <a16:creationId xmlns:a16="http://schemas.microsoft.com/office/drawing/2014/main" id="{AB9CD881-2437-4BEA-8C77-840A0B25C823}"/>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55 / 96</a:t>
            </a:r>
          </a:p>
        </p:txBody>
      </p:sp>
    </p:spTree>
    <p:extLst>
      <p:ext uri="{BB962C8B-B14F-4D97-AF65-F5344CB8AC3E}">
        <p14:creationId xmlns:p14="http://schemas.microsoft.com/office/powerpoint/2010/main" val="893810031"/>
      </p:ext>
    </p:extLst>
  </p:cSld>
</p:sld>
</file>

<file path=ppt/slides/slide5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425">
            <a:extLst xmlns:a="http://schemas.openxmlformats.org/drawingml/2006/main">
              <a:ext uri="{FF2B5EF4-FFF2-40B4-BE49-F238E27FC236}">
                <a16:creationId xmlns:a16="http://schemas.microsoft.com/office/drawing/2014/main" id="{23CFD8A0-DD80-4F7E-A3DB-AC21870B59CD}"/>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e21daf0edd154ccf"/>
              </a:rPr>
              <a:t>⌂</a:t>
            </a:r>
          </a:p>
        </p:txBody>
      </p:sp>
      <p:sp>
        <p:nvSpPr>
          <p:cNvPr id="2" name="title-426">
            <a:extLst xmlns:a="http://schemas.openxmlformats.org/drawingml/2006/main">
              <a:ext uri="{FF2B5EF4-FFF2-40B4-BE49-F238E27FC236}">
                <a16:creationId xmlns:a16="http://schemas.microsoft.com/office/drawing/2014/main" id="{41FDDDA4-F2A2-4E5D-AC64-0ABADE83921E}"/>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השינוי והתוצאה</a:t>
            </a:r>
          </a:p>
        </p:txBody>
      </p:sp>
      <p:sp>
        <p:nvSpPr>
          <p:cNvPr id="3" name="text-427">
            <a:extLst xmlns:a="http://schemas.openxmlformats.org/drawingml/2006/main">
              <a:ext uri="{FF2B5EF4-FFF2-40B4-BE49-F238E27FC236}">
                <a16:creationId xmlns:a16="http://schemas.microsoft.com/office/drawing/2014/main" id="{1B1AD643-3668-45E6-9B56-F3D617DD483B}"/>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4EE5FF"/>
                </a:solidFill>
                <a:latin typeface="Nunito"/>
                <a:ea typeface="Nunito"/>
                <a:cs typeface="Nunito"/>
              </a:rPr>
              <a:t>If</a:t>
            </a:r>
            <a:r>
              <a:rPr sz="3450" b="1">
                <a:solidFill>
                  <a:srgbClr val="F7F7F2"/>
                </a:solidFill>
                <a:latin typeface="Nunito"/>
                <a:ea typeface="Nunito"/>
                <a:cs typeface="Nunito"/>
              </a:rPr>
              <a:t> they </a:t>
            </a:r>
            <a:r>
              <a:rPr sz="3450" b="1">
                <a:solidFill>
                  <a:srgbClr val="4EE5FF"/>
                </a:solidFill>
                <a:latin typeface="Nunito"/>
                <a:ea typeface="Nunito"/>
                <a:cs typeface="Nunito"/>
              </a:rPr>
              <a:t>received</a:t>
            </a:r>
            <a:r>
              <a:rPr sz="3450" b="1">
                <a:solidFill>
                  <a:srgbClr val="F7F7F2"/>
                </a:solidFill>
                <a:latin typeface="Nunito"/>
                <a:ea typeface="Nunito"/>
                <a:cs typeface="Nunito"/>
              </a:rPr>
              <a:t> more encouragement, they </a:t>
            </a:r>
            <a:r>
              <a:rPr sz="3450" b="1">
                <a:solidFill>
                  <a:srgbClr val="4EE5FF"/>
                </a:solidFill>
                <a:latin typeface="Nunito"/>
                <a:ea typeface="Nunito"/>
                <a:cs typeface="Nunito"/>
              </a:rPr>
              <a:t>would feel</a:t>
            </a:r>
            <a:r>
              <a:rPr sz="3450" b="1">
                <a:solidFill>
                  <a:srgbClr val="F7F7F2"/>
                </a:solidFill>
                <a:latin typeface="Nunito"/>
                <a:ea typeface="Nunito"/>
                <a:cs typeface="Nunito"/>
              </a:rPr>
              <a:t> safer trying again.</a:t>
            </a:r>
          </a:p>
        </p:txBody>
      </p:sp>
      <p:sp>
        <p:nvSpPr>
          <p:cNvPr id="4" name="text-428">
            <a:extLst xmlns:a="http://schemas.openxmlformats.org/drawingml/2006/main">
              <a:ext uri="{FF2B5EF4-FFF2-40B4-BE49-F238E27FC236}">
                <a16:creationId xmlns:a16="http://schemas.microsoft.com/office/drawing/2014/main" id="{4304FA42-A9EA-4947-A093-1C76D53ABB12}"/>
              </a:ext>
            </a:extLst>
          </p:cNvPr>
          <p:cNvSpPr>
            <a:spLocks xmlns:a="http://schemas.openxmlformats.org/drawingml/2006/main" noGrp="1"/>
          </p:cNvSpPr>
          <p:nvPr/>
        </p:nvSpPr>
        <p:spPr>
          <a:xfrm xmlns:a="http://schemas.openxmlformats.org/drawingml/2006/main">
            <a:off x="876300" y="4391025"/>
            <a:ext cx="104394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DFFF5B"/>
                </a:solidFill>
                <a:latin typeface="Heebo"/>
                <a:ea typeface="Heebo"/>
                <a:cs typeface="Heebo"/>
              </a:defRPr>
            </a:pPr>
            <a:r>
              <a:rPr sz="2475" b="1" lang="he-IL">
                <a:solidFill>
                  <a:srgbClr val="DFFF5B"/>
                </a:solidFill>
                <a:latin typeface="Heebo"/>
                <a:ea typeface="Heebo"/>
                <a:cs typeface="Heebo"/>
              </a:rPr>
              <a:t>אם הם היו מקבלים יותר עידוד, הם היו מרגישים בטוחים יותר לנסות שוב.</a:t>
            </a:r>
          </a:p>
        </p:txBody>
      </p:sp>
      <p:sp>
        <p:nvSpPr>
          <p:cNvPr id="5" name="text-429">
            <a:extLst xmlns:a="http://schemas.openxmlformats.org/drawingml/2006/main">
              <a:ext uri="{FF2B5EF4-FFF2-40B4-BE49-F238E27FC236}">
                <a16:creationId xmlns:a16="http://schemas.microsoft.com/office/drawing/2014/main" id="{55160FFE-AA30-4EF7-A1C4-504A47570175}"/>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56 / 96</a:t>
            </a:r>
          </a:p>
        </p:txBody>
      </p:sp>
    </p:spTree>
    <p:extLst>
      <p:ext uri="{BB962C8B-B14F-4D97-AF65-F5344CB8AC3E}">
        <p14:creationId xmlns:p14="http://schemas.microsoft.com/office/powerpoint/2010/main" val="1999193361"/>
      </p:ext>
    </p:extLst>
  </p:cSld>
</p:sld>
</file>

<file path=ppt/slides/slide5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8" name="text-430">
            <a:extLst xmlns:a="http://schemas.openxmlformats.org/drawingml/2006/main">
              <a:ext uri="{FF2B5EF4-FFF2-40B4-BE49-F238E27FC236}">
                <a16:creationId xmlns:a16="http://schemas.microsoft.com/office/drawing/2014/main" id="{1203D240-2FFE-4770-BA80-80A6EBF2102C}"/>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edfdceb1563a4484"/>
              </a:rPr>
              <a:t>⌂</a:t>
            </a:r>
          </a:p>
        </p:txBody>
      </p:sp>
      <p:sp>
        <p:nvSpPr>
          <p:cNvPr id="2" name="title-431">
            <a:extLst xmlns:a="http://schemas.openxmlformats.org/drawingml/2006/main">
              <a:ext uri="{FF2B5EF4-FFF2-40B4-BE49-F238E27FC236}">
                <a16:creationId xmlns:a16="http://schemas.microsoft.com/office/drawing/2014/main" id="{5DDBB611-B0F3-4DEB-B254-F74FB1ADB665}"/>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תוצאה היפותטית</a:t>
            </a:r>
          </a:p>
        </p:txBody>
      </p:sp>
      <p:sp>
        <p:nvSpPr>
          <p:cNvPr id="3" name="text-432">
            <a:extLst xmlns:a="http://schemas.openxmlformats.org/drawingml/2006/main">
              <a:ext uri="{FF2B5EF4-FFF2-40B4-BE49-F238E27FC236}">
                <a16:creationId xmlns:a16="http://schemas.microsoft.com/office/drawing/2014/main" id="{18C04922-33A1-4CEF-B4F4-9E8BF3EDCEEA}"/>
              </a:ext>
            </a:extLst>
          </p:cNvPr>
          <p:cNvSpPr>
            <a:spLocks xmlns:a="http://schemas.openxmlformats.org/drawingml/2006/main" noGrp="1"/>
          </p:cNvSpPr>
          <p:nvPr/>
        </p:nvSpPr>
        <p:spPr>
          <a:xfrm xmlns:a="http://schemas.openxmlformats.org/drawingml/2006/main">
            <a:off x="1712352" y="1776413"/>
            <a:ext cx="29465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If</a:t>
            </a:r>
          </a:p>
        </p:txBody>
      </p:sp>
      <p:sp>
        <p:nvSpPr>
          <p:cNvPr id="4" name="text-433">
            <a:extLst xmlns:a="http://schemas.openxmlformats.org/drawingml/2006/main">
              <a:ext uri="{FF2B5EF4-FFF2-40B4-BE49-F238E27FC236}">
                <a16:creationId xmlns:a16="http://schemas.microsoft.com/office/drawing/2014/main" id="{BD5775F7-1FB2-4C83-BA3A-19D926C973D4}"/>
              </a:ext>
            </a:extLst>
          </p:cNvPr>
          <p:cNvSpPr>
            <a:spLocks xmlns:a="http://schemas.openxmlformats.org/drawingml/2006/main" noGrp="1"/>
          </p:cNvSpPr>
          <p:nvPr/>
        </p:nvSpPr>
        <p:spPr>
          <a:xfrm xmlns:a="http://schemas.openxmlformats.org/drawingml/2006/main">
            <a:off x="2084800" y="1776413"/>
            <a:ext cx="93837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they</a:t>
            </a:r>
          </a:p>
        </p:txBody>
      </p:sp>
      <p:sp>
        <p:nvSpPr>
          <p:cNvPr id="5" name="text-434">
            <a:extLst xmlns:a="http://schemas.openxmlformats.org/drawingml/2006/main">
              <a:ext uri="{FF2B5EF4-FFF2-40B4-BE49-F238E27FC236}">
                <a16:creationId xmlns:a16="http://schemas.microsoft.com/office/drawing/2014/main" id="{670AC0C1-B02B-421A-B7E8-C3103F18E85E}"/>
              </a:ext>
            </a:extLst>
          </p:cNvPr>
          <p:cNvSpPr>
            <a:spLocks xmlns:a="http://schemas.openxmlformats.org/drawingml/2006/main" noGrp="1"/>
          </p:cNvSpPr>
          <p:nvPr/>
        </p:nvSpPr>
        <p:spPr>
          <a:xfrm xmlns:a="http://schemas.openxmlformats.org/drawingml/2006/main">
            <a:off x="3100964" y="1776413"/>
            <a:ext cx="175555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received</a:t>
            </a:r>
          </a:p>
        </p:txBody>
      </p:sp>
      <p:sp>
        <p:nvSpPr>
          <p:cNvPr id="6" name="text-435">
            <a:extLst xmlns:a="http://schemas.openxmlformats.org/drawingml/2006/main">
              <a:ext uri="{FF2B5EF4-FFF2-40B4-BE49-F238E27FC236}">
                <a16:creationId xmlns:a16="http://schemas.microsoft.com/office/drawing/2014/main" id="{8E3EE0A6-BD98-4AE9-B184-237D904BBDEB}"/>
              </a:ext>
            </a:extLst>
          </p:cNvPr>
          <p:cNvSpPr>
            <a:spLocks xmlns:a="http://schemas.openxmlformats.org/drawingml/2006/main" noGrp="1"/>
          </p:cNvSpPr>
          <p:nvPr/>
        </p:nvSpPr>
        <p:spPr>
          <a:xfrm xmlns:a="http://schemas.openxmlformats.org/drawingml/2006/main">
            <a:off x="4934311" y="1776413"/>
            <a:ext cx="10932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more</a:t>
            </a:r>
          </a:p>
        </p:txBody>
      </p:sp>
      <p:sp>
        <p:nvSpPr>
          <p:cNvPr id="7" name="text-436">
            <a:extLst xmlns:a="http://schemas.openxmlformats.org/drawingml/2006/main">
              <a:ext uri="{FF2B5EF4-FFF2-40B4-BE49-F238E27FC236}">
                <a16:creationId xmlns:a16="http://schemas.microsoft.com/office/drawing/2014/main" id="{3A4EC44E-EA09-45C7-AC08-5DEE489649BD}"/>
              </a:ext>
            </a:extLst>
          </p:cNvPr>
          <p:cNvSpPr>
            <a:spLocks xmlns:a="http://schemas.openxmlformats.org/drawingml/2006/main" noGrp="1"/>
          </p:cNvSpPr>
          <p:nvPr/>
        </p:nvSpPr>
        <p:spPr>
          <a:xfrm xmlns:a="http://schemas.openxmlformats.org/drawingml/2006/main">
            <a:off x="6105381" y="1776413"/>
            <a:ext cx="335810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encouragement,</a:t>
            </a:r>
          </a:p>
        </p:txBody>
      </p:sp>
      <p:sp>
        <p:nvSpPr>
          <p:cNvPr id="8" name="text-437">
            <a:extLst xmlns:a="http://schemas.openxmlformats.org/drawingml/2006/main">
              <a:ext uri="{FF2B5EF4-FFF2-40B4-BE49-F238E27FC236}">
                <a16:creationId xmlns:a16="http://schemas.microsoft.com/office/drawing/2014/main" id="{634B3258-5933-4674-BC96-A638F7B74E2E}"/>
              </a:ext>
            </a:extLst>
          </p:cNvPr>
          <p:cNvSpPr>
            <a:spLocks xmlns:a="http://schemas.openxmlformats.org/drawingml/2006/main" noGrp="1"/>
          </p:cNvSpPr>
          <p:nvPr/>
        </p:nvSpPr>
        <p:spPr>
          <a:xfrm xmlns:a="http://schemas.openxmlformats.org/drawingml/2006/main">
            <a:off x="9541275" y="1776413"/>
            <a:ext cx="93837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they</a:t>
            </a:r>
          </a:p>
        </p:txBody>
      </p:sp>
      <p:sp>
        <p:nvSpPr>
          <p:cNvPr id="9" name="text-438">
            <a:extLst xmlns:a="http://schemas.openxmlformats.org/drawingml/2006/main">
              <a:ext uri="{FF2B5EF4-FFF2-40B4-BE49-F238E27FC236}">
                <a16:creationId xmlns:a16="http://schemas.microsoft.com/office/drawing/2014/main" id="{91BF03E4-B90A-439C-A097-C0E04E15D0B6}"/>
              </a:ext>
            </a:extLst>
          </p:cNvPr>
          <p:cNvSpPr>
            <a:spLocks xmlns:a="http://schemas.openxmlformats.org/drawingml/2006/main" noGrp="1"/>
          </p:cNvSpPr>
          <p:nvPr/>
        </p:nvSpPr>
        <p:spPr>
          <a:xfrm xmlns:a="http://schemas.openxmlformats.org/drawingml/2006/main">
            <a:off x="2970467" y="2395538"/>
            <a:ext cx="247312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 </a:t>
            </a:r>
          </a:p>
        </p:txBody>
      </p:sp>
      <p:sp>
        <p:nvSpPr>
          <p:cNvPr id="10" name="gap-line-57">
            <a:extLst xmlns:a="http://schemas.openxmlformats.org/drawingml/2006/main">
              <a:ext uri="{FF2B5EF4-FFF2-40B4-BE49-F238E27FC236}">
                <a16:creationId xmlns:a16="http://schemas.microsoft.com/office/drawing/2014/main" id="{1CECF3B5-11AB-4CEC-B17B-D71FC1142F79}"/>
              </a:ext>
            </a:extLst>
          </p:cNvPr>
          <p:cNvSpPr>
            <a:spLocks xmlns:a="http://schemas.openxmlformats.org/drawingml/2006/main" noGrp="1"/>
          </p:cNvSpPr>
          <p:nvPr/>
        </p:nvSpPr>
        <p:spPr>
          <a:xfrm xmlns:a="http://schemas.openxmlformats.org/drawingml/2006/main">
            <a:off x="2970467" y="2938463"/>
            <a:ext cx="2473121" cy="0"/>
          </a:xfrm>
          <a:prstGeom xmlns:a="http://schemas.openxmlformats.org/drawingml/2006/main" prst="line">
            <a:avLst/>
          </a:prstGeom>
          <a:ln xmlns:a="http://schemas.openxmlformats.org/drawingml/2006/main" w="19050">
            <a:solidFill>
              <a:srgbClr val="4EE5FF"/>
            </a:solidFill>
          </a:ln>
        </p:spPr>
      </p:sp>
      <p:sp>
        <p:nvSpPr>
          <p:cNvPr id="11" name="text-439">
            <a:extLst xmlns:a="http://schemas.openxmlformats.org/drawingml/2006/main">
              <a:ext uri="{FF2B5EF4-FFF2-40B4-BE49-F238E27FC236}">
                <a16:creationId xmlns:a16="http://schemas.microsoft.com/office/drawing/2014/main" id="{D8379959-1B89-477A-B9BB-061504B7889C}"/>
              </a:ext>
            </a:extLst>
          </p:cNvPr>
          <p:cNvSpPr>
            <a:spLocks xmlns:a="http://schemas.openxmlformats.org/drawingml/2006/main" noGrp="1"/>
          </p:cNvSpPr>
          <p:nvPr/>
        </p:nvSpPr>
        <p:spPr>
          <a:xfrm xmlns:a="http://schemas.openxmlformats.org/drawingml/2006/main">
            <a:off x="5540429" y="2395538"/>
            <a:ext cx="105007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safer</a:t>
            </a:r>
          </a:p>
        </p:txBody>
      </p:sp>
      <p:sp>
        <p:nvSpPr>
          <p:cNvPr id="12" name="text-440">
            <a:extLst xmlns:a="http://schemas.openxmlformats.org/drawingml/2006/main">
              <a:ext uri="{FF2B5EF4-FFF2-40B4-BE49-F238E27FC236}">
                <a16:creationId xmlns:a16="http://schemas.microsoft.com/office/drawing/2014/main" id="{57977307-281E-4DA0-9382-4045499EE4D9}"/>
              </a:ext>
            </a:extLst>
          </p:cNvPr>
          <p:cNvSpPr>
            <a:spLocks xmlns:a="http://schemas.openxmlformats.org/drawingml/2006/main" noGrp="1"/>
          </p:cNvSpPr>
          <p:nvPr/>
        </p:nvSpPr>
        <p:spPr>
          <a:xfrm xmlns:a="http://schemas.openxmlformats.org/drawingml/2006/main">
            <a:off x="6668297" y="2395538"/>
            <a:ext cx="123349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trying</a:t>
            </a:r>
          </a:p>
        </p:txBody>
      </p:sp>
      <p:sp>
        <p:nvSpPr>
          <p:cNvPr id="13" name="text-441">
            <a:extLst xmlns:a="http://schemas.openxmlformats.org/drawingml/2006/main">
              <a:ext uri="{FF2B5EF4-FFF2-40B4-BE49-F238E27FC236}">
                <a16:creationId xmlns:a16="http://schemas.microsoft.com/office/drawing/2014/main" id="{D9809C43-719C-4F97-B532-EB2E1B4BFBE0}"/>
              </a:ext>
            </a:extLst>
          </p:cNvPr>
          <p:cNvSpPr>
            <a:spLocks xmlns:a="http://schemas.openxmlformats.org/drawingml/2006/main" noGrp="1"/>
          </p:cNvSpPr>
          <p:nvPr/>
        </p:nvSpPr>
        <p:spPr>
          <a:xfrm xmlns:a="http://schemas.openxmlformats.org/drawingml/2006/main">
            <a:off x="7979579" y="2395538"/>
            <a:ext cx="126100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again.</a:t>
            </a:r>
          </a:p>
        </p:txBody>
      </p:sp>
      <p:sp>
        <p:nvSpPr>
          <p:cNvPr id="14" name="text-442">
            <a:extLst xmlns:a="http://schemas.openxmlformats.org/drawingml/2006/main">
              <a:ext uri="{FF2B5EF4-FFF2-40B4-BE49-F238E27FC236}">
                <a16:creationId xmlns:a16="http://schemas.microsoft.com/office/drawing/2014/main" id="{EC01485D-06A8-461E-BA76-8D24CB11164C}"/>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will feel</a:t>
            </a:r>
          </a:p>
        </p:txBody>
      </p:sp>
      <p:sp>
        <p:nvSpPr>
          <p:cNvPr id="15" name="text-443">
            <a:extLst xmlns:a="http://schemas.openxmlformats.org/drawingml/2006/main">
              <a:ext uri="{FF2B5EF4-FFF2-40B4-BE49-F238E27FC236}">
                <a16:creationId xmlns:a16="http://schemas.microsoft.com/office/drawing/2014/main" id="{7E074E06-1795-46D1-974A-0845E49BCA62}"/>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would feel</a:t>
            </a:r>
          </a:p>
        </p:txBody>
      </p:sp>
      <p:sp>
        <p:nvSpPr>
          <p:cNvPr id="16" name="text-444">
            <a:extLst xmlns:a="http://schemas.openxmlformats.org/drawingml/2006/main">
              <a:ext uri="{FF2B5EF4-FFF2-40B4-BE49-F238E27FC236}">
                <a16:creationId xmlns:a16="http://schemas.microsoft.com/office/drawing/2014/main" id="{67A89A10-ED59-4101-88D0-BB72C68FFB61}"/>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felt</a:t>
            </a:r>
          </a:p>
        </p:txBody>
      </p:sp>
      <p:sp>
        <p:nvSpPr>
          <p:cNvPr id="17" name="text-445">
            <a:extLst xmlns:a="http://schemas.openxmlformats.org/drawingml/2006/main">
              <a:ext uri="{FF2B5EF4-FFF2-40B4-BE49-F238E27FC236}">
                <a16:creationId xmlns:a16="http://schemas.microsoft.com/office/drawing/2014/main" id="{0D1A74A4-E2F7-4B03-8DE0-3F55D2CEAF43}"/>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57 / 96</a:t>
            </a:r>
          </a:p>
        </p:txBody>
      </p:sp>
    </p:spTree>
    <p:extLst>
      <p:ext uri="{BB962C8B-B14F-4D97-AF65-F5344CB8AC3E}">
        <p14:creationId xmlns:p14="http://schemas.microsoft.com/office/powerpoint/2010/main" val="1587150649"/>
      </p:ext>
    </p:extLst>
  </p:cSld>
</p:sld>
</file>

<file path=ppt/slides/slide5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19" name="text-446">
            <a:extLst xmlns:a="http://schemas.openxmlformats.org/drawingml/2006/main">
              <a:ext uri="{FF2B5EF4-FFF2-40B4-BE49-F238E27FC236}">
                <a16:creationId xmlns:a16="http://schemas.microsoft.com/office/drawing/2014/main" id="{4BE4D06F-86F5-4A27-BA79-D94F33A2A5FC}"/>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faf9f70e6e3f4e5a"/>
              </a:rPr>
              <a:t>⌂</a:t>
            </a:r>
          </a:p>
        </p:txBody>
      </p:sp>
      <p:sp>
        <p:nvSpPr>
          <p:cNvPr id="2" name="title-447">
            <a:extLst xmlns:a="http://schemas.openxmlformats.org/drawingml/2006/main">
              <a:ext uri="{FF2B5EF4-FFF2-40B4-BE49-F238E27FC236}">
                <a16:creationId xmlns:a16="http://schemas.microsoft.com/office/drawing/2014/main" id="{3BFAA3C1-2DF4-483E-8084-94820003D5BD}"/>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תוצאה היפותטית</a:t>
            </a:r>
          </a:p>
        </p:txBody>
      </p:sp>
      <p:sp>
        <p:nvSpPr>
          <p:cNvPr id="3" name="text-448">
            <a:extLst xmlns:a="http://schemas.openxmlformats.org/drawingml/2006/main">
              <a:ext uri="{FF2B5EF4-FFF2-40B4-BE49-F238E27FC236}">
                <a16:creationId xmlns:a16="http://schemas.microsoft.com/office/drawing/2014/main" id="{6C0FFD66-3C7B-4FC7-8821-E326D240FA70}"/>
              </a:ext>
            </a:extLst>
          </p:cNvPr>
          <p:cNvSpPr>
            <a:spLocks xmlns:a="http://schemas.openxmlformats.org/drawingml/2006/main" noGrp="1"/>
          </p:cNvSpPr>
          <p:nvPr/>
        </p:nvSpPr>
        <p:spPr>
          <a:xfrm xmlns:a="http://schemas.openxmlformats.org/drawingml/2006/main">
            <a:off x="1712352" y="1776413"/>
            <a:ext cx="29465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If</a:t>
            </a:r>
          </a:p>
        </p:txBody>
      </p:sp>
      <p:sp>
        <p:nvSpPr>
          <p:cNvPr id="4" name="text-449">
            <a:extLst xmlns:a="http://schemas.openxmlformats.org/drawingml/2006/main">
              <a:ext uri="{FF2B5EF4-FFF2-40B4-BE49-F238E27FC236}">
                <a16:creationId xmlns:a16="http://schemas.microsoft.com/office/drawing/2014/main" id="{68AFCFA0-21CC-468F-ADC4-7EE94B103D8E}"/>
              </a:ext>
            </a:extLst>
          </p:cNvPr>
          <p:cNvSpPr>
            <a:spLocks xmlns:a="http://schemas.openxmlformats.org/drawingml/2006/main" noGrp="1"/>
          </p:cNvSpPr>
          <p:nvPr/>
        </p:nvSpPr>
        <p:spPr>
          <a:xfrm xmlns:a="http://schemas.openxmlformats.org/drawingml/2006/main">
            <a:off x="2084800" y="1776413"/>
            <a:ext cx="93837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they</a:t>
            </a:r>
          </a:p>
        </p:txBody>
      </p:sp>
      <p:sp>
        <p:nvSpPr>
          <p:cNvPr id="5" name="text-450">
            <a:extLst xmlns:a="http://schemas.openxmlformats.org/drawingml/2006/main">
              <a:ext uri="{FF2B5EF4-FFF2-40B4-BE49-F238E27FC236}">
                <a16:creationId xmlns:a16="http://schemas.microsoft.com/office/drawing/2014/main" id="{19B8E5E6-2B17-4F65-90BE-9DBB6756E127}"/>
              </a:ext>
            </a:extLst>
          </p:cNvPr>
          <p:cNvSpPr>
            <a:spLocks xmlns:a="http://schemas.openxmlformats.org/drawingml/2006/main" noGrp="1"/>
          </p:cNvSpPr>
          <p:nvPr/>
        </p:nvSpPr>
        <p:spPr>
          <a:xfrm xmlns:a="http://schemas.openxmlformats.org/drawingml/2006/main">
            <a:off x="3100964" y="1776413"/>
            <a:ext cx="175555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received</a:t>
            </a:r>
          </a:p>
        </p:txBody>
      </p:sp>
      <p:sp>
        <p:nvSpPr>
          <p:cNvPr id="6" name="text-451">
            <a:extLst xmlns:a="http://schemas.openxmlformats.org/drawingml/2006/main">
              <a:ext uri="{FF2B5EF4-FFF2-40B4-BE49-F238E27FC236}">
                <a16:creationId xmlns:a16="http://schemas.microsoft.com/office/drawing/2014/main" id="{E7F7D075-6302-46E6-9EE7-21C77489C520}"/>
              </a:ext>
            </a:extLst>
          </p:cNvPr>
          <p:cNvSpPr>
            <a:spLocks xmlns:a="http://schemas.openxmlformats.org/drawingml/2006/main" noGrp="1"/>
          </p:cNvSpPr>
          <p:nvPr/>
        </p:nvSpPr>
        <p:spPr>
          <a:xfrm xmlns:a="http://schemas.openxmlformats.org/drawingml/2006/main">
            <a:off x="4934311" y="1776413"/>
            <a:ext cx="10932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more</a:t>
            </a:r>
          </a:p>
        </p:txBody>
      </p:sp>
      <p:sp>
        <p:nvSpPr>
          <p:cNvPr id="7" name="text-452">
            <a:extLst xmlns:a="http://schemas.openxmlformats.org/drawingml/2006/main">
              <a:ext uri="{FF2B5EF4-FFF2-40B4-BE49-F238E27FC236}">
                <a16:creationId xmlns:a16="http://schemas.microsoft.com/office/drawing/2014/main" id="{5EB7B100-49D2-4B16-A2B8-5E37ECDA0B0B}"/>
              </a:ext>
            </a:extLst>
          </p:cNvPr>
          <p:cNvSpPr>
            <a:spLocks xmlns:a="http://schemas.openxmlformats.org/drawingml/2006/main" noGrp="1"/>
          </p:cNvSpPr>
          <p:nvPr/>
        </p:nvSpPr>
        <p:spPr>
          <a:xfrm xmlns:a="http://schemas.openxmlformats.org/drawingml/2006/main">
            <a:off x="6105381" y="1776413"/>
            <a:ext cx="335810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encouragement,</a:t>
            </a:r>
          </a:p>
        </p:txBody>
      </p:sp>
      <p:sp>
        <p:nvSpPr>
          <p:cNvPr id="8" name="text-453">
            <a:extLst xmlns:a="http://schemas.openxmlformats.org/drawingml/2006/main">
              <a:ext uri="{FF2B5EF4-FFF2-40B4-BE49-F238E27FC236}">
                <a16:creationId xmlns:a16="http://schemas.microsoft.com/office/drawing/2014/main" id="{D6D46D86-3613-4096-9C0A-8149AF396AB8}"/>
              </a:ext>
            </a:extLst>
          </p:cNvPr>
          <p:cNvSpPr>
            <a:spLocks xmlns:a="http://schemas.openxmlformats.org/drawingml/2006/main" noGrp="1"/>
          </p:cNvSpPr>
          <p:nvPr/>
        </p:nvSpPr>
        <p:spPr>
          <a:xfrm xmlns:a="http://schemas.openxmlformats.org/drawingml/2006/main">
            <a:off x="9541275" y="1776413"/>
            <a:ext cx="93837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they</a:t>
            </a:r>
          </a:p>
        </p:txBody>
      </p:sp>
      <p:sp>
        <p:nvSpPr>
          <p:cNvPr id="9" name="text-454">
            <a:extLst xmlns:a="http://schemas.openxmlformats.org/drawingml/2006/main">
              <a:ext uri="{FF2B5EF4-FFF2-40B4-BE49-F238E27FC236}">
                <a16:creationId xmlns:a16="http://schemas.microsoft.com/office/drawing/2014/main" id="{714824F5-1473-42CD-9628-FBAD68348E1E}"/>
              </a:ext>
            </a:extLst>
          </p:cNvPr>
          <p:cNvSpPr>
            <a:spLocks xmlns:a="http://schemas.openxmlformats.org/drawingml/2006/main" noGrp="1"/>
          </p:cNvSpPr>
          <p:nvPr/>
        </p:nvSpPr>
        <p:spPr>
          <a:xfrm xmlns:a="http://schemas.openxmlformats.org/drawingml/2006/main">
            <a:off x="2970467" y="2395538"/>
            <a:ext cx="247312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would feel</a:t>
            </a:r>
          </a:p>
        </p:txBody>
      </p:sp>
      <p:sp>
        <p:nvSpPr>
          <p:cNvPr id="10" name="gap-line-58">
            <a:extLst xmlns:a="http://schemas.openxmlformats.org/drawingml/2006/main">
              <a:ext uri="{FF2B5EF4-FFF2-40B4-BE49-F238E27FC236}">
                <a16:creationId xmlns:a16="http://schemas.microsoft.com/office/drawing/2014/main" id="{338EEB3A-0BEB-4D42-8BDE-D1D5A3C0F1DD}"/>
              </a:ext>
            </a:extLst>
          </p:cNvPr>
          <p:cNvSpPr>
            <a:spLocks xmlns:a="http://schemas.openxmlformats.org/drawingml/2006/main" noGrp="1"/>
          </p:cNvSpPr>
          <p:nvPr/>
        </p:nvSpPr>
        <p:spPr>
          <a:xfrm xmlns:a="http://schemas.openxmlformats.org/drawingml/2006/main">
            <a:off x="2970467" y="2938463"/>
            <a:ext cx="2473121" cy="0"/>
          </a:xfrm>
          <a:prstGeom xmlns:a="http://schemas.openxmlformats.org/drawingml/2006/main" prst="line">
            <a:avLst/>
          </a:prstGeom>
          <a:ln xmlns:a="http://schemas.openxmlformats.org/drawingml/2006/main" w="19050">
            <a:solidFill>
              <a:srgbClr val="DFFF5B"/>
            </a:solidFill>
          </a:ln>
        </p:spPr>
      </p:sp>
      <p:sp>
        <p:nvSpPr>
          <p:cNvPr id="11" name="text-455">
            <a:extLst xmlns:a="http://schemas.openxmlformats.org/drawingml/2006/main">
              <a:ext uri="{FF2B5EF4-FFF2-40B4-BE49-F238E27FC236}">
                <a16:creationId xmlns:a16="http://schemas.microsoft.com/office/drawing/2014/main" id="{E89C9368-61E7-40D6-B2AE-EBA654DC4001}"/>
              </a:ext>
            </a:extLst>
          </p:cNvPr>
          <p:cNvSpPr>
            <a:spLocks xmlns:a="http://schemas.openxmlformats.org/drawingml/2006/main" noGrp="1"/>
          </p:cNvSpPr>
          <p:nvPr/>
        </p:nvSpPr>
        <p:spPr>
          <a:xfrm xmlns:a="http://schemas.openxmlformats.org/drawingml/2006/main">
            <a:off x="5540429" y="2395538"/>
            <a:ext cx="105007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safer</a:t>
            </a:r>
          </a:p>
        </p:txBody>
      </p:sp>
      <p:sp>
        <p:nvSpPr>
          <p:cNvPr id="12" name="text-456">
            <a:extLst xmlns:a="http://schemas.openxmlformats.org/drawingml/2006/main">
              <a:ext uri="{FF2B5EF4-FFF2-40B4-BE49-F238E27FC236}">
                <a16:creationId xmlns:a16="http://schemas.microsoft.com/office/drawing/2014/main" id="{2CBB3342-CF9B-48B2-9004-10385BBD5C0C}"/>
              </a:ext>
            </a:extLst>
          </p:cNvPr>
          <p:cNvSpPr>
            <a:spLocks xmlns:a="http://schemas.openxmlformats.org/drawingml/2006/main" noGrp="1"/>
          </p:cNvSpPr>
          <p:nvPr/>
        </p:nvSpPr>
        <p:spPr>
          <a:xfrm xmlns:a="http://schemas.openxmlformats.org/drawingml/2006/main">
            <a:off x="6668297" y="2395538"/>
            <a:ext cx="123349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trying</a:t>
            </a:r>
          </a:p>
        </p:txBody>
      </p:sp>
      <p:sp>
        <p:nvSpPr>
          <p:cNvPr id="13" name="text-457">
            <a:extLst xmlns:a="http://schemas.openxmlformats.org/drawingml/2006/main">
              <a:ext uri="{FF2B5EF4-FFF2-40B4-BE49-F238E27FC236}">
                <a16:creationId xmlns:a16="http://schemas.microsoft.com/office/drawing/2014/main" id="{E4033315-C3F1-4E66-8EBB-EEF9A9D2D998}"/>
              </a:ext>
            </a:extLst>
          </p:cNvPr>
          <p:cNvSpPr>
            <a:spLocks xmlns:a="http://schemas.openxmlformats.org/drawingml/2006/main" noGrp="1"/>
          </p:cNvSpPr>
          <p:nvPr/>
        </p:nvSpPr>
        <p:spPr>
          <a:xfrm xmlns:a="http://schemas.openxmlformats.org/drawingml/2006/main">
            <a:off x="7979579" y="2395538"/>
            <a:ext cx="126100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again.</a:t>
            </a:r>
          </a:p>
        </p:txBody>
      </p:sp>
      <p:sp>
        <p:nvSpPr>
          <p:cNvPr id="14" name="text-458">
            <a:extLst xmlns:a="http://schemas.openxmlformats.org/drawingml/2006/main">
              <a:ext uri="{FF2B5EF4-FFF2-40B4-BE49-F238E27FC236}">
                <a16:creationId xmlns:a16="http://schemas.microsoft.com/office/drawing/2014/main" id="{F4B1A0FB-C527-42BC-B0BE-DA6C4B27828E}"/>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will feel</a:t>
            </a:r>
          </a:p>
        </p:txBody>
      </p:sp>
      <p:sp>
        <p:nvSpPr>
          <p:cNvPr id="15" name="text-459">
            <a:extLst xmlns:a="http://schemas.openxmlformats.org/drawingml/2006/main">
              <a:ext uri="{FF2B5EF4-FFF2-40B4-BE49-F238E27FC236}">
                <a16:creationId xmlns:a16="http://schemas.microsoft.com/office/drawing/2014/main" id="{41623F87-B0B8-4D21-BC7E-AD3CA9EC5315}"/>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DFFF5B"/>
                </a:solidFill>
                <a:latin typeface="Nunito"/>
                <a:ea typeface="Nunito"/>
                <a:cs typeface="Nunito"/>
              </a:defRPr>
            </a:pPr>
            <a:r>
              <a:rPr sz="2475" b="1">
                <a:solidFill>
                  <a:srgbClr val="DFFF5B"/>
                </a:solidFill>
                <a:latin typeface="Nunito"/>
                <a:ea typeface="Nunito"/>
                <a:cs typeface="Nunito"/>
              </a:rPr>
              <a:t>B   would feel</a:t>
            </a:r>
          </a:p>
        </p:txBody>
      </p:sp>
      <p:sp>
        <p:nvSpPr>
          <p:cNvPr id="16" name="text-460">
            <a:extLst xmlns:a="http://schemas.openxmlformats.org/drawingml/2006/main">
              <a:ext uri="{FF2B5EF4-FFF2-40B4-BE49-F238E27FC236}">
                <a16:creationId xmlns:a16="http://schemas.microsoft.com/office/drawing/2014/main" id="{119CD56E-873A-4D44-BABA-F3BBBA512E41}"/>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felt</a:t>
            </a:r>
          </a:p>
        </p:txBody>
      </p:sp>
      <p:sp>
        <p:nvSpPr>
          <p:cNvPr id="17" name="text-461">
            <a:extLst xmlns:a="http://schemas.openxmlformats.org/drawingml/2006/main">
              <a:ext uri="{FF2B5EF4-FFF2-40B4-BE49-F238E27FC236}">
                <a16:creationId xmlns:a16="http://schemas.microsoft.com/office/drawing/2014/main" id="{B3C276C5-7393-474C-AADD-72881CBD91A7}"/>
              </a:ext>
            </a:extLst>
          </p:cNvPr>
          <p:cNvSpPr>
            <a:spLocks xmlns:a="http://schemas.openxmlformats.org/drawingml/2006/main" noGrp="1"/>
          </p:cNvSpPr>
          <p:nvPr/>
        </p:nvSpPr>
        <p:spPr>
          <a:xfrm xmlns:a="http://schemas.openxmlformats.org/drawingml/2006/main">
            <a:off x="876300" y="4895850"/>
            <a:ext cx="1043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50" b="1" lang="he-IL">
                <a:solidFill>
                  <a:srgbClr val="DFFF5B"/>
                </a:solidFill>
                <a:latin typeface="Heebo"/>
                <a:ea typeface="Heebo"/>
                <a:cs typeface="Heebo"/>
              </a:defRPr>
            </a:pPr>
            <a:r>
              <a:rPr sz="2250" b="1" lang="he-IL">
                <a:solidFill>
                  <a:srgbClr val="DFFF5B"/>
                </a:solidFill>
                <a:latin typeface="Heebo"/>
                <a:ea typeface="Heebo"/>
                <a:cs typeface="Heebo"/>
              </a:rPr>
              <a:t>עם If + Past Simple משתמשים כאן ב־would + base verb. הכוונה לתוצאה היפותטית.</a:t>
            </a:r>
          </a:p>
        </p:txBody>
      </p:sp>
      <p:sp>
        <p:nvSpPr>
          <p:cNvPr id="18" name="text-462">
            <a:extLst xmlns:a="http://schemas.openxmlformats.org/drawingml/2006/main">
              <a:ext uri="{FF2B5EF4-FFF2-40B4-BE49-F238E27FC236}">
                <a16:creationId xmlns:a16="http://schemas.microsoft.com/office/drawing/2014/main" id="{8313943C-35FA-4512-A922-B6D35683C91A}"/>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58 / 96</a:t>
            </a:r>
          </a:p>
        </p:txBody>
      </p:sp>
    </p:spTree>
    <p:extLst>
      <p:ext uri="{BB962C8B-B14F-4D97-AF65-F5344CB8AC3E}">
        <p14:creationId xmlns:p14="http://schemas.microsoft.com/office/powerpoint/2010/main" val="97273688"/>
      </p:ext>
    </p:extLst>
  </p:cSld>
</p:sld>
</file>

<file path=ppt/slides/slide5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7" name="text-463">
            <a:extLst xmlns:a="http://schemas.openxmlformats.org/drawingml/2006/main">
              <a:ext uri="{FF2B5EF4-FFF2-40B4-BE49-F238E27FC236}">
                <a16:creationId xmlns:a16="http://schemas.microsoft.com/office/drawing/2014/main" id="{AB39B6C3-3046-463A-8E8C-D31C204DBBB6}"/>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541dd5ba04fc44c8"/>
              </a:rPr>
              <a:t>⌂</a:t>
            </a:r>
          </a:p>
        </p:txBody>
      </p:sp>
      <p:sp>
        <p:nvSpPr>
          <p:cNvPr id="2" name="title-464">
            <a:extLst xmlns:a="http://schemas.openxmlformats.org/drawingml/2006/main">
              <a:ext uri="{FF2B5EF4-FFF2-40B4-BE49-F238E27FC236}">
                <a16:creationId xmlns:a16="http://schemas.microsoft.com/office/drawing/2014/main" id="{29062D76-7FC5-4F04-8D9C-98D694557671}"/>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00" b="1">
                <a:solidFill>
                  <a:srgbClr val="4EE5FF"/>
                </a:solidFill>
                <a:latin typeface="Nunito"/>
                <a:ea typeface="Nunito"/>
                <a:cs typeface="Nunito"/>
              </a:defRPr>
            </a:pPr>
            <a:r>
              <a:rPr sz="2100" b="1">
                <a:solidFill>
                  <a:srgbClr val="4EE5FF"/>
                </a:solidFill>
                <a:latin typeface="Nunito"/>
                <a:ea typeface="Nunito"/>
                <a:cs typeface="Nunito"/>
              </a:rPr>
              <a:t>First Conditional</a:t>
            </a:r>
          </a:p>
        </p:txBody>
      </p:sp>
      <p:sp>
        <p:nvSpPr>
          <p:cNvPr id="3" name="text-465">
            <a:extLst xmlns:a="http://schemas.openxmlformats.org/drawingml/2006/main">
              <a:ext uri="{FF2B5EF4-FFF2-40B4-BE49-F238E27FC236}">
                <a16:creationId xmlns:a16="http://schemas.microsoft.com/office/drawing/2014/main" id="{57020E4A-8888-47DD-8BB8-98108B8E62B1}"/>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עתיד</a:t>
            </a:r>
          </a:p>
        </p:txBody>
      </p:sp>
      <p:sp>
        <p:nvSpPr>
          <p:cNvPr id="4" name="text-466">
            <a:extLst xmlns:a="http://schemas.openxmlformats.org/drawingml/2006/main">
              <a:ext uri="{FF2B5EF4-FFF2-40B4-BE49-F238E27FC236}">
                <a16:creationId xmlns:a16="http://schemas.microsoft.com/office/drawing/2014/main" id="{20F7B81A-E408-4BE0-A2A2-0A637DAA383F}"/>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If we include every classmate tomorrow, more students will enjoy the game.</a:t>
            </a:r>
          </a:p>
        </p:txBody>
      </p:sp>
      <p:sp>
        <p:nvSpPr>
          <p:cNvPr id="5" name="text-467">
            <a:extLst xmlns:a="http://schemas.openxmlformats.org/drawingml/2006/main">
              <a:ext uri="{FF2B5EF4-FFF2-40B4-BE49-F238E27FC236}">
                <a16:creationId xmlns:a16="http://schemas.microsoft.com/office/drawing/2014/main" id="{1450276E-1808-4DD1-9923-1BFCA738F420}"/>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מתארים אפשרות ממשית בעתיד ואת התוצאה הצפויה שלה.</a:t>
            </a:r>
          </a:p>
        </p:txBody>
      </p:sp>
      <p:sp>
        <p:nvSpPr>
          <p:cNvPr id="6" name="text-468">
            <a:extLst xmlns:a="http://schemas.openxmlformats.org/drawingml/2006/main">
              <a:ext uri="{FF2B5EF4-FFF2-40B4-BE49-F238E27FC236}">
                <a16:creationId xmlns:a16="http://schemas.microsoft.com/office/drawing/2014/main" id="{F7CB89EB-71EA-4A06-95BC-EBC199F53D46}"/>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59 / 96</a:t>
            </a:r>
          </a:p>
        </p:txBody>
      </p:sp>
    </p:spTree>
    <p:extLst>
      <p:ext uri="{BB962C8B-B14F-4D97-AF65-F5344CB8AC3E}">
        <p14:creationId xmlns:p14="http://schemas.microsoft.com/office/powerpoint/2010/main" val="2001782871"/>
      </p:ext>
    </p:extLst>
  </p:cSld>
</p:sld>
</file>

<file path=ppt/slides/slide6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0" name="text-469">
            <a:extLst xmlns:a="http://schemas.openxmlformats.org/drawingml/2006/main">
              <a:ext uri="{FF2B5EF4-FFF2-40B4-BE49-F238E27FC236}">
                <a16:creationId xmlns:a16="http://schemas.microsoft.com/office/drawing/2014/main" id="{17046B87-A1B5-4B53-90AC-8D24803D2DB4}"/>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3a3c5943c39f4e3b"/>
              </a:rPr>
              <a:t>⌂</a:t>
            </a:r>
          </a:p>
        </p:txBody>
      </p:sp>
      <p:sp>
        <p:nvSpPr>
          <p:cNvPr id="2" name="title-470">
            <a:extLst xmlns:a="http://schemas.openxmlformats.org/drawingml/2006/main">
              <a:ext uri="{FF2B5EF4-FFF2-40B4-BE49-F238E27FC236}">
                <a16:creationId xmlns:a16="http://schemas.microsoft.com/office/drawing/2014/main" id="{F00F7540-BBDF-46EA-9124-887117331F78}"/>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אפשרות ממשית בעתיד</a:t>
            </a:r>
          </a:p>
        </p:txBody>
      </p:sp>
      <p:sp>
        <p:nvSpPr>
          <p:cNvPr id="3" name="text-471">
            <a:extLst xmlns:a="http://schemas.openxmlformats.org/drawingml/2006/main">
              <a:ext uri="{FF2B5EF4-FFF2-40B4-BE49-F238E27FC236}">
                <a16:creationId xmlns:a16="http://schemas.microsoft.com/office/drawing/2014/main" id="{C29BEFE1-DEA4-4C85-827D-9B13AF47BE90}"/>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עתיד</a:t>
            </a:r>
          </a:p>
        </p:txBody>
      </p:sp>
      <p:sp>
        <p:nvSpPr>
          <p:cNvPr id="4" name="text-472">
            <a:extLst xmlns:a="http://schemas.openxmlformats.org/drawingml/2006/main">
              <a:ext uri="{FF2B5EF4-FFF2-40B4-BE49-F238E27FC236}">
                <a16:creationId xmlns:a16="http://schemas.microsoft.com/office/drawing/2014/main" id="{22D2D2AB-382E-4904-A83A-F7A73E668A81}"/>
              </a:ext>
            </a:extLst>
          </p:cNvPr>
          <p:cNvSpPr>
            <a:spLocks xmlns:a="http://schemas.openxmlformats.org/drawingml/2006/main" noGrp="1"/>
          </p:cNvSpPr>
          <p:nvPr/>
        </p:nvSpPr>
        <p:spPr>
          <a:xfrm xmlns:a="http://schemas.openxmlformats.org/drawingml/2006/main">
            <a:off x="1351940" y="1776413"/>
            <a:ext cx="29465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If</a:t>
            </a:r>
          </a:p>
        </p:txBody>
      </p:sp>
      <p:sp>
        <p:nvSpPr>
          <p:cNvPr id="5" name="text-473">
            <a:extLst xmlns:a="http://schemas.openxmlformats.org/drawingml/2006/main">
              <a:ext uri="{FF2B5EF4-FFF2-40B4-BE49-F238E27FC236}">
                <a16:creationId xmlns:a16="http://schemas.microsoft.com/office/drawing/2014/main" id="{FC5DA018-FDE0-4F10-B6D5-353171DC090F}"/>
              </a:ext>
            </a:extLst>
          </p:cNvPr>
          <p:cNvSpPr>
            <a:spLocks xmlns:a="http://schemas.openxmlformats.org/drawingml/2006/main" noGrp="1"/>
          </p:cNvSpPr>
          <p:nvPr/>
        </p:nvSpPr>
        <p:spPr>
          <a:xfrm xmlns:a="http://schemas.openxmlformats.org/drawingml/2006/main">
            <a:off x="1724389" y="1776413"/>
            <a:ext cx="67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we</a:t>
            </a:r>
          </a:p>
        </p:txBody>
      </p:sp>
      <p:sp>
        <p:nvSpPr>
          <p:cNvPr id="6" name="text-474">
            <a:extLst xmlns:a="http://schemas.openxmlformats.org/drawingml/2006/main">
              <a:ext uri="{FF2B5EF4-FFF2-40B4-BE49-F238E27FC236}">
                <a16:creationId xmlns:a16="http://schemas.microsoft.com/office/drawing/2014/main" id="{BD1726F7-9367-4CEF-A8C7-F3493F6E8DD4}"/>
              </a:ext>
            </a:extLst>
          </p:cNvPr>
          <p:cNvSpPr>
            <a:spLocks xmlns:a="http://schemas.openxmlformats.org/drawingml/2006/main" noGrp="1"/>
          </p:cNvSpPr>
          <p:nvPr/>
        </p:nvSpPr>
        <p:spPr>
          <a:xfrm xmlns:a="http://schemas.openxmlformats.org/drawingml/2006/main">
            <a:off x="2480680" y="1776413"/>
            <a:ext cx="152562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include</a:t>
            </a:r>
          </a:p>
        </p:txBody>
      </p:sp>
      <p:sp>
        <p:nvSpPr>
          <p:cNvPr id="7" name="text-475">
            <a:extLst xmlns:a="http://schemas.openxmlformats.org/drawingml/2006/main">
              <a:ext uri="{FF2B5EF4-FFF2-40B4-BE49-F238E27FC236}">
                <a16:creationId xmlns:a16="http://schemas.microsoft.com/office/drawing/2014/main" id="{6714CC3D-F1AC-446E-84F1-DC60E7B1F210}"/>
              </a:ext>
            </a:extLst>
          </p:cNvPr>
          <p:cNvSpPr>
            <a:spLocks xmlns:a="http://schemas.openxmlformats.org/drawingml/2006/main" noGrp="1"/>
          </p:cNvSpPr>
          <p:nvPr/>
        </p:nvSpPr>
        <p:spPr>
          <a:xfrm xmlns:a="http://schemas.openxmlformats.org/drawingml/2006/main">
            <a:off x="4084097" y="1776413"/>
            <a:ext cx="117879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every</a:t>
            </a:r>
          </a:p>
        </p:txBody>
      </p:sp>
      <p:sp>
        <p:nvSpPr>
          <p:cNvPr id="8" name="text-476">
            <a:extLst xmlns:a="http://schemas.openxmlformats.org/drawingml/2006/main">
              <a:ext uri="{FF2B5EF4-FFF2-40B4-BE49-F238E27FC236}">
                <a16:creationId xmlns:a16="http://schemas.microsoft.com/office/drawing/2014/main" id="{218596C3-7627-4C29-B3AE-2960D0A74CDC}"/>
              </a:ext>
            </a:extLst>
          </p:cNvPr>
          <p:cNvSpPr>
            <a:spLocks xmlns:a="http://schemas.openxmlformats.org/drawingml/2006/main" noGrp="1"/>
          </p:cNvSpPr>
          <p:nvPr/>
        </p:nvSpPr>
        <p:spPr>
          <a:xfrm xmlns:a="http://schemas.openxmlformats.org/drawingml/2006/main">
            <a:off x="5340687" y="1776413"/>
            <a:ext cx="212094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classmate</a:t>
            </a:r>
          </a:p>
        </p:txBody>
      </p:sp>
      <p:sp>
        <p:nvSpPr>
          <p:cNvPr id="9" name="text-477">
            <a:extLst xmlns:a="http://schemas.openxmlformats.org/drawingml/2006/main">
              <a:ext uri="{FF2B5EF4-FFF2-40B4-BE49-F238E27FC236}">
                <a16:creationId xmlns:a16="http://schemas.microsoft.com/office/drawing/2014/main" id="{E7999856-8D8A-4864-A50C-3170805CB1A5}"/>
              </a:ext>
            </a:extLst>
          </p:cNvPr>
          <p:cNvSpPr>
            <a:spLocks xmlns:a="http://schemas.openxmlformats.org/drawingml/2006/main" noGrp="1"/>
          </p:cNvSpPr>
          <p:nvPr/>
        </p:nvSpPr>
        <p:spPr>
          <a:xfrm xmlns:a="http://schemas.openxmlformats.org/drawingml/2006/main">
            <a:off x="7539424" y="1776413"/>
            <a:ext cx="212956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tomorrow,</a:t>
            </a:r>
          </a:p>
        </p:txBody>
      </p:sp>
      <p:sp>
        <p:nvSpPr>
          <p:cNvPr id="10" name="text-478">
            <a:extLst xmlns:a="http://schemas.openxmlformats.org/drawingml/2006/main">
              <a:ext uri="{FF2B5EF4-FFF2-40B4-BE49-F238E27FC236}">
                <a16:creationId xmlns:a16="http://schemas.microsoft.com/office/drawing/2014/main" id="{46DE3538-B8D0-44ED-BB4A-B9032CD1AC8D}"/>
              </a:ext>
            </a:extLst>
          </p:cNvPr>
          <p:cNvSpPr>
            <a:spLocks xmlns:a="http://schemas.openxmlformats.org/drawingml/2006/main" noGrp="1"/>
          </p:cNvSpPr>
          <p:nvPr/>
        </p:nvSpPr>
        <p:spPr>
          <a:xfrm xmlns:a="http://schemas.openxmlformats.org/drawingml/2006/main">
            <a:off x="9746780" y="1776413"/>
            <a:ext cx="10932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more</a:t>
            </a:r>
          </a:p>
        </p:txBody>
      </p:sp>
      <p:sp>
        <p:nvSpPr>
          <p:cNvPr id="11" name="text-479">
            <a:extLst xmlns:a="http://schemas.openxmlformats.org/drawingml/2006/main">
              <a:ext uri="{FF2B5EF4-FFF2-40B4-BE49-F238E27FC236}">
                <a16:creationId xmlns:a16="http://schemas.microsoft.com/office/drawing/2014/main" id="{38B138C0-7F95-4103-842B-67D38910A8BD}"/>
              </a:ext>
            </a:extLst>
          </p:cNvPr>
          <p:cNvSpPr>
            <a:spLocks xmlns:a="http://schemas.openxmlformats.org/drawingml/2006/main" noGrp="1"/>
          </p:cNvSpPr>
          <p:nvPr/>
        </p:nvSpPr>
        <p:spPr>
          <a:xfrm xmlns:a="http://schemas.openxmlformats.org/drawingml/2006/main">
            <a:off x="2637350" y="2395538"/>
            <a:ext cx="183113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students</a:t>
            </a:r>
          </a:p>
        </p:txBody>
      </p:sp>
      <p:sp>
        <p:nvSpPr>
          <p:cNvPr id="12" name="text-480">
            <a:extLst xmlns:a="http://schemas.openxmlformats.org/drawingml/2006/main">
              <a:ext uri="{FF2B5EF4-FFF2-40B4-BE49-F238E27FC236}">
                <a16:creationId xmlns:a16="http://schemas.microsoft.com/office/drawing/2014/main" id="{D0C8110F-DB7F-47DD-A990-867493BD8C2F}"/>
              </a:ext>
            </a:extLst>
          </p:cNvPr>
          <p:cNvSpPr>
            <a:spLocks xmlns:a="http://schemas.openxmlformats.org/drawingml/2006/main" noGrp="1"/>
          </p:cNvSpPr>
          <p:nvPr/>
        </p:nvSpPr>
        <p:spPr>
          <a:xfrm xmlns:a="http://schemas.openxmlformats.org/drawingml/2006/main">
            <a:off x="4565322" y="2395538"/>
            <a:ext cx="281331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 </a:t>
            </a:r>
          </a:p>
        </p:txBody>
      </p:sp>
      <p:sp>
        <p:nvSpPr>
          <p:cNvPr id="13" name="gap-line-60">
            <a:extLst xmlns:a="http://schemas.openxmlformats.org/drawingml/2006/main">
              <a:ext uri="{FF2B5EF4-FFF2-40B4-BE49-F238E27FC236}">
                <a16:creationId xmlns:a16="http://schemas.microsoft.com/office/drawing/2014/main" id="{5DB60B77-CCE5-4758-8899-A8BF21827316}"/>
              </a:ext>
            </a:extLst>
          </p:cNvPr>
          <p:cNvSpPr>
            <a:spLocks xmlns:a="http://schemas.openxmlformats.org/drawingml/2006/main" noGrp="1"/>
          </p:cNvSpPr>
          <p:nvPr/>
        </p:nvSpPr>
        <p:spPr>
          <a:xfrm xmlns:a="http://schemas.openxmlformats.org/drawingml/2006/main">
            <a:off x="4565322" y="2938463"/>
            <a:ext cx="2813319" cy="0"/>
          </a:xfrm>
          <a:prstGeom xmlns:a="http://schemas.openxmlformats.org/drawingml/2006/main" prst="line">
            <a:avLst/>
          </a:prstGeom>
          <a:ln xmlns:a="http://schemas.openxmlformats.org/drawingml/2006/main" w="19050">
            <a:solidFill>
              <a:srgbClr val="4EE5FF"/>
            </a:solidFill>
          </a:ln>
        </p:spPr>
      </p:sp>
      <p:sp>
        <p:nvSpPr>
          <p:cNvPr id="14" name="text-481">
            <a:extLst xmlns:a="http://schemas.openxmlformats.org/drawingml/2006/main">
              <a:ext uri="{FF2B5EF4-FFF2-40B4-BE49-F238E27FC236}">
                <a16:creationId xmlns:a16="http://schemas.microsoft.com/office/drawing/2014/main" id="{0B362D97-CF5F-432F-9A6F-970932160AFF}"/>
              </a:ext>
            </a:extLst>
          </p:cNvPr>
          <p:cNvSpPr>
            <a:spLocks xmlns:a="http://schemas.openxmlformats.org/drawingml/2006/main" noGrp="1"/>
          </p:cNvSpPr>
          <p:nvPr/>
        </p:nvSpPr>
        <p:spPr>
          <a:xfrm xmlns:a="http://schemas.openxmlformats.org/drawingml/2006/main">
            <a:off x="7475482" y="2395538"/>
            <a:ext cx="70137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a:t>
            </a:r>
          </a:p>
        </p:txBody>
      </p:sp>
      <p:sp>
        <p:nvSpPr>
          <p:cNvPr id="15" name="text-482">
            <a:extLst xmlns:a="http://schemas.openxmlformats.org/drawingml/2006/main">
              <a:ext uri="{FF2B5EF4-FFF2-40B4-BE49-F238E27FC236}">
                <a16:creationId xmlns:a16="http://schemas.microsoft.com/office/drawing/2014/main" id="{393C478E-232A-48B2-8BDF-737247B5A677}"/>
              </a:ext>
            </a:extLst>
          </p:cNvPr>
          <p:cNvSpPr>
            <a:spLocks xmlns:a="http://schemas.openxmlformats.org/drawingml/2006/main" noGrp="1"/>
          </p:cNvSpPr>
          <p:nvPr/>
        </p:nvSpPr>
        <p:spPr>
          <a:xfrm xmlns:a="http://schemas.openxmlformats.org/drawingml/2006/main">
            <a:off x="8254644" y="2395538"/>
            <a:ext cx="1300006"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game.</a:t>
            </a:r>
          </a:p>
        </p:txBody>
      </p:sp>
      <p:sp>
        <p:nvSpPr>
          <p:cNvPr id="16" name="text-483">
            <a:extLst xmlns:a="http://schemas.openxmlformats.org/drawingml/2006/main">
              <a:ext uri="{FF2B5EF4-FFF2-40B4-BE49-F238E27FC236}">
                <a16:creationId xmlns:a16="http://schemas.microsoft.com/office/drawing/2014/main" id="{14BF376A-A339-46B4-B9A0-5BB8DB50E066}"/>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would enjoy</a:t>
            </a:r>
          </a:p>
        </p:txBody>
      </p:sp>
      <p:sp>
        <p:nvSpPr>
          <p:cNvPr id="17" name="text-484">
            <a:extLst xmlns:a="http://schemas.openxmlformats.org/drawingml/2006/main">
              <a:ext uri="{FF2B5EF4-FFF2-40B4-BE49-F238E27FC236}">
                <a16:creationId xmlns:a16="http://schemas.microsoft.com/office/drawing/2014/main" id="{9F6D8873-1A34-4746-A96B-4EE2B7AD311A}"/>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B   will enjoy</a:t>
            </a:r>
          </a:p>
        </p:txBody>
      </p:sp>
      <p:sp>
        <p:nvSpPr>
          <p:cNvPr id="18" name="text-485">
            <a:extLst xmlns:a="http://schemas.openxmlformats.org/drawingml/2006/main">
              <a:ext uri="{FF2B5EF4-FFF2-40B4-BE49-F238E27FC236}">
                <a16:creationId xmlns:a16="http://schemas.microsoft.com/office/drawing/2014/main" id="{61A99B8E-871E-48EB-AD45-2E83399EE4F1}"/>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enjoyed</a:t>
            </a:r>
          </a:p>
        </p:txBody>
      </p:sp>
      <p:sp>
        <p:nvSpPr>
          <p:cNvPr id="19" name="text-486">
            <a:extLst xmlns:a="http://schemas.openxmlformats.org/drawingml/2006/main">
              <a:ext uri="{FF2B5EF4-FFF2-40B4-BE49-F238E27FC236}">
                <a16:creationId xmlns:a16="http://schemas.microsoft.com/office/drawing/2014/main" id="{BF146529-EB6B-4049-B51C-4E52C3C8EB40}"/>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60 / 96</a:t>
            </a:r>
          </a:p>
        </p:txBody>
      </p:sp>
    </p:spTree>
    <p:extLst>
      <p:ext uri="{BB962C8B-B14F-4D97-AF65-F5344CB8AC3E}">
        <p14:creationId xmlns:p14="http://schemas.microsoft.com/office/powerpoint/2010/main" val="641896361"/>
      </p:ext>
    </p:extLst>
  </p:cSld>
</p:sld>
</file>

<file path=ppt/slides/slide6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1" name="text-487">
            <a:extLst xmlns:a="http://schemas.openxmlformats.org/drawingml/2006/main">
              <a:ext uri="{FF2B5EF4-FFF2-40B4-BE49-F238E27FC236}">
                <a16:creationId xmlns:a16="http://schemas.microsoft.com/office/drawing/2014/main" id="{94809507-B0B1-4EF4-BA7C-6FC39C27DA3E}"/>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4021f261cdb1435e"/>
              </a:rPr>
              <a:t>⌂</a:t>
            </a:r>
          </a:p>
        </p:txBody>
      </p:sp>
      <p:sp>
        <p:nvSpPr>
          <p:cNvPr id="2" name="title-488">
            <a:extLst xmlns:a="http://schemas.openxmlformats.org/drawingml/2006/main">
              <a:ext uri="{FF2B5EF4-FFF2-40B4-BE49-F238E27FC236}">
                <a16:creationId xmlns:a16="http://schemas.microsoft.com/office/drawing/2014/main" id="{64AA7161-1788-4F35-9AC0-4501085AD078}"/>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אפשרות ממשית בעתיד</a:t>
            </a:r>
          </a:p>
        </p:txBody>
      </p:sp>
      <p:sp>
        <p:nvSpPr>
          <p:cNvPr id="3" name="text-489">
            <a:extLst xmlns:a="http://schemas.openxmlformats.org/drawingml/2006/main">
              <a:ext uri="{FF2B5EF4-FFF2-40B4-BE49-F238E27FC236}">
                <a16:creationId xmlns:a16="http://schemas.microsoft.com/office/drawing/2014/main" id="{3939942A-85EF-4865-83B3-827A77BB640F}"/>
              </a:ext>
            </a:extLst>
          </p:cNvPr>
          <p:cNvSpPr>
            <a:spLocks xmlns:a="http://schemas.openxmlformats.org/drawingml/2006/main" noGrp="1"/>
          </p:cNvSpPr>
          <p:nvPr/>
        </p:nvSpPr>
        <p:spPr>
          <a:xfrm xmlns:a="http://schemas.openxmlformats.org/drawingml/2006/main">
            <a:off x="952500" y="100012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500" b="1" lang="he-IL">
                <a:solidFill>
                  <a:srgbClr val="FFE35B"/>
                </a:solidFill>
                <a:latin typeface="Heebo"/>
                <a:ea typeface="Heebo"/>
                <a:cs typeface="Heebo"/>
              </a:defRPr>
            </a:pPr>
            <a:r>
              <a:rPr sz="1500" b="1" lang="he-IL">
                <a:solidFill>
                  <a:srgbClr val="FFE35B"/>
                </a:solidFill>
                <a:latin typeface="Heebo"/>
                <a:ea typeface="Heebo"/>
                <a:cs typeface="Heebo"/>
              </a:rPr>
              <a:t>עתיד</a:t>
            </a:r>
          </a:p>
        </p:txBody>
      </p:sp>
      <p:sp>
        <p:nvSpPr>
          <p:cNvPr id="4" name="text-490">
            <a:extLst xmlns:a="http://schemas.openxmlformats.org/drawingml/2006/main">
              <a:ext uri="{FF2B5EF4-FFF2-40B4-BE49-F238E27FC236}">
                <a16:creationId xmlns:a16="http://schemas.microsoft.com/office/drawing/2014/main" id="{63BB2D0D-95F8-4637-BAF7-E27C6C4D1B45}"/>
              </a:ext>
            </a:extLst>
          </p:cNvPr>
          <p:cNvSpPr>
            <a:spLocks xmlns:a="http://schemas.openxmlformats.org/drawingml/2006/main" noGrp="1"/>
          </p:cNvSpPr>
          <p:nvPr/>
        </p:nvSpPr>
        <p:spPr>
          <a:xfrm xmlns:a="http://schemas.openxmlformats.org/drawingml/2006/main">
            <a:off x="1351940" y="1776413"/>
            <a:ext cx="29465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If</a:t>
            </a:r>
          </a:p>
        </p:txBody>
      </p:sp>
      <p:sp>
        <p:nvSpPr>
          <p:cNvPr id="5" name="text-491">
            <a:extLst xmlns:a="http://schemas.openxmlformats.org/drawingml/2006/main">
              <a:ext uri="{FF2B5EF4-FFF2-40B4-BE49-F238E27FC236}">
                <a16:creationId xmlns:a16="http://schemas.microsoft.com/office/drawing/2014/main" id="{4E68F75E-B735-4493-8E2E-169B87E31ABB}"/>
              </a:ext>
            </a:extLst>
          </p:cNvPr>
          <p:cNvSpPr>
            <a:spLocks xmlns:a="http://schemas.openxmlformats.org/drawingml/2006/main" noGrp="1"/>
          </p:cNvSpPr>
          <p:nvPr/>
        </p:nvSpPr>
        <p:spPr>
          <a:xfrm xmlns:a="http://schemas.openxmlformats.org/drawingml/2006/main">
            <a:off x="1724389" y="1776413"/>
            <a:ext cx="67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we</a:t>
            </a:r>
          </a:p>
        </p:txBody>
      </p:sp>
      <p:sp>
        <p:nvSpPr>
          <p:cNvPr id="6" name="text-492">
            <a:extLst xmlns:a="http://schemas.openxmlformats.org/drawingml/2006/main">
              <a:ext uri="{FF2B5EF4-FFF2-40B4-BE49-F238E27FC236}">
                <a16:creationId xmlns:a16="http://schemas.microsoft.com/office/drawing/2014/main" id="{99A4B898-D2BC-47A5-92F5-5F3B3D44B3DE}"/>
              </a:ext>
            </a:extLst>
          </p:cNvPr>
          <p:cNvSpPr>
            <a:spLocks xmlns:a="http://schemas.openxmlformats.org/drawingml/2006/main" noGrp="1"/>
          </p:cNvSpPr>
          <p:nvPr/>
        </p:nvSpPr>
        <p:spPr>
          <a:xfrm xmlns:a="http://schemas.openxmlformats.org/drawingml/2006/main">
            <a:off x="2480680" y="1776413"/>
            <a:ext cx="152562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include</a:t>
            </a:r>
          </a:p>
        </p:txBody>
      </p:sp>
      <p:sp>
        <p:nvSpPr>
          <p:cNvPr id="7" name="text-493">
            <a:extLst xmlns:a="http://schemas.openxmlformats.org/drawingml/2006/main">
              <a:ext uri="{FF2B5EF4-FFF2-40B4-BE49-F238E27FC236}">
                <a16:creationId xmlns:a16="http://schemas.microsoft.com/office/drawing/2014/main" id="{76A02C76-9911-49FE-A447-3B8EDC408576}"/>
              </a:ext>
            </a:extLst>
          </p:cNvPr>
          <p:cNvSpPr>
            <a:spLocks xmlns:a="http://schemas.openxmlformats.org/drawingml/2006/main" noGrp="1"/>
          </p:cNvSpPr>
          <p:nvPr/>
        </p:nvSpPr>
        <p:spPr>
          <a:xfrm xmlns:a="http://schemas.openxmlformats.org/drawingml/2006/main">
            <a:off x="4084097" y="1776413"/>
            <a:ext cx="117879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every</a:t>
            </a:r>
          </a:p>
        </p:txBody>
      </p:sp>
      <p:sp>
        <p:nvSpPr>
          <p:cNvPr id="8" name="text-494">
            <a:extLst xmlns:a="http://schemas.openxmlformats.org/drawingml/2006/main">
              <a:ext uri="{FF2B5EF4-FFF2-40B4-BE49-F238E27FC236}">
                <a16:creationId xmlns:a16="http://schemas.microsoft.com/office/drawing/2014/main" id="{0881279B-E63C-4947-8709-0985F2B18D7E}"/>
              </a:ext>
            </a:extLst>
          </p:cNvPr>
          <p:cNvSpPr>
            <a:spLocks xmlns:a="http://schemas.openxmlformats.org/drawingml/2006/main" noGrp="1"/>
          </p:cNvSpPr>
          <p:nvPr/>
        </p:nvSpPr>
        <p:spPr>
          <a:xfrm xmlns:a="http://schemas.openxmlformats.org/drawingml/2006/main">
            <a:off x="5340687" y="1776413"/>
            <a:ext cx="212094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classmate</a:t>
            </a:r>
          </a:p>
        </p:txBody>
      </p:sp>
      <p:sp>
        <p:nvSpPr>
          <p:cNvPr id="9" name="text-495">
            <a:extLst xmlns:a="http://schemas.openxmlformats.org/drawingml/2006/main">
              <a:ext uri="{FF2B5EF4-FFF2-40B4-BE49-F238E27FC236}">
                <a16:creationId xmlns:a16="http://schemas.microsoft.com/office/drawing/2014/main" id="{D3EF7EC5-B13D-47A5-868C-12E180FD624A}"/>
              </a:ext>
            </a:extLst>
          </p:cNvPr>
          <p:cNvSpPr>
            <a:spLocks xmlns:a="http://schemas.openxmlformats.org/drawingml/2006/main" noGrp="1"/>
          </p:cNvSpPr>
          <p:nvPr/>
        </p:nvSpPr>
        <p:spPr>
          <a:xfrm xmlns:a="http://schemas.openxmlformats.org/drawingml/2006/main">
            <a:off x="7539424" y="1776413"/>
            <a:ext cx="212956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tomorrow,</a:t>
            </a:r>
          </a:p>
        </p:txBody>
      </p:sp>
      <p:sp>
        <p:nvSpPr>
          <p:cNvPr id="10" name="text-496">
            <a:extLst xmlns:a="http://schemas.openxmlformats.org/drawingml/2006/main">
              <a:ext uri="{FF2B5EF4-FFF2-40B4-BE49-F238E27FC236}">
                <a16:creationId xmlns:a16="http://schemas.microsoft.com/office/drawing/2014/main" id="{0C902CF0-E9A6-402B-A693-7B678459E4E3}"/>
              </a:ext>
            </a:extLst>
          </p:cNvPr>
          <p:cNvSpPr>
            <a:spLocks xmlns:a="http://schemas.openxmlformats.org/drawingml/2006/main" noGrp="1"/>
          </p:cNvSpPr>
          <p:nvPr/>
        </p:nvSpPr>
        <p:spPr>
          <a:xfrm xmlns:a="http://schemas.openxmlformats.org/drawingml/2006/main">
            <a:off x="9746780" y="1776413"/>
            <a:ext cx="10932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more</a:t>
            </a:r>
          </a:p>
        </p:txBody>
      </p:sp>
      <p:sp>
        <p:nvSpPr>
          <p:cNvPr id="11" name="text-497">
            <a:extLst xmlns:a="http://schemas.openxmlformats.org/drawingml/2006/main">
              <a:ext uri="{FF2B5EF4-FFF2-40B4-BE49-F238E27FC236}">
                <a16:creationId xmlns:a16="http://schemas.microsoft.com/office/drawing/2014/main" id="{7FC2B19A-5B28-48AC-9E88-8A69FD5D97DC}"/>
              </a:ext>
            </a:extLst>
          </p:cNvPr>
          <p:cNvSpPr>
            <a:spLocks xmlns:a="http://schemas.openxmlformats.org/drawingml/2006/main" noGrp="1"/>
          </p:cNvSpPr>
          <p:nvPr/>
        </p:nvSpPr>
        <p:spPr>
          <a:xfrm xmlns:a="http://schemas.openxmlformats.org/drawingml/2006/main">
            <a:off x="2637350" y="2395538"/>
            <a:ext cx="183113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students</a:t>
            </a:r>
          </a:p>
        </p:txBody>
      </p:sp>
      <p:sp>
        <p:nvSpPr>
          <p:cNvPr id="12" name="text-498">
            <a:extLst xmlns:a="http://schemas.openxmlformats.org/drawingml/2006/main">
              <a:ext uri="{FF2B5EF4-FFF2-40B4-BE49-F238E27FC236}">
                <a16:creationId xmlns:a16="http://schemas.microsoft.com/office/drawing/2014/main" id="{B5A26B74-D42B-4461-B6E4-048647F67A04}"/>
              </a:ext>
            </a:extLst>
          </p:cNvPr>
          <p:cNvSpPr>
            <a:spLocks xmlns:a="http://schemas.openxmlformats.org/drawingml/2006/main" noGrp="1"/>
          </p:cNvSpPr>
          <p:nvPr/>
        </p:nvSpPr>
        <p:spPr>
          <a:xfrm xmlns:a="http://schemas.openxmlformats.org/drawingml/2006/main">
            <a:off x="4565322" y="2395538"/>
            <a:ext cx="281331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DFFF5B"/>
                </a:solidFill>
                <a:latin typeface="Nunito"/>
                <a:ea typeface="Nunito"/>
                <a:cs typeface="Nunito"/>
              </a:defRPr>
            </a:pPr>
            <a:r>
              <a:rPr sz="3225" b="1">
                <a:solidFill>
                  <a:srgbClr val="DFFF5B"/>
                </a:solidFill>
                <a:latin typeface="Nunito"/>
                <a:ea typeface="Nunito"/>
                <a:cs typeface="Nunito"/>
              </a:rPr>
              <a:t>will enjoy</a:t>
            </a:r>
          </a:p>
        </p:txBody>
      </p:sp>
      <p:sp>
        <p:nvSpPr>
          <p:cNvPr id="13" name="gap-line-61">
            <a:extLst xmlns:a="http://schemas.openxmlformats.org/drawingml/2006/main">
              <a:ext uri="{FF2B5EF4-FFF2-40B4-BE49-F238E27FC236}">
                <a16:creationId xmlns:a16="http://schemas.microsoft.com/office/drawing/2014/main" id="{99CB3F54-44A1-4EFF-BAF7-A550A51CAF19}"/>
              </a:ext>
            </a:extLst>
          </p:cNvPr>
          <p:cNvSpPr>
            <a:spLocks xmlns:a="http://schemas.openxmlformats.org/drawingml/2006/main" noGrp="1"/>
          </p:cNvSpPr>
          <p:nvPr/>
        </p:nvSpPr>
        <p:spPr>
          <a:xfrm xmlns:a="http://schemas.openxmlformats.org/drawingml/2006/main">
            <a:off x="4565322" y="2938463"/>
            <a:ext cx="2813319" cy="0"/>
          </a:xfrm>
          <a:prstGeom xmlns:a="http://schemas.openxmlformats.org/drawingml/2006/main" prst="line">
            <a:avLst/>
          </a:prstGeom>
          <a:ln xmlns:a="http://schemas.openxmlformats.org/drawingml/2006/main" w="19050">
            <a:solidFill>
              <a:srgbClr val="DFFF5B"/>
            </a:solidFill>
          </a:ln>
        </p:spPr>
      </p:sp>
      <p:sp>
        <p:nvSpPr>
          <p:cNvPr id="14" name="text-499">
            <a:extLst xmlns:a="http://schemas.openxmlformats.org/drawingml/2006/main">
              <a:ext uri="{FF2B5EF4-FFF2-40B4-BE49-F238E27FC236}">
                <a16:creationId xmlns:a16="http://schemas.microsoft.com/office/drawing/2014/main" id="{AF6F3170-0A80-45CD-BF2A-7D86D16A8CAB}"/>
              </a:ext>
            </a:extLst>
          </p:cNvPr>
          <p:cNvSpPr>
            <a:spLocks xmlns:a="http://schemas.openxmlformats.org/drawingml/2006/main" noGrp="1"/>
          </p:cNvSpPr>
          <p:nvPr/>
        </p:nvSpPr>
        <p:spPr>
          <a:xfrm xmlns:a="http://schemas.openxmlformats.org/drawingml/2006/main">
            <a:off x="7475482" y="2395538"/>
            <a:ext cx="70137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the</a:t>
            </a:r>
          </a:p>
        </p:txBody>
      </p:sp>
      <p:sp>
        <p:nvSpPr>
          <p:cNvPr id="15" name="text-500">
            <a:extLst xmlns:a="http://schemas.openxmlformats.org/drawingml/2006/main">
              <a:ext uri="{FF2B5EF4-FFF2-40B4-BE49-F238E27FC236}">
                <a16:creationId xmlns:a16="http://schemas.microsoft.com/office/drawing/2014/main" id="{3E425BF0-A081-4EC0-8400-32C9F9273DFB}"/>
              </a:ext>
            </a:extLst>
          </p:cNvPr>
          <p:cNvSpPr>
            <a:spLocks xmlns:a="http://schemas.openxmlformats.org/drawingml/2006/main" noGrp="1"/>
          </p:cNvSpPr>
          <p:nvPr/>
        </p:nvSpPr>
        <p:spPr>
          <a:xfrm xmlns:a="http://schemas.openxmlformats.org/drawingml/2006/main">
            <a:off x="8254644" y="2395538"/>
            <a:ext cx="1300006"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225" b="1">
                <a:solidFill>
                  <a:srgbClr val="F7F7F2"/>
                </a:solidFill>
                <a:latin typeface="Nunito"/>
                <a:ea typeface="Nunito"/>
                <a:cs typeface="Nunito"/>
              </a:defRPr>
            </a:pPr>
            <a:r>
              <a:rPr sz="3225" b="1">
                <a:solidFill>
                  <a:srgbClr val="F7F7F2"/>
                </a:solidFill>
                <a:latin typeface="Nunito"/>
                <a:ea typeface="Nunito"/>
                <a:cs typeface="Nunito"/>
              </a:rPr>
              <a:t>game.</a:t>
            </a:r>
          </a:p>
        </p:txBody>
      </p:sp>
      <p:sp>
        <p:nvSpPr>
          <p:cNvPr id="16" name="text-501">
            <a:extLst xmlns:a="http://schemas.openxmlformats.org/drawingml/2006/main">
              <a:ext uri="{FF2B5EF4-FFF2-40B4-BE49-F238E27FC236}">
                <a16:creationId xmlns:a16="http://schemas.microsoft.com/office/drawing/2014/main" id="{77A825A3-BC55-4630-BBF4-185C7AC3D32B}"/>
              </a:ext>
            </a:extLst>
          </p:cNvPr>
          <p:cNvSpPr>
            <a:spLocks xmlns:a="http://schemas.openxmlformats.org/drawingml/2006/main" noGrp="1"/>
          </p:cNvSpPr>
          <p:nvPr/>
        </p:nvSpPr>
        <p:spPr>
          <a:xfrm xmlns:a="http://schemas.openxmlformats.org/drawingml/2006/main">
            <a:off x="8572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A   would enjoy</a:t>
            </a:r>
          </a:p>
        </p:txBody>
      </p:sp>
      <p:sp>
        <p:nvSpPr>
          <p:cNvPr id="17" name="text-502">
            <a:extLst xmlns:a="http://schemas.openxmlformats.org/drawingml/2006/main">
              <a:ext uri="{FF2B5EF4-FFF2-40B4-BE49-F238E27FC236}">
                <a16:creationId xmlns:a16="http://schemas.microsoft.com/office/drawing/2014/main" id="{A48B12AB-DDC4-429C-AF6A-A8235DD35371}"/>
              </a:ext>
            </a:extLst>
          </p:cNvPr>
          <p:cNvSpPr>
            <a:spLocks xmlns:a="http://schemas.openxmlformats.org/drawingml/2006/main" noGrp="1"/>
          </p:cNvSpPr>
          <p:nvPr/>
        </p:nvSpPr>
        <p:spPr>
          <a:xfrm xmlns:a="http://schemas.openxmlformats.org/drawingml/2006/main">
            <a:off x="441960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DFFF5B"/>
                </a:solidFill>
                <a:latin typeface="Nunito"/>
                <a:ea typeface="Nunito"/>
                <a:cs typeface="Nunito"/>
              </a:defRPr>
            </a:pPr>
            <a:r>
              <a:rPr sz="2475" b="1">
                <a:solidFill>
                  <a:srgbClr val="DFFF5B"/>
                </a:solidFill>
                <a:latin typeface="Nunito"/>
                <a:ea typeface="Nunito"/>
                <a:cs typeface="Nunito"/>
              </a:rPr>
              <a:t>B   will enjoy</a:t>
            </a:r>
          </a:p>
        </p:txBody>
      </p:sp>
      <p:sp>
        <p:nvSpPr>
          <p:cNvPr id="18" name="text-503">
            <a:extLst xmlns:a="http://schemas.openxmlformats.org/drawingml/2006/main">
              <a:ext uri="{FF2B5EF4-FFF2-40B4-BE49-F238E27FC236}">
                <a16:creationId xmlns:a16="http://schemas.microsoft.com/office/drawing/2014/main" id="{FE3DB367-E3A3-45A7-A3D3-DDA1CF07271E}"/>
              </a:ext>
            </a:extLst>
          </p:cNvPr>
          <p:cNvSpPr>
            <a:spLocks xmlns:a="http://schemas.openxmlformats.org/drawingml/2006/main" noGrp="1"/>
          </p:cNvSpPr>
          <p:nvPr/>
        </p:nvSpPr>
        <p:spPr>
          <a:xfrm xmlns:a="http://schemas.openxmlformats.org/drawingml/2006/main">
            <a:off x="7981950" y="36004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75" b="1">
                <a:solidFill>
                  <a:srgbClr val="F7F7F2"/>
                </a:solidFill>
                <a:latin typeface="Nunito"/>
                <a:ea typeface="Nunito"/>
                <a:cs typeface="Nunito"/>
              </a:defRPr>
            </a:pPr>
            <a:r>
              <a:rPr sz="2475" b="1">
                <a:solidFill>
                  <a:srgbClr val="F7F7F2"/>
                </a:solidFill>
                <a:latin typeface="Nunito"/>
                <a:ea typeface="Nunito"/>
                <a:cs typeface="Nunito"/>
              </a:rPr>
              <a:t>C   enjoyed</a:t>
            </a:r>
          </a:p>
        </p:txBody>
      </p:sp>
      <p:sp>
        <p:nvSpPr>
          <p:cNvPr id="19" name="text-504">
            <a:extLst xmlns:a="http://schemas.openxmlformats.org/drawingml/2006/main">
              <a:ext uri="{FF2B5EF4-FFF2-40B4-BE49-F238E27FC236}">
                <a16:creationId xmlns:a16="http://schemas.microsoft.com/office/drawing/2014/main" id="{E2C098FD-084C-4BB8-96CF-8931F356A956}"/>
              </a:ext>
            </a:extLst>
          </p:cNvPr>
          <p:cNvSpPr>
            <a:spLocks xmlns:a="http://schemas.openxmlformats.org/drawingml/2006/main" noGrp="1"/>
          </p:cNvSpPr>
          <p:nvPr/>
        </p:nvSpPr>
        <p:spPr>
          <a:xfrm xmlns:a="http://schemas.openxmlformats.org/drawingml/2006/main">
            <a:off x="876300" y="4895850"/>
            <a:ext cx="1043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50" b="1" lang="he-IL">
                <a:solidFill>
                  <a:srgbClr val="DFFF5B"/>
                </a:solidFill>
                <a:latin typeface="Heebo"/>
                <a:ea typeface="Heebo"/>
                <a:cs typeface="Heebo"/>
              </a:defRPr>
            </a:pPr>
            <a:r>
              <a:rPr sz="2250" b="1" lang="he-IL">
                <a:solidFill>
                  <a:srgbClr val="DFFF5B"/>
                </a:solidFill>
                <a:latin typeface="Heebo"/>
                <a:ea typeface="Heebo"/>
                <a:cs typeface="Heebo"/>
              </a:rPr>
              <a:t>First Conditional: בחלק של if יש Present Simple; בחלק התוצאה will + base verb.</a:t>
            </a:r>
          </a:p>
        </p:txBody>
      </p:sp>
      <p:sp>
        <p:nvSpPr>
          <p:cNvPr id="20" name="text-505">
            <a:extLst xmlns:a="http://schemas.openxmlformats.org/drawingml/2006/main">
              <a:ext uri="{FF2B5EF4-FFF2-40B4-BE49-F238E27FC236}">
                <a16:creationId xmlns:a16="http://schemas.microsoft.com/office/drawing/2014/main" id="{1CA3B201-0DB2-4749-B3FB-A3AD4E73B61F}"/>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61 / 96</a:t>
            </a:r>
          </a:p>
        </p:txBody>
      </p:sp>
    </p:spTree>
    <p:extLst>
      <p:ext uri="{BB962C8B-B14F-4D97-AF65-F5344CB8AC3E}">
        <p14:creationId xmlns:p14="http://schemas.microsoft.com/office/powerpoint/2010/main" val="84444840"/>
      </p:ext>
    </p:extLst>
  </p:cSld>
</p:sld>
</file>

<file path=ppt/slides/slide6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06">
            <a:extLst xmlns:a="http://schemas.openxmlformats.org/drawingml/2006/main">
              <a:ext uri="{FF2B5EF4-FFF2-40B4-BE49-F238E27FC236}">
                <a16:creationId xmlns:a16="http://schemas.microsoft.com/office/drawing/2014/main" id="{F956783E-04DB-4291-8824-05DC02E6C0D3}"/>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8d0f91205f5f4258"/>
              </a:rPr>
              <a:t>⌂</a:t>
            </a:r>
          </a:p>
        </p:txBody>
      </p:sp>
      <p:sp>
        <p:nvSpPr>
          <p:cNvPr id="2" name="title-507">
            <a:extLst xmlns:a="http://schemas.openxmlformats.org/drawingml/2006/main">
              <a:ext uri="{FF2B5EF4-FFF2-40B4-BE49-F238E27FC236}">
                <a16:creationId xmlns:a16="http://schemas.microsoft.com/office/drawing/2014/main" id="{C605119C-2E80-4B18-9964-3DA76A2016CF}"/>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4dec9d5a5f1341fe"/>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508">
            <a:extLst xmlns:a="http://schemas.openxmlformats.org/drawingml/2006/main">
              <a:ext uri="{FF2B5EF4-FFF2-40B4-BE49-F238E27FC236}">
                <a16:creationId xmlns:a16="http://schemas.microsoft.com/office/drawing/2014/main" id="{F5E84744-2F62-4AAD-A87B-888796ABCD90}"/>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If his glasses were smaller, he would look less surprised.</a:t>
            </a:r>
          </a:p>
        </p:txBody>
      </p:sp>
      <p:sp>
        <p:nvSpPr>
          <p:cNvPr id="5" name="text-509">
            <a:extLst xmlns:a="http://schemas.openxmlformats.org/drawingml/2006/main">
              <a:ext uri="{FF2B5EF4-FFF2-40B4-BE49-F238E27FC236}">
                <a16:creationId xmlns:a16="http://schemas.microsoft.com/office/drawing/2014/main" id="{BF6599E9-053F-4DE6-AE6E-422455D47018}"/>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62 / 96</a:t>
            </a:r>
          </a:p>
        </p:txBody>
      </p:sp>
    </p:spTree>
    <p:extLst>
      <p:ext uri="{BB962C8B-B14F-4D97-AF65-F5344CB8AC3E}">
        <p14:creationId xmlns:p14="http://schemas.microsoft.com/office/powerpoint/2010/main" val="841142562"/>
      </p:ext>
    </p:extLst>
  </p:cSld>
</p:sld>
</file>

<file path=ppt/slides/slide6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10">
            <a:extLst xmlns:a="http://schemas.openxmlformats.org/drawingml/2006/main">
              <a:ext uri="{FF2B5EF4-FFF2-40B4-BE49-F238E27FC236}">
                <a16:creationId xmlns:a16="http://schemas.microsoft.com/office/drawing/2014/main" id="{898B4F67-573E-470F-A887-7BE29A7C080F}"/>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6ccec857a6bd4e8b"/>
              </a:rPr>
              <a:t>⌂</a:t>
            </a:r>
          </a:p>
        </p:txBody>
      </p:sp>
      <p:sp>
        <p:nvSpPr>
          <p:cNvPr id="2" name="title-511">
            <a:extLst xmlns:a="http://schemas.openxmlformats.org/drawingml/2006/main">
              <a:ext uri="{FF2B5EF4-FFF2-40B4-BE49-F238E27FC236}">
                <a16:creationId xmlns:a16="http://schemas.microsoft.com/office/drawing/2014/main" id="{F9150A80-4017-4DB6-9106-8C0BB03B4760}"/>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בחירת סוג התנאי</a:t>
            </a:r>
          </a:p>
        </p:txBody>
      </p:sp>
      <p:sp>
        <p:nvSpPr>
          <p:cNvPr id="3" name="text-512">
            <a:extLst xmlns:a="http://schemas.openxmlformats.org/drawingml/2006/main">
              <a:ext uri="{FF2B5EF4-FFF2-40B4-BE49-F238E27FC236}">
                <a16:creationId xmlns:a16="http://schemas.microsoft.com/office/drawing/2014/main" id="{81E06D1B-40A4-413B-8796-CB44ED61361D}"/>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If we include them, they will enjoy the game.</a:t>
            </a:r>
          </a:p>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If they received more encouragement, they would feel safer.</a:t>
            </a:r>
          </a:p>
        </p:txBody>
      </p:sp>
      <p:sp>
        <p:nvSpPr>
          <p:cNvPr id="4" name="text-513">
            <a:extLst xmlns:a="http://schemas.openxmlformats.org/drawingml/2006/main">
              <a:ext uri="{FF2B5EF4-FFF2-40B4-BE49-F238E27FC236}">
                <a16:creationId xmlns:a16="http://schemas.microsoft.com/office/drawing/2014/main" id="{5CED3520-DC72-4C27-BA82-D1E27A3E1811}"/>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תנאי ראשון: תוצאה צפויה של אפשרות ממשית. תנאי שני: תוצאה של מצב היפותטי.</a:t>
            </a:r>
          </a:p>
        </p:txBody>
      </p:sp>
      <p:sp>
        <p:nvSpPr>
          <p:cNvPr id="5" name="text-514">
            <a:extLst xmlns:a="http://schemas.openxmlformats.org/drawingml/2006/main">
              <a:ext uri="{FF2B5EF4-FFF2-40B4-BE49-F238E27FC236}">
                <a16:creationId xmlns:a16="http://schemas.microsoft.com/office/drawing/2014/main" id="{544F1591-BB1E-47B7-B3FA-BD22D90BE5A6}"/>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63 / 96</a:t>
            </a:r>
          </a:p>
        </p:txBody>
      </p:sp>
    </p:spTree>
    <p:extLst>
      <p:ext uri="{BB962C8B-B14F-4D97-AF65-F5344CB8AC3E}">
        <p14:creationId xmlns:p14="http://schemas.microsoft.com/office/powerpoint/2010/main" val="1793372858"/>
      </p:ext>
    </p:extLst>
  </p:cSld>
</p:sld>
</file>

<file path=ppt/slides/slide6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15">
            <a:extLst xmlns:a="http://schemas.openxmlformats.org/drawingml/2006/main">
              <a:ext uri="{FF2B5EF4-FFF2-40B4-BE49-F238E27FC236}">
                <a16:creationId xmlns:a16="http://schemas.microsoft.com/office/drawing/2014/main" id="{DABD683E-3CC3-4C78-8B11-BFF2B67652F9}"/>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90f78456c2004de5"/>
              </a:rPr>
              <a:t>⌂</a:t>
            </a:r>
          </a:p>
        </p:txBody>
      </p:sp>
      <p:sp>
        <p:nvSpPr>
          <p:cNvPr id="2" name="title-516">
            <a:extLst xmlns:a="http://schemas.openxmlformats.org/drawingml/2006/main">
              <a:ext uri="{FF2B5EF4-FFF2-40B4-BE49-F238E27FC236}">
                <a16:creationId xmlns:a16="http://schemas.microsoft.com/office/drawing/2014/main" id="{36D5A153-4756-4496-A285-7A9E64304699}"/>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פסקת הגוף השנייה</a:t>
            </a:r>
          </a:p>
        </p:txBody>
      </p:sp>
      <p:sp>
        <p:nvSpPr>
          <p:cNvPr id="3" name="text-517">
            <a:extLst xmlns:a="http://schemas.openxmlformats.org/drawingml/2006/main">
              <a:ext uri="{FF2B5EF4-FFF2-40B4-BE49-F238E27FC236}">
                <a16:creationId xmlns:a16="http://schemas.microsoft.com/office/drawing/2014/main" id="{D9439BE2-8FF2-4BEB-8CBC-E6566207CE50}"/>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7F7F2"/>
                </a:solidFill>
                <a:latin typeface="Nunito"/>
                <a:ea typeface="Nunito"/>
                <a:cs typeface="Nunito"/>
              </a:defRPr>
            </a:pPr>
            <a:r>
              <a:rPr sz="2700" b="1">
                <a:solidFill>
                  <a:srgbClr val="4EE5FF"/>
                </a:solidFill>
                <a:latin typeface="Nunito"/>
                <a:ea typeface="Nunito"/>
                <a:cs typeface="Nunito"/>
              </a:rPr>
              <a:t>Moreover</a:t>
            </a:r>
            <a:r>
              <a:rPr sz="2700" b="1">
                <a:solidFill>
                  <a:srgbClr val="F7F7F2"/>
                </a:solidFill>
                <a:latin typeface="Nunito"/>
                <a:ea typeface="Nunito"/>
                <a:cs typeface="Nunito"/>
              </a:rPr>
              <a:t>, equal chances can improve confidence. Some students </a:t>
            </a:r>
            <a:r>
              <a:rPr sz="2700" b="1">
                <a:solidFill>
                  <a:srgbClr val="4EE5FF"/>
                </a:solidFill>
                <a:latin typeface="Nunito"/>
                <a:ea typeface="Nunito"/>
                <a:cs typeface="Nunito"/>
              </a:rPr>
              <a:t>have felt</a:t>
            </a:r>
            <a:r>
              <a:rPr sz="2700" b="1">
                <a:solidFill>
                  <a:srgbClr val="F7F7F2"/>
                </a:solidFill>
                <a:latin typeface="Nunito"/>
                <a:ea typeface="Nunito"/>
                <a:cs typeface="Nunito"/>
              </a:rPr>
              <a:t> excluded from games. </a:t>
            </a:r>
            <a:r>
              <a:rPr sz="2700" b="1">
                <a:solidFill>
                  <a:srgbClr val="4EE5FF"/>
                </a:solidFill>
                <a:latin typeface="Nunito"/>
                <a:ea typeface="Nunito"/>
                <a:cs typeface="Nunito"/>
              </a:rPr>
              <a:t>If</a:t>
            </a:r>
            <a:r>
              <a:rPr sz="2700" b="1">
                <a:solidFill>
                  <a:srgbClr val="F7F7F2"/>
                </a:solidFill>
                <a:latin typeface="Nunito"/>
                <a:ea typeface="Nunito"/>
                <a:cs typeface="Nunito"/>
              </a:rPr>
              <a:t> they received more encouragement, they </a:t>
            </a:r>
            <a:r>
              <a:rPr sz="2700" b="1">
                <a:solidFill>
                  <a:srgbClr val="4EE5FF"/>
                </a:solidFill>
                <a:latin typeface="Nunito"/>
                <a:ea typeface="Nunito"/>
                <a:cs typeface="Nunito"/>
              </a:rPr>
              <a:t>would feel</a:t>
            </a:r>
            <a:r>
              <a:rPr sz="2700" b="1">
                <a:solidFill>
                  <a:srgbClr val="F7F7F2"/>
                </a:solidFill>
                <a:latin typeface="Nunito"/>
                <a:ea typeface="Nunito"/>
                <a:cs typeface="Nunito"/>
              </a:rPr>
              <a:t> safer trying again. </a:t>
            </a:r>
            <a:r>
              <a:rPr sz="2700" b="1">
                <a:solidFill>
                  <a:srgbClr val="4EE5FF"/>
                </a:solidFill>
                <a:latin typeface="Nunito"/>
                <a:ea typeface="Nunito"/>
                <a:cs typeface="Nunito"/>
              </a:rPr>
              <a:t>Therefore</a:t>
            </a:r>
            <a:r>
              <a:rPr sz="2700" b="1">
                <a:solidFill>
                  <a:srgbClr val="F7F7F2"/>
                </a:solidFill>
                <a:latin typeface="Nunito"/>
                <a:ea typeface="Nunito"/>
                <a:cs typeface="Nunito"/>
              </a:rPr>
              <a:t>, games </a:t>
            </a:r>
            <a:r>
              <a:rPr sz="2700" b="1">
                <a:solidFill>
                  <a:srgbClr val="4EE5FF"/>
                </a:solidFill>
                <a:latin typeface="Nunito"/>
                <a:ea typeface="Nunito"/>
                <a:cs typeface="Nunito"/>
              </a:rPr>
              <a:t>should be organized</a:t>
            </a:r>
            <a:r>
              <a:rPr sz="2700" b="1">
                <a:solidFill>
                  <a:srgbClr val="F7F7F2"/>
                </a:solidFill>
                <a:latin typeface="Nunito"/>
                <a:ea typeface="Nunito"/>
                <a:cs typeface="Nunito"/>
              </a:rPr>
              <a:t> so that everyone can take part.</a:t>
            </a:r>
          </a:p>
        </p:txBody>
      </p:sp>
      <p:sp>
        <p:nvSpPr>
          <p:cNvPr id="4" name="text-518">
            <a:extLst xmlns:a="http://schemas.openxmlformats.org/drawingml/2006/main">
              <a:ext uri="{FF2B5EF4-FFF2-40B4-BE49-F238E27FC236}">
                <a16:creationId xmlns:a16="http://schemas.microsoft.com/office/drawing/2014/main" id="{86AFD16E-8B81-4654-9D76-6090B98AD32B}"/>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הנימוק הוא ביטחון עצמי. שאר המשפטים מפתחים אותו.</a:t>
            </a:r>
          </a:p>
        </p:txBody>
      </p:sp>
      <p:sp>
        <p:nvSpPr>
          <p:cNvPr id="5" name="text-519">
            <a:extLst xmlns:a="http://schemas.openxmlformats.org/drawingml/2006/main">
              <a:ext uri="{FF2B5EF4-FFF2-40B4-BE49-F238E27FC236}">
                <a16:creationId xmlns:a16="http://schemas.microsoft.com/office/drawing/2014/main" id="{E311B84D-5952-419A-977B-631D4426F585}"/>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64 / 96</a:t>
            </a:r>
          </a:p>
        </p:txBody>
      </p:sp>
    </p:spTree>
    <p:extLst>
      <p:ext uri="{BB962C8B-B14F-4D97-AF65-F5344CB8AC3E}">
        <p14:creationId xmlns:p14="http://schemas.microsoft.com/office/powerpoint/2010/main" val="245380780"/>
      </p:ext>
    </p:extLst>
  </p:cSld>
</p:sld>
</file>

<file path=ppt/slides/slide6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20">
            <a:extLst xmlns:a="http://schemas.openxmlformats.org/drawingml/2006/main">
              <a:ext uri="{FF2B5EF4-FFF2-40B4-BE49-F238E27FC236}">
                <a16:creationId xmlns:a16="http://schemas.microsoft.com/office/drawing/2014/main" id="{CA210228-2A2A-42BD-A17C-F1E1E57867FD}"/>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fc1afd9e360245e7"/>
              </a:rPr>
              <a:t>⌂</a:t>
            </a:r>
          </a:p>
        </p:txBody>
      </p:sp>
      <p:sp>
        <p:nvSpPr>
          <p:cNvPr id="2" name="title-521">
            <a:extLst xmlns:a="http://schemas.openxmlformats.org/drawingml/2006/main">
              <a:ext uri="{FF2B5EF4-FFF2-40B4-BE49-F238E27FC236}">
                <a16:creationId xmlns:a16="http://schemas.microsoft.com/office/drawing/2014/main" id="{97B46731-D97B-4265-9AA7-5D92645D477C}"/>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לכל מבנה יש תפקיד</a:t>
            </a:r>
          </a:p>
        </p:txBody>
      </p:sp>
      <p:sp>
        <p:nvSpPr>
          <p:cNvPr id="3" name="text-522">
            <a:extLst xmlns:a="http://schemas.openxmlformats.org/drawingml/2006/main">
              <a:ext uri="{FF2B5EF4-FFF2-40B4-BE49-F238E27FC236}">
                <a16:creationId xmlns:a16="http://schemas.microsoft.com/office/drawing/2014/main" id="{1191E402-2C6E-44B3-9E17-17619CE6109A}"/>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experience / imagined change / focus on the action</a:t>
            </a:r>
          </a:p>
        </p:txBody>
      </p:sp>
      <p:sp>
        <p:nvSpPr>
          <p:cNvPr id="4" name="text-523">
            <a:extLst xmlns:a="http://schemas.openxmlformats.org/drawingml/2006/main">
              <a:ext uri="{FF2B5EF4-FFF2-40B4-BE49-F238E27FC236}">
                <a16:creationId xmlns:a16="http://schemas.microsoft.com/office/drawing/2014/main" id="{2C4C7434-CD26-4DB8-B126-3A691B752057}"/>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Perfect: ניסיון קודם. Conditional: שינוי אפשרי. Passive: ארגון המשחקים.</a:t>
            </a:r>
          </a:p>
        </p:txBody>
      </p:sp>
      <p:sp>
        <p:nvSpPr>
          <p:cNvPr id="5" name="text-524">
            <a:extLst xmlns:a="http://schemas.openxmlformats.org/drawingml/2006/main">
              <a:ext uri="{FF2B5EF4-FFF2-40B4-BE49-F238E27FC236}">
                <a16:creationId xmlns:a16="http://schemas.microsoft.com/office/drawing/2014/main" id="{441A462D-2AE4-404E-9F0B-72713760350C}"/>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65 / 96</a:t>
            </a:r>
          </a:p>
        </p:txBody>
      </p:sp>
    </p:spTree>
    <p:extLst>
      <p:ext uri="{BB962C8B-B14F-4D97-AF65-F5344CB8AC3E}">
        <p14:creationId xmlns:p14="http://schemas.microsoft.com/office/powerpoint/2010/main" val="872348335"/>
      </p:ext>
    </p:extLst>
  </p:cSld>
</p:sld>
</file>

<file path=ppt/slides/slide6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525">
            <a:extLst xmlns:a="http://schemas.openxmlformats.org/drawingml/2006/main">
              <a:ext uri="{FF2B5EF4-FFF2-40B4-BE49-F238E27FC236}">
                <a16:creationId xmlns:a16="http://schemas.microsoft.com/office/drawing/2014/main" id="{20D63949-3EAA-4479-9537-1BB2BA69296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f8abb0c6d84849ed"/>
              </a:rPr>
              <a:t>⌂</a:t>
            </a:r>
          </a:p>
        </p:txBody>
      </p:sp>
      <p:sp>
        <p:nvSpPr>
          <p:cNvPr id="2" name="title-526">
            <a:extLst xmlns:a="http://schemas.openxmlformats.org/drawingml/2006/main">
              <a:ext uri="{FF2B5EF4-FFF2-40B4-BE49-F238E27FC236}">
                <a16:creationId xmlns:a16="http://schemas.microsoft.com/office/drawing/2014/main" id="{238A709A-F548-4A6A-B9B6-DEBDC1C9A54C}"/>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Although בחיבור</a:t>
            </a:r>
          </a:p>
        </p:txBody>
      </p:sp>
      <p:sp>
        <p:nvSpPr>
          <p:cNvPr id="3" name="text-527">
            <a:extLst xmlns:a="http://schemas.openxmlformats.org/drawingml/2006/main">
              <a:ext uri="{FF2B5EF4-FFF2-40B4-BE49-F238E27FC236}">
                <a16:creationId xmlns:a16="http://schemas.microsoft.com/office/drawing/2014/main" id="{BCD7CF3F-849C-4A93-BF55-C609EC6D72BB}"/>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sentence connects the ideas correctly?</a:t>
            </a:r>
          </a:p>
        </p:txBody>
      </p:sp>
      <p:sp>
        <p:nvSpPr>
          <p:cNvPr id="4" name="text-528">
            <a:extLst xmlns:a="http://schemas.openxmlformats.org/drawingml/2006/main">
              <a:ext uri="{FF2B5EF4-FFF2-40B4-BE49-F238E27FC236}">
                <a16:creationId xmlns:a16="http://schemas.microsoft.com/office/drawing/2014/main" id="{7EC3F453-E442-4E97-8ACE-2451C7231605}"/>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Although winning is exciting, but learning to support others matters more.</a:t>
            </a:r>
          </a:p>
        </p:txBody>
      </p:sp>
      <p:sp>
        <p:nvSpPr>
          <p:cNvPr id="5" name="text-529">
            <a:extLst xmlns:a="http://schemas.openxmlformats.org/drawingml/2006/main">
              <a:ext uri="{FF2B5EF4-FFF2-40B4-BE49-F238E27FC236}">
                <a16:creationId xmlns:a16="http://schemas.microsoft.com/office/drawing/2014/main" id="{D61E8295-B284-491C-925D-5CDA8334F7C9}"/>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B   Although winning is exciting, learning to support others matters more.</a:t>
            </a:r>
          </a:p>
        </p:txBody>
      </p:sp>
      <p:sp>
        <p:nvSpPr>
          <p:cNvPr id="6" name="text-530">
            <a:extLst xmlns:a="http://schemas.openxmlformats.org/drawingml/2006/main">
              <a:ext uri="{FF2B5EF4-FFF2-40B4-BE49-F238E27FC236}">
                <a16:creationId xmlns:a16="http://schemas.microsoft.com/office/drawing/2014/main" id="{3CAF7487-94CE-4D9E-BCCC-B42D7B6100B4}"/>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Although winning is exciting, so learning to support others matters more.</a:t>
            </a:r>
          </a:p>
        </p:txBody>
      </p:sp>
      <p:sp>
        <p:nvSpPr>
          <p:cNvPr id="7" name="text-531">
            <a:extLst xmlns:a="http://schemas.openxmlformats.org/drawingml/2006/main">
              <a:ext uri="{FF2B5EF4-FFF2-40B4-BE49-F238E27FC236}">
                <a16:creationId xmlns:a16="http://schemas.microsoft.com/office/drawing/2014/main" id="{0029FD85-5D6B-475C-B1BC-871ABBABA1C9}"/>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66 / 96</a:t>
            </a:r>
          </a:p>
        </p:txBody>
      </p:sp>
    </p:spTree>
    <p:extLst>
      <p:ext uri="{BB962C8B-B14F-4D97-AF65-F5344CB8AC3E}">
        <p14:creationId xmlns:p14="http://schemas.microsoft.com/office/powerpoint/2010/main" val="680136747"/>
      </p:ext>
    </p:extLst>
  </p:cSld>
</p:sld>
</file>

<file path=ppt/slides/slide6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9" name="text-532">
            <a:extLst xmlns:a="http://schemas.openxmlformats.org/drawingml/2006/main">
              <a:ext uri="{FF2B5EF4-FFF2-40B4-BE49-F238E27FC236}">
                <a16:creationId xmlns:a16="http://schemas.microsoft.com/office/drawing/2014/main" id="{29547DAC-174A-43F0-9062-5D51B62AD24F}"/>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1d2f7b2cd81b41e1"/>
              </a:rPr>
              <a:t>⌂</a:t>
            </a:r>
          </a:p>
        </p:txBody>
      </p:sp>
      <p:sp>
        <p:nvSpPr>
          <p:cNvPr id="2" name="title-533">
            <a:extLst xmlns:a="http://schemas.openxmlformats.org/drawingml/2006/main">
              <a:ext uri="{FF2B5EF4-FFF2-40B4-BE49-F238E27FC236}">
                <a16:creationId xmlns:a16="http://schemas.microsoft.com/office/drawing/2014/main" id="{C8BA4573-17A8-4A34-801A-A09493782706}"/>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Although בחיבור</a:t>
            </a:r>
          </a:p>
        </p:txBody>
      </p:sp>
      <p:sp>
        <p:nvSpPr>
          <p:cNvPr id="3" name="text-534">
            <a:extLst xmlns:a="http://schemas.openxmlformats.org/drawingml/2006/main">
              <a:ext uri="{FF2B5EF4-FFF2-40B4-BE49-F238E27FC236}">
                <a16:creationId xmlns:a16="http://schemas.microsoft.com/office/drawing/2014/main" id="{55339A5C-A7A4-4959-8D76-144E59DEF974}"/>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sentence connects the ideas correctly?</a:t>
            </a:r>
          </a:p>
        </p:txBody>
      </p:sp>
      <p:sp>
        <p:nvSpPr>
          <p:cNvPr id="4" name="text-535">
            <a:extLst xmlns:a="http://schemas.openxmlformats.org/drawingml/2006/main">
              <a:ext uri="{FF2B5EF4-FFF2-40B4-BE49-F238E27FC236}">
                <a16:creationId xmlns:a16="http://schemas.microsoft.com/office/drawing/2014/main" id="{B56B0DA7-CE0D-4CE2-8DBD-7B0E5B5D8427}"/>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Although winning is exciting, but learning to support others matters more.</a:t>
            </a:r>
          </a:p>
        </p:txBody>
      </p:sp>
      <p:sp>
        <p:nvSpPr>
          <p:cNvPr id="5" name="text-536">
            <a:extLst xmlns:a="http://schemas.openxmlformats.org/drawingml/2006/main">
              <a:ext uri="{FF2B5EF4-FFF2-40B4-BE49-F238E27FC236}">
                <a16:creationId xmlns:a16="http://schemas.microsoft.com/office/drawing/2014/main" id="{754A5981-248A-4617-BD4C-DA396BC59974}"/>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DFFF5B"/>
                </a:solidFill>
                <a:latin typeface="Nunito"/>
                <a:ea typeface="Nunito"/>
                <a:cs typeface="Nunito"/>
              </a:defRPr>
            </a:pPr>
            <a:r>
              <a:rPr sz="2325" b="1">
                <a:solidFill>
                  <a:srgbClr val="DFFF5B"/>
                </a:solidFill>
                <a:latin typeface="Nunito"/>
                <a:ea typeface="Nunito"/>
                <a:cs typeface="Nunito"/>
              </a:rPr>
              <a:t>B   Although winning is exciting, learning to support others matters more.</a:t>
            </a:r>
          </a:p>
        </p:txBody>
      </p:sp>
      <p:sp>
        <p:nvSpPr>
          <p:cNvPr id="6" name="text-537">
            <a:extLst xmlns:a="http://schemas.openxmlformats.org/drawingml/2006/main">
              <a:ext uri="{FF2B5EF4-FFF2-40B4-BE49-F238E27FC236}">
                <a16:creationId xmlns:a16="http://schemas.microsoft.com/office/drawing/2014/main" id="{CE597232-1AA9-4B05-949A-003A47773B5E}"/>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Although winning is exciting, so learning to support others matters more.</a:t>
            </a:r>
          </a:p>
        </p:txBody>
      </p:sp>
      <p:sp>
        <p:nvSpPr>
          <p:cNvPr id="7" name="text-538">
            <a:extLst xmlns:a="http://schemas.openxmlformats.org/drawingml/2006/main">
              <a:ext uri="{FF2B5EF4-FFF2-40B4-BE49-F238E27FC236}">
                <a16:creationId xmlns:a16="http://schemas.microsoft.com/office/drawing/2014/main" id="{92262D44-3BC7-44C3-8CAC-23A545B72F69}"/>
              </a:ext>
            </a:extLst>
          </p:cNvPr>
          <p:cNvSpPr>
            <a:spLocks xmlns:a="http://schemas.openxmlformats.org/drawingml/2006/main" noGrp="1"/>
          </p:cNvSpPr>
          <p:nvPr/>
        </p:nvSpPr>
        <p:spPr>
          <a:xfrm xmlns:a="http://schemas.openxmlformats.org/drawingml/2006/main">
            <a:off x="904875" y="5143500"/>
            <a:ext cx="103822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DFFF5B"/>
                </a:solidFill>
                <a:latin typeface="Heebo"/>
                <a:ea typeface="Heebo"/>
                <a:cs typeface="Heebo"/>
              </a:defRPr>
            </a:pPr>
            <a:r>
              <a:rPr sz="2100" b="1" lang="he-IL">
                <a:solidFill>
                  <a:srgbClr val="DFFF5B"/>
                </a:solidFill>
                <a:latin typeface="Heebo"/>
                <a:ea typeface="Heebo"/>
                <a:cs typeface="Heebo"/>
              </a:rPr>
              <a:t>Although כבר מציג ניגוד. לא מוסיפים but או so באותו מבנה.</a:t>
            </a:r>
          </a:p>
        </p:txBody>
      </p:sp>
      <p:sp>
        <p:nvSpPr>
          <p:cNvPr id="8" name="text-539">
            <a:extLst xmlns:a="http://schemas.openxmlformats.org/drawingml/2006/main">
              <a:ext uri="{FF2B5EF4-FFF2-40B4-BE49-F238E27FC236}">
                <a16:creationId xmlns:a16="http://schemas.microsoft.com/office/drawing/2014/main" id="{5385300A-4DDB-499C-8C82-8158339D19E0}"/>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67 / 96</a:t>
            </a:r>
          </a:p>
        </p:txBody>
      </p:sp>
    </p:spTree>
    <p:extLst>
      <p:ext uri="{BB962C8B-B14F-4D97-AF65-F5344CB8AC3E}">
        <p14:creationId xmlns:p14="http://schemas.microsoft.com/office/powerpoint/2010/main" val="455140864"/>
      </p:ext>
    </p:extLst>
  </p:cSld>
</p:sld>
</file>

<file path=ppt/slides/slide6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540">
            <a:extLst xmlns:a="http://schemas.openxmlformats.org/drawingml/2006/main">
              <a:ext uri="{FF2B5EF4-FFF2-40B4-BE49-F238E27FC236}">
                <a16:creationId xmlns:a16="http://schemas.microsoft.com/office/drawing/2014/main" id="{5878965E-02E3-4D91-826B-7FBFD0BA69AB}"/>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93bc217c4cd143c5"/>
              </a:rPr>
              <a:t>⌂</a:t>
            </a:r>
          </a:p>
        </p:txBody>
      </p:sp>
      <p:sp>
        <p:nvSpPr>
          <p:cNvPr id="2" name="title-541">
            <a:extLst xmlns:a="http://schemas.openxmlformats.org/drawingml/2006/main">
              <a:ext uri="{FF2B5EF4-FFF2-40B4-BE49-F238E27FC236}">
                <a16:creationId xmlns:a16="http://schemas.microsoft.com/office/drawing/2014/main" id="{9C05A6BF-C14C-4858-9320-94E30559A9C6}"/>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פסקת סיום</a:t>
            </a:r>
          </a:p>
        </p:txBody>
      </p:sp>
      <p:sp>
        <p:nvSpPr>
          <p:cNvPr id="3" name="text-542">
            <a:extLst xmlns:a="http://schemas.openxmlformats.org/drawingml/2006/main">
              <a:ext uri="{FF2B5EF4-FFF2-40B4-BE49-F238E27FC236}">
                <a16:creationId xmlns:a16="http://schemas.microsoft.com/office/drawing/2014/main" id="{BBB26801-21F6-4BFA-B6A0-D7172D51B4A4}"/>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850" b="1">
                <a:solidFill>
                  <a:srgbClr val="F7F7F2"/>
                </a:solidFill>
                <a:latin typeface="Nunito"/>
                <a:ea typeface="Nunito"/>
                <a:cs typeface="Nunito"/>
              </a:defRPr>
            </a:pPr>
            <a:r>
              <a:rPr sz="2850" b="1">
                <a:solidFill>
                  <a:srgbClr val="4EE5FF"/>
                </a:solidFill>
                <a:latin typeface="Nunito"/>
                <a:ea typeface="Nunito"/>
                <a:cs typeface="Nunito"/>
              </a:rPr>
              <a:t>In conclusion</a:t>
            </a:r>
            <a:r>
              <a:rPr sz="2850" b="1">
                <a:solidFill>
                  <a:srgbClr val="F7F7F2"/>
                </a:solidFill>
                <a:latin typeface="Nunito"/>
                <a:ea typeface="Nunito"/>
                <a:cs typeface="Nunito"/>
              </a:rPr>
              <a:t>, schools should value participation as well as achievement. </a:t>
            </a:r>
            <a:r>
              <a:rPr sz="2850" b="1">
                <a:solidFill>
                  <a:srgbClr val="4EE5FF"/>
                </a:solidFill>
                <a:latin typeface="Nunito"/>
                <a:ea typeface="Nunito"/>
                <a:cs typeface="Nunito"/>
              </a:rPr>
              <a:t>Although</a:t>
            </a:r>
            <a:r>
              <a:rPr sz="2850" b="1">
                <a:solidFill>
                  <a:srgbClr val="F7F7F2"/>
                </a:solidFill>
                <a:latin typeface="Nunito"/>
                <a:ea typeface="Nunito"/>
                <a:cs typeface="Nunito"/>
              </a:rPr>
              <a:t> winning is exciting, learning to support others is more important. </a:t>
            </a:r>
            <a:r>
              <a:rPr sz="2850" b="1">
                <a:solidFill>
                  <a:srgbClr val="4EE5FF"/>
                </a:solidFill>
                <a:latin typeface="Nunito"/>
                <a:ea typeface="Nunito"/>
                <a:cs typeface="Nunito"/>
              </a:rPr>
              <a:t>Therefore</a:t>
            </a:r>
            <a:r>
              <a:rPr sz="2850" b="1">
                <a:solidFill>
                  <a:srgbClr val="F7F7F2"/>
                </a:solidFill>
                <a:latin typeface="Nunito"/>
                <a:ea typeface="Nunito"/>
                <a:cs typeface="Nunito"/>
              </a:rPr>
              <a:t>, teachers should encourage students to include every classmate.</a:t>
            </a:r>
          </a:p>
        </p:txBody>
      </p:sp>
      <p:sp>
        <p:nvSpPr>
          <p:cNvPr id="4" name="text-543">
            <a:extLst xmlns:a="http://schemas.openxmlformats.org/drawingml/2006/main">
              <a:ext uri="{FF2B5EF4-FFF2-40B4-BE49-F238E27FC236}">
                <a16:creationId xmlns:a16="http://schemas.microsoft.com/office/drawing/2014/main" id="{F9A53270-8410-40A3-9EEF-3A80E9D07040}"/>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68 / 96</a:t>
            </a:r>
          </a:p>
        </p:txBody>
      </p:sp>
    </p:spTree>
    <p:extLst>
      <p:ext uri="{BB962C8B-B14F-4D97-AF65-F5344CB8AC3E}">
        <p14:creationId xmlns:p14="http://schemas.microsoft.com/office/powerpoint/2010/main" val="1743163047"/>
      </p:ext>
    </p:extLst>
  </p:cSld>
</p:sld>
</file>

<file path=ppt/slides/slide6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44">
            <a:extLst xmlns:a="http://schemas.openxmlformats.org/drawingml/2006/main">
              <a:ext uri="{FF2B5EF4-FFF2-40B4-BE49-F238E27FC236}">
                <a16:creationId xmlns:a16="http://schemas.microsoft.com/office/drawing/2014/main" id="{2FA4FDD1-102B-432C-ADC7-8A5D3E67FC31}"/>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6898abe324d24d8d"/>
              </a:rPr>
              <a:t>⌂</a:t>
            </a:r>
          </a:p>
        </p:txBody>
      </p:sp>
      <p:sp>
        <p:nvSpPr>
          <p:cNvPr id="2" name="title-545">
            <a:extLst xmlns:a="http://schemas.openxmlformats.org/drawingml/2006/main">
              <a:ext uri="{FF2B5EF4-FFF2-40B4-BE49-F238E27FC236}">
                <a16:creationId xmlns:a16="http://schemas.microsoft.com/office/drawing/2014/main" id="{348D89CB-3AFD-478F-AA2B-A2849D53E761}"/>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פסקת סיום</a:t>
            </a:r>
          </a:p>
        </p:txBody>
      </p:sp>
      <p:sp>
        <p:nvSpPr>
          <p:cNvPr id="3" name="text-546">
            <a:extLst xmlns:a="http://schemas.openxmlformats.org/drawingml/2006/main">
              <a:ext uri="{FF2B5EF4-FFF2-40B4-BE49-F238E27FC236}">
                <a16:creationId xmlns:a16="http://schemas.microsoft.com/office/drawing/2014/main" id="{7C5458BB-8B9A-40BD-8498-E6DE6498C0AD}"/>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850" b="1">
                <a:solidFill>
                  <a:srgbClr val="F7F7F2"/>
                </a:solidFill>
                <a:latin typeface="Nunito"/>
                <a:ea typeface="Nunito"/>
                <a:cs typeface="Nunito"/>
              </a:defRPr>
            </a:pPr>
            <a:r>
              <a:rPr sz="2850" b="1">
                <a:solidFill>
                  <a:srgbClr val="4EE5FF"/>
                </a:solidFill>
                <a:latin typeface="Nunito"/>
                <a:ea typeface="Nunito"/>
                <a:cs typeface="Nunito"/>
              </a:rPr>
              <a:t>In conclusion</a:t>
            </a:r>
            <a:r>
              <a:rPr sz="2850" b="1">
                <a:solidFill>
                  <a:srgbClr val="F7F7F2"/>
                </a:solidFill>
                <a:latin typeface="Nunito"/>
                <a:ea typeface="Nunito"/>
                <a:cs typeface="Nunito"/>
              </a:rPr>
              <a:t>, schools should value participation as well as achievement. </a:t>
            </a:r>
            <a:r>
              <a:rPr sz="2850" b="1">
                <a:solidFill>
                  <a:srgbClr val="4EE5FF"/>
                </a:solidFill>
                <a:latin typeface="Nunito"/>
                <a:ea typeface="Nunito"/>
                <a:cs typeface="Nunito"/>
              </a:rPr>
              <a:t>Although</a:t>
            </a:r>
            <a:r>
              <a:rPr sz="2850" b="1">
                <a:solidFill>
                  <a:srgbClr val="F7F7F2"/>
                </a:solidFill>
                <a:latin typeface="Nunito"/>
                <a:ea typeface="Nunito"/>
                <a:cs typeface="Nunito"/>
              </a:rPr>
              <a:t> winning is exciting, learning to support others is more important. </a:t>
            </a:r>
            <a:r>
              <a:rPr sz="2850" b="1">
                <a:solidFill>
                  <a:srgbClr val="4EE5FF"/>
                </a:solidFill>
                <a:latin typeface="Nunito"/>
                <a:ea typeface="Nunito"/>
                <a:cs typeface="Nunito"/>
              </a:rPr>
              <a:t>Therefore</a:t>
            </a:r>
            <a:r>
              <a:rPr sz="2850" b="1">
                <a:solidFill>
                  <a:srgbClr val="F7F7F2"/>
                </a:solidFill>
                <a:latin typeface="Nunito"/>
                <a:ea typeface="Nunito"/>
                <a:cs typeface="Nunito"/>
              </a:rPr>
              <a:t>, teachers should encourage students to include every classmate.</a:t>
            </a:r>
          </a:p>
        </p:txBody>
      </p:sp>
      <p:sp>
        <p:nvSpPr>
          <p:cNvPr id="4" name="text-547">
            <a:extLst xmlns:a="http://schemas.openxmlformats.org/drawingml/2006/main">
              <a:ext uri="{FF2B5EF4-FFF2-40B4-BE49-F238E27FC236}">
                <a16:creationId xmlns:a16="http://schemas.microsoft.com/office/drawing/2014/main" id="{C0FA8494-999A-4F6B-AF9C-4062705293AB}"/>
              </a:ext>
            </a:extLst>
          </p:cNvPr>
          <p:cNvSpPr>
            <a:spLocks xmlns:a="http://schemas.openxmlformats.org/drawingml/2006/main" noGrp="1"/>
          </p:cNvSpPr>
          <p:nvPr/>
        </p:nvSpPr>
        <p:spPr>
          <a:xfrm xmlns:a="http://schemas.openxmlformats.org/drawingml/2006/main">
            <a:off x="876300" y="4391025"/>
            <a:ext cx="104394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DFFF5B"/>
                </a:solidFill>
                <a:latin typeface="Heebo"/>
                <a:ea typeface="Heebo"/>
                <a:cs typeface="Heebo"/>
              </a:defRPr>
            </a:pPr>
            <a:r>
              <a:rPr sz="2475" b="1" lang="he-IL">
                <a:solidFill>
                  <a:srgbClr val="DFFF5B"/>
                </a:solidFill>
                <a:latin typeface="Heebo"/>
                <a:ea typeface="Heebo"/>
                <a:cs typeface="Heebo"/>
              </a:rPr>
              <a:t>לסיכום, על בתי הספר להעריך השתתפות לצד הישגים. אף שניצחון מרגש, למידה לתמוך באחרים חשובה יותר. לכן, על המורים לעודד שיתוף של כל חבר לכיתה.</a:t>
            </a:r>
          </a:p>
        </p:txBody>
      </p:sp>
      <p:sp>
        <p:nvSpPr>
          <p:cNvPr id="5" name="text-548">
            <a:extLst xmlns:a="http://schemas.openxmlformats.org/drawingml/2006/main">
              <a:ext uri="{FF2B5EF4-FFF2-40B4-BE49-F238E27FC236}">
                <a16:creationId xmlns:a16="http://schemas.microsoft.com/office/drawing/2014/main" id="{F724F05A-3155-48F9-8CF5-68DAF9F8B833}"/>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69 / 96</a:t>
            </a:r>
          </a:p>
        </p:txBody>
      </p:sp>
    </p:spTree>
    <p:extLst>
      <p:ext uri="{BB962C8B-B14F-4D97-AF65-F5344CB8AC3E}">
        <p14:creationId xmlns:p14="http://schemas.microsoft.com/office/powerpoint/2010/main" val="293524443"/>
      </p:ext>
    </p:extLst>
  </p:cSld>
</p:sld>
</file>

<file path=ppt/slides/slide7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49">
            <a:extLst xmlns:a="http://schemas.openxmlformats.org/drawingml/2006/main">
              <a:ext uri="{FF2B5EF4-FFF2-40B4-BE49-F238E27FC236}">
                <a16:creationId xmlns:a16="http://schemas.microsoft.com/office/drawing/2014/main" id="{19252AF0-05AC-420B-9123-F93FCCA178B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e4df282326fd454a"/>
              </a:rPr>
              <a:t>⌂</a:t>
            </a:r>
          </a:p>
        </p:txBody>
      </p:sp>
      <p:sp>
        <p:nvSpPr>
          <p:cNvPr id="2" name="title-550">
            <a:extLst xmlns:a="http://schemas.openxmlformats.org/drawingml/2006/main">
              <a:ext uri="{FF2B5EF4-FFF2-40B4-BE49-F238E27FC236}">
                <a16:creationId xmlns:a16="http://schemas.microsoft.com/office/drawing/2014/main" id="{4A39BE2D-72A0-4FFD-84D4-046664EF702B}"/>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96c7b274c22a46d6"/>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551">
            <a:extLst xmlns:a="http://schemas.openxmlformats.org/drawingml/2006/main">
              <a:ext uri="{FF2B5EF4-FFF2-40B4-BE49-F238E27FC236}">
                <a16:creationId xmlns:a16="http://schemas.microsoft.com/office/drawing/2014/main" id="{6346115C-DE5E-479E-94A7-4585291367D6}"/>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They have tried three times. Teamwork takes practice.</a:t>
            </a:r>
          </a:p>
        </p:txBody>
      </p:sp>
      <p:sp>
        <p:nvSpPr>
          <p:cNvPr id="5" name="text-552">
            <a:extLst xmlns:a="http://schemas.openxmlformats.org/drawingml/2006/main">
              <a:ext uri="{FF2B5EF4-FFF2-40B4-BE49-F238E27FC236}">
                <a16:creationId xmlns:a16="http://schemas.microsoft.com/office/drawing/2014/main" id="{2F77C17F-632A-49A2-9922-F2161585F302}"/>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70 / 96</a:t>
            </a:r>
          </a:p>
        </p:txBody>
      </p:sp>
    </p:spTree>
    <p:extLst>
      <p:ext uri="{BB962C8B-B14F-4D97-AF65-F5344CB8AC3E}">
        <p14:creationId xmlns:p14="http://schemas.microsoft.com/office/powerpoint/2010/main" val="177944311"/>
      </p:ext>
    </p:extLst>
  </p:cSld>
</p:sld>
</file>

<file path=ppt/slides/slide7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9" name="text-553">
            <a:extLst xmlns:a="http://schemas.openxmlformats.org/drawingml/2006/main">
              <a:ext uri="{FF2B5EF4-FFF2-40B4-BE49-F238E27FC236}">
                <a16:creationId xmlns:a16="http://schemas.microsoft.com/office/drawing/2014/main" id="{49C6068A-3DE7-41EB-9547-D7E530C15572}"/>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f1b11b8637a843f0"/>
              </a:rPr>
              <a:t>⌂</a:t>
            </a:r>
          </a:p>
        </p:txBody>
      </p:sp>
      <p:sp>
        <p:nvSpPr>
          <p:cNvPr id="2" name="title-554">
            <a:extLst xmlns:a="http://schemas.openxmlformats.org/drawingml/2006/main">
              <a:ext uri="{FF2B5EF4-FFF2-40B4-BE49-F238E27FC236}">
                <a16:creationId xmlns:a16="http://schemas.microsoft.com/office/drawing/2014/main" id="{DF423672-7704-41C9-B4AB-17D33528C174}"/>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החיבור השלם</a:t>
            </a:r>
          </a:p>
        </p:txBody>
      </p:sp>
      <p:sp>
        <p:nvSpPr>
          <p:cNvPr id="3" name="text-555">
            <a:extLst xmlns:a="http://schemas.openxmlformats.org/drawingml/2006/main">
              <a:ext uri="{FF2B5EF4-FFF2-40B4-BE49-F238E27FC236}">
                <a16:creationId xmlns:a16="http://schemas.microsoft.com/office/drawing/2014/main" id="{E0505CFC-048A-4E5B-9B1E-EE92FDD57D91}"/>
              </a:ext>
            </a:extLst>
          </p:cNvPr>
          <p:cNvSpPr>
            <a:spLocks xmlns:a="http://schemas.openxmlformats.org/drawingml/2006/main" noGrp="1"/>
          </p:cNvSpPr>
          <p:nvPr/>
        </p:nvSpPr>
        <p:spPr>
          <a:xfrm xmlns:a="http://schemas.openxmlformats.org/drawingml/2006/main">
            <a:off x="838200" y="1266825"/>
            <a:ext cx="105156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F7F7F2"/>
                </a:solidFill>
                <a:latin typeface="Nunito"/>
                <a:ea typeface="Nunito"/>
                <a:cs typeface="Nunito"/>
              </a:defRPr>
            </a:pPr>
            <a:r>
              <a:rPr sz="2175" b="0">
                <a:solidFill>
                  <a:srgbClr val="F7F7F2"/>
                </a:solidFill>
                <a:latin typeface="Nunito"/>
                <a:ea typeface="Nunito"/>
                <a:cs typeface="Nunito"/>
              </a:rPr>
              <a:t>Some students enjoy school sports, while others worry about making mistakes. In my opinion, every student should have a chance to join class games, regardless of ability.</a:t>
            </a:r>
          </a:p>
        </p:txBody>
      </p:sp>
      <p:sp>
        <p:nvSpPr>
          <p:cNvPr id="4" name="text-556">
            <a:extLst xmlns:a="http://schemas.openxmlformats.org/drawingml/2006/main">
              <a:ext uri="{FF2B5EF4-FFF2-40B4-BE49-F238E27FC236}">
                <a16:creationId xmlns:a16="http://schemas.microsoft.com/office/drawing/2014/main" id="{BCD469A9-56B3-4395-9CE9-E52CB94412A3}"/>
              </a:ext>
            </a:extLst>
          </p:cNvPr>
          <p:cNvSpPr>
            <a:spLocks xmlns:a="http://schemas.openxmlformats.org/drawingml/2006/main" noGrp="1"/>
          </p:cNvSpPr>
          <p:nvPr/>
        </p:nvSpPr>
        <p:spPr>
          <a:xfrm xmlns:a="http://schemas.openxmlformats.org/drawingml/2006/main">
            <a:off x="838200" y="2409825"/>
            <a:ext cx="105156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F7F7F2"/>
                </a:solidFill>
                <a:latin typeface="Nunito"/>
                <a:ea typeface="Nunito"/>
                <a:cs typeface="Nunito"/>
              </a:defRPr>
            </a:pPr>
            <a:r>
              <a:rPr sz="2175" b="0">
                <a:solidFill>
                  <a:srgbClr val="F7F7F2"/>
                </a:solidFill>
                <a:latin typeface="Nunito"/>
                <a:ea typeface="Nunito"/>
                <a:cs typeface="Nunito"/>
              </a:rPr>
              <a:t>First, playing together helps students build friendships. When classmates support one another, they learn to work as a team. For example, passing the ball to a beginner can make that student feel included.</a:t>
            </a:r>
          </a:p>
        </p:txBody>
      </p:sp>
      <p:sp>
        <p:nvSpPr>
          <p:cNvPr id="5" name="text-557">
            <a:extLst xmlns:a="http://schemas.openxmlformats.org/drawingml/2006/main">
              <a:ext uri="{FF2B5EF4-FFF2-40B4-BE49-F238E27FC236}">
                <a16:creationId xmlns:a16="http://schemas.microsoft.com/office/drawing/2014/main" id="{3B7BE440-3D4D-465A-A054-A0067F8FDBF0}"/>
              </a:ext>
            </a:extLst>
          </p:cNvPr>
          <p:cNvSpPr>
            <a:spLocks xmlns:a="http://schemas.openxmlformats.org/drawingml/2006/main" noGrp="1"/>
          </p:cNvSpPr>
          <p:nvPr/>
        </p:nvSpPr>
        <p:spPr>
          <a:xfrm xmlns:a="http://schemas.openxmlformats.org/drawingml/2006/main">
            <a:off x="838200" y="3552825"/>
            <a:ext cx="105156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F7F7F2"/>
                </a:solidFill>
                <a:latin typeface="Nunito"/>
                <a:ea typeface="Nunito"/>
                <a:cs typeface="Nunito"/>
              </a:defRPr>
            </a:pPr>
            <a:r>
              <a:rPr sz="2175" b="0">
                <a:solidFill>
                  <a:srgbClr val="F7F7F2"/>
                </a:solidFill>
                <a:latin typeface="Nunito"/>
                <a:ea typeface="Nunito"/>
                <a:cs typeface="Nunito"/>
              </a:rPr>
              <a:t>Moreover, equal chances can improve confidence. Some students have felt excluded from games. If they received more encouragement, they would feel safer trying again. Therefore, games should be organized so that everyone can take part.</a:t>
            </a:r>
          </a:p>
        </p:txBody>
      </p:sp>
      <p:sp>
        <p:nvSpPr>
          <p:cNvPr id="6" name="text-558">
            <a:extLst xmlns:a="http://schemas.openxmlformats.org/drawingml/2006/main">
              <a:ext uri="{FF2B5EF4-FFF2-40B4-BE49-F238E27FC236}">
                <a16:creationId xmlns:a16="http://schemas.microsoft.com/office/drawing/2014/main" id="{29D3BA07-E9B8-4CED-B893-557446FD595C}"/>
              </a:ext>
            </a:extLst>
          </p:cNvPr>
          <p:cNvSpPr>
            <a:spLocks xmlns:a="http://schemas.openxmlformats.org/drawingml/2006/main" noGrp="1"/>
          </p:cNvSpPr>
          <p:nvPr/>
        </p:nvSpPr>
        <p:spPr>
          <a:xfrm xmlns:a="http://schemas.openxmlformats.org/drawingml/2006/main">
            <a:off x="838200" y="4695825"/>
            <a:ext cx="105156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F7F7F2"/>
                </a:solidFill>
                <a:latin typeface="Nunito"/>
                <a:ea typeface="Nunito"/>
                <a:cs typeface="Nunito"/>
              </a:defRPr>
            </a:pPr>
            <a:r>
              <a:rPr sz="2175" b="0">
                <a:solidFill>
                  <a:srgbClr val="F7F7F2"/>
                </a:solidFill>
                <a:latin typeface="Nunito"/>
                <a:ea typeface="Nunito"/>
                <a:cs typeface="Nunito"/>
              </a:rPr>
              <a:t>In conclusion, schools should value participation as well as achievement. Although winning is exciting, learning to support others is more important. Therefore, teachers should encourage students to include every classmate.</a:t>
            </a:r>
          </a:p>
        </p:txBody>
      </p:sp>
      <p:sp>
        <p:nvSpPr>
          <p:cNvPr id="7" name="text-559">
            <a:extLst xmlns:a="http://schemas.openxmlformats.org/drawingml/2006/main">
              <a:ext uri="{FF2B5EF4-FFF2-40B4-BE49-F238E27FC236}">
                <a16:creationId xmlns:a16="http://schemas.microsoft.com/office/drawing/2014/main" id="{B474BFD9-8248-4940-A6A6-0D820AB20307}"/>
              </a:ext>
            </a:extLst>
          </p:cNvPr>
          <p:cNvSpPr>
            <a:spLocks xmlns:a="http://schemas.openxmlformats.org/drawingml/2006/main" noGrp="1"/>
          </p:cNvSpPr>
          <p:nvPr/>
        </p:nvSpPr>
        <p:spPr>
          <a:xfrm xmlns:a="http://schemas.openxmlformats.org/drawingml/2006/main">
            <a:off x="857250" y="59340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DFFF5B"/>
                </a:solidFill>
                <a:latin typeface="Heebo"/>
                <a:ea typeface="Heebo"/>
                <a:cs typeface="Heebo"/>
              </a:defRPr>
            </a:pPr>
            <a:r>
              <a:rPr sz="1650" b="1" lang="he-IL">
                <a:solidFill>
                  <a:srgbClr val="DFFF5B"/>
                </a:solidFill>
                <a:latin typeface="Heebo"/>
                <a:ea typeface="Heebo"/>
                <a:cs typeface="Heebo"/>
              </a:rPr>
              <a:t>125 מילים · ארבע פסקאות</a:t>
            </a:r>
          </a:p>
        </p:txBody>
      </p:sp>
      <p:sp>
        <p:nvSpPr>
          <p:cNvPr id="8" name="text-560">
            <a:extLst xmlns:a="http://schemas.openxmlformats.org/drawingml/2006/main">
              <a:ext uri="{FF2B5EF4-FFF2-40B4-BE49-F238E27FC236}">
                <a16:creationId xmlns:a16="http://schemas.microsoft.com/office/drawing/2014/main" id="{E1208BB8-DFB4-4E37-BD8D-68092E0A9B17}"/>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71 / 96</a:t>
            </a:r>
          </a:p>
        </p:txBody>
      </p:sp>
    </p:spTree>
    <p:extLst>
      <p:ext uri="{BB962C8B-B14F-4D97-AF65-F5344CB8AC3E}">
        <p14:creationId xmlns:p14="http://schemas.microsoft.com/office/powerpoint/2010/main" val="475959055"/>
      </p:ext>
    </p:extLst>
  </p:cSld>
</p:sld>
</file>

<file path=ppt/slides/slide7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61">
            <a:extLst xmlns:a="http://schemas.openxmlformats.org/drawingml/2006/main">
              <a:ext uri="{FF2B5EF4-FFF2-40B4-BE49-F238E27FC236}">
                <a16:creationId xmlns:a16="http://schemas.microsoft.com/office/drawing/2014/main" id="{C871E753-AAE4-49F8-9FDD-C84B02469ACC}"/>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05cb2a1cd9b34e45"/>
              </a:rPr>
              <a:t>⌂</a:t>
            </a:r>
          </a:p>
        </p:txBody>
      </p:sp>
      <p:sp>
        <p:nvSpPr>
          <p:cNvPr id="2" name="title-562">
            <a:extLst xmlns:a="http://schemas.openxmlformats.org/drawingml/2006/main">
              <a:ext uri="{FF2B5EF4-FFF2-40B4-BE49-F238E27FC236}">
                <a16:creationId xmlns:a16="http://schemas.microsoft.com/office/drawing/2014/main" id="{7ACA8B43-DEC1-445E-B93A-05566A0936D5}"/>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הפתיחה מחזיקה את העמדה</a:t>
            </a:r>
          </a:p>
        </p:txBody>
      </p:sp>
      <p:sp>
        <p:nvSpPr>
          <p:cNvPr id="3" name="text-563">
            <a:extLst xmlns:a="http://schemas.openxmlformats.org/drawingml/2006/main">
              <a:ext uri="{FF2B5EF4-FFF2-40B4-BE49-F238E27FC236}">
                <a16:creationId xmlns:a16="http://schemas.microsoft.com/office/drawing/2014/main" id="{CB7C0A6E-47D1-411E-A12B-BDC69DD72482}"/>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Some students enjoy school sports, while others worry about making mistakes. </a:t>
            </a:r>
            <a:r>
              <a:rPr sz="3000" b="1">
                <a:solidFill>
                  <a:srgbClr val="4EE5FF"/>
                </a:solidFill>
                <a:latin typeface="Nunito"/>
                <a:ea typeface="Nunito"/>
                <a:cs typeface="Nunito"/>
              </a:rPr>
              <a:t>In my opinion</a:t>
            </a:r>
            <a:r>
              <a:rPr sz="3000" b="1">
                <a:solidFill>
                  <a:srgbClr val="F7F7F2"/>
                </a:solidFill>
                <a:latin typeface="Nunito"/>
                <a:ea typeface="Nunito"/>
                <a:cs typeface="Nunito"/>
              </a:rPr>
              <a:t>, </a:t>
            </a:r>
            <a:r>
              <a:rPr sz="3000" b="1">
                <a:solidFill>
                  <a:srgbClr val="4EE5FF"/>
                </a:solidFill>
                <a:latin typeface="Nunito"/>
                <a:ea typeface="Nunito"/>
                <a:cs typeface="Nunito"/>
              </a:rPr>
              <a:t>every student should have a chance</a:t>
            </a:r>
            <a:r>
              <a:rPr sz="3000" b="1">
                <a:solidFill>
                  <a:srgbClr val="F7F7F2"/>
                </a:solidFill>
                <a:latin typeface="Nunito"/>
                <a:ea typeface="Nunito"/>
                <a:cs typeface="Nunito"/>
              </a:rPr>
              <a:t> to join class games, regardless of ability.</a:t>
            </a:r>
          </a:p>
        </p:txBody>
      </p:sp>
      <p:sp>
        <p:nvSpPr>
          <p:cNvPr id="4" name="text-564">
            <a:extLst xmlns:a="http://schemas.openxmlformats.org/drawingml/2006/main">
              <a:ext uri="{FF2B5EF4-FFF2-40B4-BE49-F238E27FC236}">
                <a16:creationId xmlns:a16="http://schemas.microsoft.com/office/drawing/2014/main" id="{5DEAD9A9-A19F-4545-95C6-F3D12B7E0E75}"/>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הנושא מוצג, ויש תשובה ברורה לשאלה.</a:t>
            </a:r>
          </a:p>
        </p:txBody>
      </p:sp>
      <p:sp>
        <p:nvSpPr>
          <p:cNvPr id="5" name="text-565">
            <a:extLst xmlns:a="http://schemas.openxmlformats.org/drawingml/2006/main">
              <a:ext uri="{FF2B5EF4-FFF2-40B4-BE49-F238E27FC236}">
                <a16:creationId xmlns:a16="http://schemas.microsoft.com/office/drawing/2014/main" id="{411D79ED-D24D-4E01-94CB-80766DB87C78}"/>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72 / 96</a:t>
            </a:r>
          </a:p>
        </p:txBody>
      </p:sp>
    </p:spTree>
    <p:extLst>
      <p:ext uri="{BB962C8B-B14F-4D97-AF65-F5344CB8AC3E}">
        <p14:creationId xmlns:p14="http://schemas.microsoft.com/office/powerpoint/2010/main" val="2002063554"/>
      </p:ext>
    </p:extLst>
  </p:cSld>
</p:sld>
</file>

<file path=ppt/slides/slide7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66">
            <a:extLst xmlns:a="http://schemas.openxmlformats.org/drawingml/2006/main">
              <a:ext uri="{FF2B5EF4-FFF2-40B4-BE49-F238E27FC236}">
                <a16:creationId xmlns:a16="http://schemas.microsoft.com/office/drawing/2014/main" id="{9445AE81-E12C-44B0-8051-CE0D762F561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b07eb98dd71b4902"/>
              </a:rPr>
              <a:t>⌂</a:t>
            </a:r>
          </a:p>
        </p:txBody>
      </p:sp>
      <p:sp>
        <p:nvSpPr>
          <p:cNvPr id="2" name="title-567">
            <a:extLst xmlns:a="http://schemas.openxmlformats.org/drawingml/2006/main">
              <a:ext uri="{FF2B5EF4-FFF2-40B4-BE49-F238E27FC236}">
                <a16:creationId xmlns:a16="http://schemas.microsoft.com/office/drawing/2014/main" id="{B6A60EF9-AEBD-4A56-9DF6-6AB33EDB2221}"/>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הנימוק הראשון מתפתח</a:t>
            </a:r>
          </a:p>
        </p:txBody>
      </p:sp>
      <p:sp>
        <p:nvSpPr>
          <p:cNvPr id="3" name="text-568">
            <a:extLst xmlns:a="http://schemas.openxmlformats.org/drawingml/2006/main">
              <a:ext uri="{FF2B5EF4-FFF2-40B4-BE49-F238E27FC236}">
                <a16:creationId xmlns:a16="http://schemas.microsoft.com/office/drawing/2014/main" id="{D9B5296B-2925-45BB-9C85-F231D7279821}"/>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First, </a:t>
            </a:r>
            <a:r>
              <a:rPr sz="3000" b="1">
                <a:solidFill>
                  <a:srgbClr val="4EE5FF"/>
                </a:solidFill>
                <a:latin typeface="Nunito"/>
                <a:ea typeface="Nunito"/>
                <a:cs typeface="Nunito"/>
              </a:rPr>
              <a:t>playing together</a:t>
            </a:r>
            <a:r>
              <a:rPr sz="3000" b="1">
                <a:solidFill>
                  <a:srgbClr val="F7F7F2"/>
                </a:solidFill>
                <a:latin typeface="Nunito"/>
                <a:ea typeface="Nunito"/>
                <a:cs typeface="Nunito"/>
              </a:rPr>
              <a:t> helps students build friendships. When classmates support one another, they learn to work as a team. </a:t>
            </a:r>
            <a:r>
              <a:rPr sz="3000" b="1">
                <a:solidFill>
                  <a:srgbClr val="4EE5FF"/>
                </a:solidFill>
                <a:latin typeface="Nunito"/>
                <a:ea typeface="Nunito"/>
                <a:cs typeface="Nunito"/>
              </a:rPr>
              <a:t>For example</a:t>
            </a:r>
            <a:r>
              <a:rPr sz="3000" b="1">
                <a:solidFill>
                  <a:srgbClr val="F7F7F2"/>
                </a:solidFill>
                <a:latin typeface="Nunito"/>
                <a:ea typeface="Nunito"/>
                <a:cs typeface="Nunito"/>
              </a:rPr>
              <a:t>, </a:t>
            </a:r>
            <a:r>
              <a:rPr sz="3000" b="1">
                <a:solidFill>
                  <a:srgbClr val="4EE5FF"/>
                </a:solidFill>
                <a:latin typeface="Nunito"/>
                <a:ea typeface="Nunito"/>
                <a:cs typeface="Nunito"/>
              </a:rPr>
              <a:t>passing the ball</a:t>
            </a:r>
            <a:r>
              <a:rPr sz="3000" b="1">
                <a:solidFill>
                  <a:srgbClr val="F7F7F2"/>
                </a:solidFill>
                <a:latin typeface="Nunito"/>
                <a:ea typeface="Nunito"/>
                <a:cs typeface="Nunito"/>
              </a:rPr>
              <a:t> to a beginner can make that student feel included.</a:t>
            </a:r>
          </a:p>
        </p:txBody>
      </p:sp>
      <p:sp>
        <p:nvSpPr>
          <p:cNvPr id="4" name="text-569">
            <a:extLst xmlns:a="http://schemas.openxmlformats.org/drawingml/2006/main">
              <a:ext uri="{FF2B5EF4-FFF2-40B4-BE49-F238E27FC236}">
                <a16:creationId xmlns:a16="http://schemas.microsoft.com/office/drawing/2014/main" id="{B7567EAB-D1B0-4935-8C53-693F3E290117}"/>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חברות, עבודת צוות ודוגמה מהמשחק.</a:t>
            </a:r>
          </a:p>
        </p:txBody>
      </p:sp>
      <p:sp>
        <p:nvSpPr>
          <p:cNvPr id="5" name="text-570">
            <a:extLst xmlns:a="http://schemas.openxmlformats.org/drawingml/2006/main">
              <a:ext uri="{FF2B5EF4-FFF2-40B4-BE49-F238E27FC236}">
                <a16:creationId xmlns:a16="http://schemas.microsoft.com/office/drawing/2014/main" id="{35C54149-9F08-4D56-994E-9096766F1601}"/>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73 / 96</a:t>
            </a:r>
          </a:p>
        </p:txBody>
      </p:sp>
    </p:spTree>
    <p:extLst>
      <p:ext uri="{BB962C8B-B14F-4D97-AF65-F5344CB8AC3E}">
        <p14:creationId xmlns:p14="http://schemas.microsoft.com/office/powerpoint/2010/main" val="17365204"/>
      </p:ext>
    </p:extLst>
  </p:cSld>
</p:sld>
</file>

<file path=ppt/slides/slide7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71">
            <a:extLst xmlns:a="http://schemas.openxmlformats.org/drawingml/2006/main">
              <a:ext uri="{FF2B5EF4-FFF2-40B4-BE49-F238E27FC236}">
                <a16:creationId xmlns:a16="http://schemas.microsoft.com/office/drawing/2014/main" id="{05D31203-4A3E-481B-91F0-4F8841923008}"/>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e71cacfa87e547b4"/>
              </a:rPr>
              <a:t>⌂</a:t>
            </a:r>
          </a:p>
        </p:txBody>
      </p:sp>
      <p:sp>
        <p:nvSpPr>
          <p:cNvPr id="2" name="title-572">
            <a:extLst xmlns:a="http://schemas.openxmlformats.org/drawingml/2006/main">
              <a:ext uri="{FF2B5EF4-FFF2-40B4-BE49-F238E27FC236}">
                <a16:creationId xmlns:a16="http://schemas.microsoft.com/office/drawing/2014/main" id="{A7F3687C-5EBC-4AFA-95B5-A269A7162ABF}"/>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הנימוק השני מתפתח</a:t>
            </a:r>
          </a:p>
        </p:txBody>
      </p:sp>
      <p:sp>
        <p:nvSpPr>
          <p:cNvPr id="3" name="text-573">
            <a:extLst xmlns:a="http://schemas.openxmlformats.org/drawingml/2006/main">
              <a:ext uri="{FF2B5EF4-FFF2-40B4-BE49-F238E27FC236}">
                <a16:creationId xmlns:a16="http://schemas.microsoft.com/office/drawing/2014/main" id="{548C728A-A32C-4B01-ABD9-B1E25A48EAB2}"/>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7F7F2"/>
                </a:solidFill>
                <a:latin typeface="Nunito"/>
                <a:ea typeface="Nunito"/>
                <a:cs typeface="Nunito"/>
              </a:defRPr>
            </a:pPr>
            <a:r>
              <a:rPr sz="2700" b="1">
                <a:solidFill>
                  <a:srgbClr val="F7F7F2"/>
                </a:solidFill>
                <a:latin typeface="Nunito"/>
                <a:ea typeface="Nunito"/>
                <a:cs typeface="Nunito"/>
              </a:rPr>
              <a:t>Moreover, equal chances can improve confidence. Some students </a:t>
            </a:r>
            <a:r>
              <a:rPr sz="2700" b="1">
                <a:solidFill>
                  <a:srgbClr val="4EE5FF"/>
                </a:solidFill>
                <a:latin typeface="Nunito"/>
                <a:ea typeface="Nunito"/>
                <a:cs typeface="Nunito"/>
              </a:rPr>
              <a:t>have felt</a:t>
            </a:r>
            <a:r>
              <a:rPr sz="2700" b="1">
                <a:solidFill>
                  <a:srgbClr val="F7F7F2"/>
                </a:solidFill>
                <a:latin typeface="Nunito"/>
                <a:ea typeface="Nunito"/>
                <a:cs typeface="Nunito"/>
              </a:rPr>
              <a:t> excluded from games. If they </a:t>
            </a:r>
            <a:r>
              <a:rPr sz="2700" b="1">
                <a:solidFill>
                  <a:srgbClr val="4EE5FF"/>
                </a:solidFill>
                <a:latin typeface="Nunito"/>
                <a:ea typeface="Nunito"/>
                <a:cs typeface="Nunito"/>
              </a:rPr>
              <a:t>received</a:t>
            </a:r>
            <a:r>
              <a:rPr sz="2700" b="1">
                <a:solidFill>
                  <a:srgbClr val="F7F7F2"/>
                </a:solidFill>
                <a:latin typeface="Nunito"/>
                <a:ea typeface="Nunito"/>
                <a:cs typeface="Nunito"/>
              </a:rPr>
              <a:t> more encouragement, they </a:t>
            </a:r>
            <a:r>
              <a:rPr sz="2700" b="1">
                <a:solidFill>
                  <a:srgbClr val="4EE5FF"/>
                </a:solidFill>
                <a:latin typeface="Nunito"/>
                <a:ea typeface="Nunito"/>
                <a:cs typeface="Nunito"/>
              </a:rPr>
              <a:t>would feel</a:t>
            </a:r>
            <a:r>
              <a:rPr sz="2700" b="1">
                <a:solidFill>
                  <a:srgbClr val="F7F7F2"/>
                </a:solidFill>
                <a:latin typeface="Nunito"/>
                <a:ea typeface="Nunito"/>
                <a:cs typeface="Nunito"/>
              </a:rPr>
              <a:t> safer trying again. Therefore, games </a:t>
            </a:r>
            <a:r>
              <a:rPr sz="2700" b="1">
                <a:solidFill>
                  <a:srgbClr val="4EE5FF"/>
                </a:solidFill>
                <a:latin typeface="Nunito"/>
                <a:ea typeface="Nunito"/>
                <a:cs typeface="Nunito"/>
              </a:rPr>
              <a:t>should be organized</a:t>
            </a:r>
            <a:r>
              <a:rPr sz="2700" b="1">
                <a:solidFill>
                  <a:srgbClr val="F7F7F2"/>
                </a:solidFill>
                <a:latin typeface="Nunito"/>
                <a:ea typeface="Nunito"/>
                <a:cs typeface="Nunito"/>
              </a:rPr>
              <a:t> so that everyone can take part.</a:t>
            </a:r>
          </a:p>
        </p:txBody>
      </p:sp>
      <p:sp>
        <p:nvSpPr>
          <p:cNvPr id="4" name="text-574">
            <a:extLst xmlns:a="http://schemas.openxmlformats.org/drawingml/2006/main">
              <a:ext uri="{FF2B5EF4-FFF2-40B4-BE49-F238E27FC236}">
                <a16:creationId xmlns:a16="http://schemas.microsoft.com/office/drawing/2014/main" id="{765C5987-3E66-4E1D-9E06-C9247716B29B}"/>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ניסיון קודם, שינוי אפשרי והתארגנות מעשית.</a:t>
            </a:r>
          </a:p>
        </p:txBody>
      </p:sp>
      <p:sp>
        <p:nvSpPr>
          <p:cNvPr id="5" name="text-575">
            <a:extLst xmlns:a="http://schemas.openxmlformats.org/drawingml/2006/main">
              <a:ext uri="{FF2B5EF4-FFF2-40B4-BE49-F238E27FC236}">
                <a16:creationId xmlns:a16="http://schemas.microsoft.com/office/drawing/2014/main" id="{610891BB-3518-4166-BF18-D48EA873B999}"/>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74 / 96</a:t>
            </a:r>
          </a:p>
        </p:txBody>
      </p:sp>
    </p:spTree>
    <p:extLst>
      <p:ext uri="{BB962C8B-B14F-4D97-AF65-F5344CB8AC3E}">
        <p14:creationId xmlns:p14="http://schemas.microsoft.com/office/powerpoint/2010/main" val="1052029585"/>
      </p:ext>
    </p:extLst>
  </p:cSld>
</p:sld>
</file>

<file path=ppt/slides/slide7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76">
            <a:extLst xmlns:a="http://schemas.openxmlformats.org/drawingml/2006/main">
              <a:ext uri="{FF2B5EF4-FFF2-40B4-BE49-F238E27FC236}">
                <a16:creationId xmlns:a16="http://schemas.microsoft.com/office/drawing/2014/main" id="{9B6E0A99-85D2-49B9-9AE7-62C425ACE4A3}"/>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d89448cb3b344280"/>
              </a:rPr>
              <a:t>⌂</a:t>
            </a:r>
          </a:p>
        </p:txBody>
      </p:sp>
      <p:sp>
        <p:nvSpPr>
          <p:cNvPr id="2" name="title-577">
            <a:extLst xmlns:a="http://schemas.openxmlformats.org/drawingml/2006/main">
              <a:ext uri="{FF2B5EF4-FFF2-40B4-BE49-F238E27FC236}">
                <a16:creationId xmlns:a16="http://schemas.microsoft.com/office/drawing/2014/main" id="{741769D6-D144-429C-9D16-D309977EDFCD}"/>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הסיום סוגר את הטיעון</a:t>
            </a:r>
          </a:p>
        </p:txBody>
      </p:sp>
      <p:sp>
        <p:nvSpPr>
          <p:cNvPr id="3" name="text-578">
            <a:extLst xmlns:a="http://schemas.openxmlformats.org/drawingml/2006/main">
              <a:ext uri="{FF2B5EF4-FFF2-40B4-BE49-F238E27FC236}">
                <a16:creationId xmlns:a16="http://schemas.microsoft.com/office/drawing/2014/main" id="{32F4E0EF-9275-4F23-87BE-4BCCD3C4E1AC}"/>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7F7F2"/>
                </a:solidFill>
                <a:latin typeface="Nunito"/>
                <a:ea typeface="Nunito"/>
                <a:cs typeface="Nunito"/>
              </a:defRPr>
            </a:pPr>
            <a:r>
              <a:rPr sz="2700" b="1">
                <a:solidFill>
                  <a:srgbClr val="4EE5FF"/>
                </a:solidFill>
                <a:latin typeface="Nunito"/>
                <a:ea typeface="Nunito"/>
                <a:cs typeface="Nunito"/>
              </a:rPr>
              <a:t>In conclusion</a:t>
            </a:r>
            <a:r>
              <a:rPr sz="2700" b="1">
                <a:solidFill>
                  <a:srgbClr val="F7F7F2"/>
                </a:solidFill>
                <a:latin typeface="Nunito"/>
                <a:ea typeface="Nunito"/>
                <a:cs typeface="Nunito"/>
              </a:rPr>
              <a:t>, schools should value participation as well as achievement. </a:t>
            </a:r>
            <a:r>
              <a:rPr sz="2700" b="1">
                <a:solidFill>
                  <a:srgbClr val="4EE5FF"/>
                </a:solidFill>
                <a:latin typeface="Nunito"/>
                <a:ea typeface="Nunito"/>
                <a:cs typeface="Nunito"/>
              </a:rPr>
              <a:t>Although</a:t>
            </a:r>
            <a:r>
              <a:rPr sz="2700" b="1">
                <a:solidFill>
                  <a:srgbClr val="F7F7F2"/>
                </a:solidFill>
                <a:latin typeface="Nunito"/>
                <a:ea typeface="Nunito"/>
                <a:cs typeface="Nunito"/>
              </a:rPr>
              <a:t> winning is exciting, learning to support others is more important. </a:t>
            </a:r>
            <a:r>
              <a:rPr sz="2700" b="1">
                <a:solidFill>
                  <a:srgbClr val="4EE5FF"/>
                </a:solidFill>
                <a:latin typeface="Nunito"/>
                <a:ea typeface="Nunito"/>
                <a:cs typeface="Nunito"/>
              </a:rPr>
              <a:t>Therefore</a:t>
            </a:r>
            <a:r>
              <a:rPr sz="2700" b="1">
                <a:solidFill>
                  <a:srgbClr val="F7F7F2"/>
                </a:solidFill>
                <a:latin typeface="Nunito"/>
                <a:ea typeface="Nunito"/>
                <a:cs typeface="Nunito"/>
              </a:rPr>
              <a:t>, teachers should encourage students to include every classmate.</a:t>
            </a:r>
          </a:p>
        </p:txBody>
      </p:sp>
      <p:sp>
        <p:nvSpPr>
          <p:cNvPr id="4" name="text-579">
            <a:extLst xmlns:a="http://schemas.openxmlformats.org/drawingml/2006/main">
              <a:ext uri="{FF2B5EF4-FFF2-40B4-BE49-F238E27FC236}">
                <a16:creationId xmlns:a16="http://schemas.microsoft.com/office/drawing/2014/main" id="{5EC6C25C-B05F-4C20-AA47-0EB98F38CA43}"/>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מסקנה שנובעת משני הנימוקים.</a:t>
            </a:r>
          </a:p>
        </p:txBody>
      </p:sp>
      <p:sp>
        <p:nvSpPr>
          <p:cNvPr id="5" name="text-580">
            <a:extLst xmlns:a="http://schemas.openxmlformats.org/drawingml/2006/main">
              <a:ext uri="{FF2B5EF4-FFF2-40B4-BE49-F238E27FC236}">
                <a16:creationId xmlns:a16="http://schemas.microsoft.com/office/drawing/2014/main" id="{D885CE3F-E0DA-4937-BC1A-C02286D41748}"/>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75 / 96</a:t>
            </a:r>
          </a:p>
        </p:txBody>
      </p:sp>
    </p:spTree>
    <p:extLst>
      <p:ext uri="{BB962C8B-B14F-4D97-AF65-F5344CB8AC3E}">
        <p14:creationId xmlns:p14="http://schemas.microsoft.com/office/powerpoint/2010/main" val="1124029946"/>
      </p:ext>
    </p:extLst>
  </p:cSld>
</p:sld>
</file>

<file path=ppt/slides/slide7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81">
            <a:extLst xmlns:a="http://schemas.openxmlformats.org/drawingml/2006/main">
              <a:ext uri="{FF2B5EF4-FFF2-40B4-BE49-F238E27FC236}">
                <a16:creationId xmlns:a16="http://schemas.microsoft.com/office/drawing/2014/main" id="{4FDB0918-F6EE-4EC2-A37B-0CBE1DCBF7C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18dc374425ac460c"/>
              </a:rPr>
              <a:t>⌂</a:t>
            </a:r>
          </a:p>
        </p:txBody>
      </p:sp>
      <p:sp>
        <p:nvSpPr>
          <p:cNvPr id="2" name="title-582">
            <a:extLst xmlns:a="http://schemas.openxmlformats.org/drawingml/2006/main">
              <a:ext uri="{FF2B5EF4-FFF2-40B4-BE49-F238E27FC236}">
                <a16:creationId xmlns:a16="http://schemas.microsoft.com/office/drawing/2014/main" id="{A199D4EE-5858-4538-95BF-0CE295E90330}"/>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03bbf9c00c634b8c"/>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583">
            <a:extLst xmlns:a="http://schemas.openxmlformats.org/drawingml/2006/main">
              <a:ext uri="{FF2B5EF4-FFF2-40B4-BE49-F238E27FC236}">
                <a16:creationId xmlns:a16="http://schemas.microsoft.com/office/drawing/2014/main" id="{13807C9E-05D0-4DCB-9EDD-16E7F0B79381}"/>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The mystery has been solved. It was his tail.</a:t>
            </a:r>
          </a:p>
        </p:txBody>
      </p:sp>
      <p:sp>
        <p:nvSpPr>
          <p:cNvPr id="5" name="text-584">
            <a:extLst xmlns:a="http://schemas.openxmlformats.org/drawingml/2006/main">
              <a:ext uri="{FF2B5EF4-FFF2-40B4-BE49-F238E27FC236}">
                <a16:creationId xmlns:a16="http://schemas.microsoft.com/office/drawing/2014/main" id="{5E6B60C7-29FF-4619-A581-7BC7705D91E2}"/>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76 / 96</a:t>
            </a:r>
          </a:p>
        </p:txBody>
      </p:sp>
    </p:spTree>
    <p:extLst>
      <p:ext uri="{BB962C8B-B14F-4D97-AF65-F5344CB8AC3E}">
        <p14:creationId xmlns:p14="http://schemas.microsoft.com/office/powerpoint/2010/main" val="793953701"/>
      </p:ext>
    </p:extLst>
  </p:cSld>
</p:sld>
</file>

<file path=ppt/slides/slide7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585">
            <a:extLst xmlns:a="http://schemas.openxmlformats.org/drawingml/2006/main">
              <a:ext uri="{FF2B5EF4-FFF2-40B4-BE49-F238E27FC236}">
                <a16:creationId xmlns:a16="http://schemas.microsoft.com/office/drawing/2014/main" id="{4BD08188-B459-47F4-AD49-2DDD321A6825}"/>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29500ddf2c764493"/>
              </a:rPr>
              <a:t>⌂</a:t>
            </a:r>
          </a:p>
        </p:txBody>
      </p:sp>
      <p:sp>
        <p:nvSpPr>
          <p:cNvPr id="2" name="title-586">
            <a:extLst xmlns:a="http://schemas.openxmlformats.org/drawingml/2006/main">
              <a:ext uri="{FF2B5EF4-FFF2-40B4-BE49-F238E27FC236}">
                <a16:creationId xmlns:a16="http://schemas.microsoft.com/office/drawing/2014/main" id="{7CE326F4-DDCA-4B32-A2BA-45433C4E3FF4}"/>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העברה לנושא חדש</a:t>
            </a:r>
          </a:p>
        </p:txBody>
      </p:sp>
      <p:sp>
        <p:nvSpPr>
          <p:cNvPr id="3" name="text-587">
            <a:extLst xmlns:a="http://schemas.openxmlformats.org/drawingml/2006/main">
              <a:ext uri="{FF2B5EF4-FFF2-40B4-BE49-F238E27FC236}">
                <a16:creationId xmlns:a16="http://schemas.microsoft.com/office/drawing/2014/main" id="{E0634ED0-EA68-4A7C-9B53-874FA6CABDFF}"/>
              </a:ext>
            </a:extLst>
          </p:cNvPr>
          <p:cNvSpPr>
            <a:spLocks xmlns:a="http://schemas.openxmlformats.org/drawingml/2006/main" noGrp="1"/>
          </p:cNvSpPr>
          <p:nvPr/>
        </p:nvSpPr>
        <p:spPr>
          <a:xfrm xmlns:a="http://schemas.openxmlformats.org/drawingml/2006/main">
            <a:off x="857250" y="1562100"/>
            <a:ext cx="10477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375" b="1">
                <a:solidFill>
                  <a:srgbClr val="F7F7F2"/>
                </a:solidFill>
                <a:latin typeface="Nunito"/>
                <a:ea typeface="Nunito"/>
                <a:cs typeface="Nunito"/>
              </a:defRPr>
            </a:pPr>
            <a:r>
              <a:rPr sz="3375" b="1">
                <a:solidFill>
                  <a:srgbClr val="F7F7F2"/>
                </a:solidFill>
                <a:latin typeface="Nunito"/>
                <a:ea typeface="Nunito"/>
                <a:cs typeface="Nunito"/>
              </a:rPr>
              <a:t>Should students work with different partners in class?</a:t>
            </a:r>
          </a:p>
        </p:txBody>
      </p:sp>
      <p:sp>
        <p:nvSpPr>
          <p:cNvPr id="4" name="text-588">
            <a:extLst xmlns:a="http://schemas.openxmlformats.org/drawingml/2006/main">
              <a:ext uri="{FF2B5EF4-FFF2-40B4-BE49-F238E27FC236}">
                <a16:creationId xmlns:a16="http://schemas.microsoft.com/office/drawing/2014/main" id="{24CDAD13-72D8-4E22-9876-C2C8B2DA822B}"/>
              </a:ext>
            </a:extLst>
          </p:cNvPr>
          <p:cNvSpPr>
            <a:spLocks xmlns:a="http://schemas.openxmlformats.org/drawingml/2006/main" noGrp="1"/>
          </p:cNvSpPr>
          <p:nvPr/>
        </p:nvSpPr>
        <p:spPr>
          <a:xfrm xmlns:a="http://schemas.openxmlformats.org/drawingml/2006/main">
            <a:off x="952500" y="3143250"/>
            <a:ext cx="1028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325" b="1" lang="he-IL">
                <a:solidFill>
                  <a:srgbClr val="A9BDD2"/>
                </a:solidFill>
                <a:latin typeface="Heebo"/>
                <a:ea typeface="Heebo"/>
                <a:cs typeface="Heebo"/>
              </a:defRPr>
            </a:pPr>
            <a:r>
              <a:rPr sz="2325" b="1" lang="he-IL">
                <a:solidFill>
                  <a:srgbClr val="A9BDD2"/>
                </a:solidFill>
                <a:latin typeface="Heebo"/>
                <a:ea typeface="Heebo"/>
                <a:cs typeface="Heebo"/>
              </a:rPr>
              <a:t>תכננו עמדה ושני נימוקים. אפשר לבחור חברות וביטחון, או רעיונות אחרים.</a:t>
            </a:r>
          </a:p>
        </p:txBody>
      </p:sp>
      <p:sp>
        <p:nvSpPr>
          <p:cNvPr id="5" name="text-589">
            <a:extLst xmlns:a="http://schemas.openxmlformats.org/drawingml/2006/main">
              <a:ext uri="{FF2B5EF4-FFF2-40B4-BE49-F238E27FC236}">
                <a16:creationId xmlns:a16="http://schemas.microsoft.com/office/drawing/2014/main" id="{A675A35A-3FC8-4049-8421-CE01A7A87A9B}"/>
              </a:ext>
            </a:extLst>
          </p:cNvPr>
          <p:cNvSpPr>
            <a:spLocks xmlns:a="http://schemas.openxmlformats.org/drawingml/2006/main" noGrp="1"/>
          </p:cNvSpPr>
          <p:nvPr/>
        </p:nvSpPr>
        <p:spPr>
          <a:xfrm xmlns:a="http://schemas.openxmlformats.org/drawingml/2006/main">
            <a:off x="952500" y="4343400"/>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375" b="1">
                <a:solidFill>
                  <a:srgbClr val="FFC857"/>
                </a:solidFill>
                <a:latin typeface="Nunito"/>
                <a:ea typeface="Nunito"/>
                <a:cs typeface="Nunito"/>
              </a:defRPr>
            </a:pPr>
            <a:r>
              <a:rPr sz="6375" b="1">
                <a:solidFill>
                  <a:srgbClr val="FFC857"/>
                </a:solidFill>
                <a:latin typeface="Nunito"/>
                <a:ea typeface="Nunito"/>
                <a:cs typeface="Nunito"/>
              </a:rPr>
              <a:t>02:00</a:t>
            </a:r>
          </a:p>
        </p:txBody>
      </p:sp>
      <p:sp>
        <p:nvSpPr>
          <p:cNvPr id="6" name="text-590">
            <a:extLst xmlns:a="http://schemas.openxmlformats.org/drawingml/2006/main">
              <a:ext uri="{FF2B5EF4-FFF2-40B4-BE49-F238E27FC236}">
                <a16:creationId xmlns:a16="http://schemas.microsoft.com/office/drawing/2014/main" id="{D35EA833-A73E-4809-94E5-9AB9840ED010}"/>
              </a:ext>
            </a:extLst>
          </p:cNvPr>
          <p:cNvSpPr>
            <a:spLocks xmlns:a="http://schemas.openxmlformats.org/drawingml/2006/main" noGrp="1"/>
          </p:cNvSpPr>
          <p:nvPr/>
        </p:nvSpPr>
        <p:spPr>
          <a:xfrm xmlns:a="http://schemas.openxmlformats.org/drawingml/2006/main">
            <a:off x="952500" y="5553075"/>
            <a:ext cx="1028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00" b="1" lang="he-IL">
                <a:solidFill>
                  <a:srgbClr val="4EE5FF"/>
                </a:solidFill>
                <a:latin typeface="Heebo"/>
                <a:ea typeface="Heebo"/>
                <a:cs typeface="Heebo"/>
              </a:defRPr>
            </a:pPr>
            <a:r>
              <a:rPr sz="1800" b="1" lang="he-IL">
                <a:solidFill>
                  <a:srgbClr val="4EE5FF"/>
                </a:solidFill>
                <a:latin typeface="Heebo"/>
                <a:ea typeface="Heebo"/>
                <a:cs typeface="Heebo"/>
                <a:hlinkClick xmlns:r="http://schemas.openxmlformats.org/officeDocument/2006/relationships" r:id="R62d315bf7d7b46bf"/>
              </a:rPr>
              <a:t>שעון פעיל במצגת באתר</a:t>
            </a:r>
          </a:p>
        </p:txBody>
      </p:sp>
      <p:sp>
        <p:nvSpPr>
          <p:cNvPr id="7" name="text-591">
            <a:extLst xmlns:a="http://schemas.openxmlformats.org/drawingml/2006/main">
              <a:ext uri="{FF2B5EF4-FFF2-40B4-BE49-F238E27FC236}">
                <a16:creationId xmlns:a16="http://schemas.microsoft.com/office/drawing/2014/main" id="{C6B57385-64C2-4A52-BD73-D8695AD170E9}"/>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77 / 96</a:t>
            </a:r>
          </a:p>
        </p:txBody>
      </p:sp>
    </p:spTree>
    <p:extLst>
      <p:ext uri="{BB962C8B-B14F-4D97-AF65-F5344CB8AC3E}">
        <p14:creationId xmlns:p14="http://schemas.microsoft.com/office/powerpoint/2010/main" val="169763535"/>
      </p:ext>
    </p:extLst>
  </p:cSld>
</p:sld>
</file>

<file path=ppt/slides/slide7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592">
            <a:extLst xmlns:a="http://schemas.openxmlformats.org/drawingml/2006/main">
              <a:ext uri="{FF2B5EF4-FFF2-40B4-BE49-F238E27FC236}">
                <a16:creationId xmlns:a16="http://schemas.microsoft.com/office/drawing/2014/main" id="{E0CE151F-4DFE-4A2A-A0A4-FEB40552C70C}"/>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6176f2162c3245db"/>
              </a:rPr>
              <a:t>⌂</a:t>
            </a:r>
          </a:p>
        </p:txBody>
      </p:sp>
      <p:sp>
        <p:nvSpPr>
          <p:cNvPr id="2" name="title-593">
            <a:extLst xmlns:a="http://schemas.openxmlformats.org/drawingml/2006/main">
              <a:ext uri="{FF2B5EF4-FFF2-40B4-BE49-F238E27FC236}">
                <a16:creationId xmlns:a16="http://schemas.microsoft.com/office/drawing/2014/main" id="{3CAEC2ED-8928-48C5-92D8-5BF413CCA315}"/>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תוכנית אפשרית</a:t>
            </a:r>
          </a:p>
        </p:txBody>
      </p:sp>
      <p:sp>
        <p:nvSpPr>
          <p:cNvPr id="3" name="text-594">
            <a:extLst xmlns:a="http://schemas.openxmlformats.org/drawingml/2006/main">
              <a:ext uri="{FF2B5EF4-FFF2-40B4-BE49-F238E27FC236}">
                <a16:creationId xmlns:a16="http://schemas.microsoft.com/office/drawing/2014/main" id="{299BCE86-8BC2-452D-831F-4C5A6D8C70CE}"/>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Changing partners can help students learn from one another.</a:t>
            </a:r>
          </a:p>
        </p:txBody>
      </p:sp>
      <p:sp>
        <p:nvSpPr>
          <p:cNvPr id="4" name="text-595">
            <a:extLst xmlns:a="http://schemas.openxmlformats.org/drawingml/2006/main">
              <a:ext uri="{FF2B5EF4-FFF2-40B4-BE49-F238E27FC236}">
                <a16:creationId xmlns:a16="http://schemas.microsoft.com/office/drawing/2014/main" id="{AACB3602-8E80-45AA-8772-E08A02CD74A1}"/>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עמדה: כדאי להחליף שותפים. נימוק אחד: ללמוד מאנשים שונים. נימוק שני: להכיר תלמידים חדשים.</a:t>
            </a:r>
          </a:p>
        </p:txBody>
      </p:sp>
      <p:sp>
        <p:nvSpPr>
          <p:cNvPr id="5" name="text-596">
            <a:extLst xmlns:a="http://schemas.openxmlformats.org/drawingml/2006/main">
              <a:ext uri="{FF2B5EF4-FFF2-40B4-BE49-F238E27FC236}">
                <a16:creationId xmlns:a16="http://schemas.microsoft.com/office/drawing/2014/main" id="{616FF768-30D7-4EB8-AD85-6D4B24198D82}"/>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78 / 96</a:t>
            </a:r>
          </a:p>
        </p:txBody>
      </p:sp>
    </p:spTree>
    <p:extLst>
      <p:ext uri="{BB962C8B-B14F-4D97-AF65-F5344CB8AC3E}">
        <p14:creationId xmlns:p14="http://schemas.microsoft.com/office/powerpoint/2010/main" val="85439040"/>
      </p:ext>
    </p:extLst>
  </p:cSld>
</p:sld>
</file>

<file path=ppt/slides/slide7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597">
            <a:extLst xmlns:a="http://schemas.openxmlformats.org/drawingml/2006/main">
              <a:ext uri="{FF2B5EF4-FFF2-40B4-BE49-F238E27FC236}">
                <a16:creationId xmlns:a16="http://schemas.microsoft.com/office/drawing/2014/main" id="{7EBADCD2-6BC5-4315-B8A8-F5D156548046}"/>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a200d59659554b37"/>
              </a:rPr>
              <a:t>⌂</a:t>
            </a:r>
          </a:p>
        </p:txBody>
      </p:sp>
      <p:sp>
        <p:nvSpPr>
          <p:cNvPr id="2" name="title-598">
            <a:extLst xmlns:a="http://schemas.openxmlformats.org/drawingml/2006/main">
              <a:ext uri="{FF2B5EF4-FFF2-40B4-BE49-F238E27FC236}">
                <a16:creationId xmlns:a16="http://schemas.microsoft.com/office/drawing/2014/main" id="{ADD26CF4-E4A6-4872-B563-58D92A3F1D9F}"/>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משפט אחד משודרג</a:t>
            </a:r>
          </a:p>
        </p:txBody>
      </p:sp>
      <p:sp>
        <p:nvSpPr>
          <p:cNvPr id="3" name="text-599">
            <a:extLst xmlns:a="http://schemas.openxmlformats.org/drawingml/2006/main">
              <a:ext uri="{FF2B5EF4-FFF2-40B4-BE49-F238E27FC236}">
                <a16:creationId xmlns:a16="http://schemas.microsoft.com/office/drawing/2014/main" id="{53CF6FBD-5EDB-45BB-A7B3-0CCEFC3C87F5}"/>
              </a:ext>
            </a:extLst>
          </p:cNvPr>
          <p:cNvSpPr>
            <a:spLocks xmlns:a="http://schemas.openxmlformats.org/drawingml/2006/main" noGrp="1"/>
          </p:cNvSpPr>
          <p:nvPr/>
        </p:nvSpPr>
        <p:spPr>
          <a:xfrm xmlns:a="http://schemas.openxmlformats.org/drawingml/2006/main">
            <a:off x="857250" y="1562100"/>
            <a:ext cx="10477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375" b="1">
                <a:solidFill>
                  <a:srgbClr val="F7F7F2"/>
                </a:solidFill>
                <a:latin typeface="Nunito"/>
                <a:ea typeface="Nunito"/>
                <a:cs typeface="Nunito"/>
              </a:defRPr>
            </a:pPr>
            <a:r>
              <a:rPr sz="3375" b="1">
                <a:solidFill>
                  <a:srgbClr val="F7F7F2"/>
                </a:solidFill>
                <a:latin typeface="Nunito"/>
                <a:ea typeface="Nunito"/>
                <a:cs typeface="Nunito"/>
              </a:rPr>
              <a:t>Write one sentence using a structure that supports your reason.</a:t>
            </a:r>
          </a:p>
        </p:txBody>
      </p:sp>
      <p:sp>
        <p:nvSpPr>
          <p:cNvPr id="4" name="text-600">
            <a:extLst xmlns:a="http://schemas.openxmlformats.org/drawingml/2006/main">
              <a:ext uri="{FF2B5EF4-FFF2-40B4-BE49-F238E27FC236}">
                <a16:creationId xmlns:a16="http://schemas.microsoft.com/office/drawing/2014/main" id="{7FEE0370-4FDD-4542-9AE7-4E51BB94E7FA}"/>
              </a:ext>
            </a:extLst>
          </p:cNvPr>
          <p:cNvSpPr>
            <a:spLocks xmlns:a="http://schemas.openxmlformats.org/drawingml/2006/main" noGrp="1"/>
          </p:cNvSpPr>
          <p:nvPr/>
        </p:nvSpPr>
        <p:spPr>
          <a:xfrm xmlns:a="http://schemas.openxmlformats.org/drawingml/2006/main">
            <a:off x="952500" y="3143250"/>
            <a:ext cx="1028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325" b="1" lang="he-IL">
                <a:solidFill>
                  <a:srgbClr val="A9BDD2"/>
                </a:solidFill>
                <a:latin typeface="Heebo"/>
                <a:ea typeface="Heebo"/>
                <a:cs typeface="Heebo"/>
              </a:defRPr>
            </a:pPr>
            <a:r>
              <a:rPr sz="2325" b="1" lang="he-IL">
                <a:solidFill>
                  <a:srgbClr val="A9BDD2"/>
                </a:solidFill>
                <a:latin typeface="Heebo"/>
                <a:ea typeface="Heebo"/>
                <a:cs typeface="Heebo"/>
              </a:rPr>
              <a:t>בחרו gerund, passive, perfect או conditional.</a:t>
            </a:r>
          </a:p>
        </p:txBody>
      </p:sp>
      <p:sp>
        <p:nvSpPr>
          <p:cNvPr id="5" name="text-601">
            <a:extLst xmlns:a="http://schemas.openxmlformats.org/drawingml/2006/main">
              <a:ext uri="{FF2B5EF4-FFF2-40B4-BE49-F238E27FC236}">
                <a16:creationId xmlns:a16="http://schemas.microsoft.com/office/drawing/2014/main" id="{4E1101EB-3E3F-4F47-8108-9BAF6F82652C}"/>
              </a:ext>
            </a:extLst>
          </p:cNvPr>
          <p:cNvSpPr>
            <a:spLocks xmlns:a="http://schemas.openxmlformats.org/drawingml/2006/main" noGrp="1"/>
          </p:cNvSpPr>
          <p:nvPr/>
        </p:nvSpPr>
        <p:spPr>
          <a:xfrm xmlns:a="http://schemas.openxmlformats.org/drawingml/2006/main">
            <a:off x="952500" y="4343400"/>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375" b="1">
                <a:solidFill>
                  <a:srgbClr val="FFC857"/>
                </a:solidFill>
                <a:latin typeface="Nunito"/>
                <a:ea typeface="Nunito"/>
                <a:cs typeface="Nunito"/>
              </a:defRPr>
            </a:pPr>
            <a:r>
              <a:rPr sz="6375" b="1">
                <a:solidFill>
                  <a:srgbClr val="FFC857"/>
                </a:solidFill>
                <a:latin typeface="Nunito"/>
                <a:ea typeface="Nunito"/>
                <a:cs typeface="Nunito"/>
              </a:rPr>
              <a:t>01:30</a:t>
            </a:r>
          </a:p>
        </p:txBody>
      </p:sp>
      <p:sp>
        <p:nvSpPr>
          <p:cNvPr id="6" name="text-602">
            <a:extLst xmlns:a="http://schemas.openxmlformats.org/drawingml/2006/main">
              <a:ext uri="{FF2B5EF4-FFF2-40B4-BE49-F238E27FC236}">
                <a16:creationId xmlns:a16="http://schemas.microsoft.com/office/drawing/2014/main" id="{8FDA57BB-5A09-4DB6-8499-25D68C6349FB}"/>
              </a:ext>
            </a:extLst>
          </p:cNvPr>
          <p:cNvSpPr>
            <a:spLocks xmlns:a="http://schemas.openxmlformats.org/drawingml/2006/main" noGrp="1"/>
          </p:cNvSpPr>
          <p:nvPr/>
        </p:nvSpPr>
        <p:spPr>
          <a:xfrm xmlns:a="http://schemas.openxmlformats.org/drawingml/2006/main">
            <a:off x="952500" y="5553075"/>
            <a:ext cx="1028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00" b="1" lang="he-IL">
                <a:solidFill>
                  <a:srgbClr val="4EE5FF"/>
                </a:solidFill>
                <a:latin typeface="Heebo"/>
                <a:ea typeface="Heebo"/>
                <a:cs typeface="Heebo"/>
              </a:defRPr>
            </a:pPr>
            <a:r>
              <a:rPr sz="1800" b="1" lang="he-IL">
                <a:solidFill>
                  <a:srgbClr val="4EE5FF"/>
                </a:solidFill>
                <a:latin typeface="Heebo"/>
                <a:ea typeface="Heebo"/>
                <a:cs typeface="Heebo"/>
                <a:hlinkClick xmlns:r="http://schemas.openxmlformats.org/officeDocument/2006/relationships" r:id="R124be2cde564405a"/>
              </a:rPr>
              <a:t>שעון פעיל במצגת באתר</a:t>
            </a:r>
          </a:p>
        </p:txBody>
      </p:sp>
      <p:sp>
        <p:nvSpPr>
          <p:cNvPr id="7" name="text-603">
            <a:extLst xmlns:a="http://schemas.openxmlformats.org/drawingml/2006/main">
              <a:ext uri="{FF2B5EF4-FFF2-40B4-BE49-F238E27FC236}">
                <a16:creationId xmlns:a16="http://schemas.microsoft.com/office/drawing/2014/main" id="{9A571A70-37D3-44EC-813E-89357043CDF7}"/>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79 / 96</a:t>
            </a:r>
          </a:p>
        </p:txBody>
      </p:sp>
    </p:spTree>
    <p:extLst>
      <p:ext uri="{BB962C8B-B14F-4D97-AF65-F5344CB8AC3E}">
        <p14:creationId xmlns:p14="http://schemas.microsoft.com/office/powerpoint/2010/main" val="3522590"/>
      </p:ext>
    </p:extLst>
  </p:cSld>
</p:sld>
</file>

<file path=ppt/slides/slide8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604">
            <a:extLst xmlns:a="http://schemas.openxmlformats.org/drawingml/2006/main">
              <a:ext uri="{FF2B5EF4-FFF2-40B4-BE49-F238E27FC236}">
                <a16:creationId xmlns:a16="http://schemas.microsoft.com/office/drawing/2014/main" id="{40EEF13A-9242-4F3C-8259-58C88D63256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8ff62ed54b6643f1"/>
              </a:rPr>
              <a:t>⌂</a:t>
            </a:r>
          </a:p>
        </p:txBody>
      </p:sp>
      <p:sp>
        <p:nvSpPr>
          <p:cNvPr id="2" name="title-605">
            <a:extLst xmlns:a="http://schemas.openxmlformats.org/drawingml/2006/main">
              <a:ext uri="{FF2B5EF4-FFF2-40B4-BE49-F238E27FC236}">
                <a16:creationId xmlns:a16="http://schemas.microsoft.com/office/drawing/2014/main" id="{AE79BC3C-9046-462B-A77A-3622C0AEEF67}"/>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דוגמה אפשרית</a:t>
            </a:r>
          </a:p>
        </p:txBody>
      </p:sp>
      <p:sp>
        <p:nvSpPr>
          <p:cNvPr id="3" name="text-606">
            <a:extLst xmlns:a="http://schemas.openxmlformats.org/drawingml/2006/main">
              <a:ext uri="{FF2B5EF4-FFF2-40B4-BE49-F238E27FC236}">
                <a16:creationId xmlns:a16="http://schemas.microsoft.com/office/drawing/2014/main" id="{7A9151F2-2F9A-4A67-B83B-A6CE455B0ECF}"/>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4EE5FF"/>
                </a:solidFill>
                <a:latin typeface="Nunito"/>
                <a:ea typeface="Nunito"/>
                <a:cs typeface="Nunito"/>
              </a:rPr>
              <a:t>Working with different classmates</a:t>
            </a:r>
            <a:r>
              <a:rPr sz="3450" b="1">
                <a:solidFill>
                  <a:srgbClr val="F7F7F2"/>
                </a:solidFill>
                <a:latin typeface="Nunito"/>
                <a:ea typeface="Nunito"/>
                <a:cs typeface="Nunito"/>
              </a:rPr>
              <a:t> can help students discover new ideas.</a:t>
            </a:r>
          </a:p>
        </p:txBody>
      </p:sp>
      <p:sp>
        <p:nvSpPr>
          <p:cNvPr id="4" name="text-607">
            <a:extLst xmlns:a="http://schemas.openxmlformats.org/drawingml/2006/main">
              <a:ext uri="{FF2B5EF4-FFF2-40B4-BE49-F238E27FC236}">
                <a16:creationId xmlns:a16="http://schemas.microsoft.com/office/drawing/2014/main" id="{466B9EA8-026B-496B-9457-5CDF1AC64A95}"/>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80 / 96</a:t>
            </a:r>
          </a:p>
        </p:txBody>
      </p:sp>
    </p:spTree>
    <p:extLst>
      <p:ext uri="{BB962C8B-B14F-4D97-AF65-F5344CB8AC3E}">
        <p14:creationId xmlns:p14="http://schemas.microsoft.com/office/powerpoint/2010/main" val="1415079110"/>
      </p:ext>
    </p:extLst>
  </p:cSld>
</p:sld>
</file>

<file path=ppt/slides/slide8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608">
            <a:extLst xmlns:a="http://schemas.openxmlformats.org/drawingml/2006/main">
              <a:ext uri="{FF2B5EF4-FFF2-40B4-BE49-F238E27FC236}">
                <a16:creationId xmlns:a16="http://schemas.microsoft.com/office/drawing/2014/main" id="{B1C77AB1-DFE8-4CD8-B282-765078B8FC67}"/>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66cfeb1cda1945fb"/>
              </a:rPr>
              <a:t>⌂</a:t>
            </a:r>
          </a:p>
        </p:txBody>
      </p:sp>
      <p:sp>
        <p:nvSpPr>
          <p:cNvPr id="2" name="title-609">
            <a:extLst xmlns:a="http://schemas.openxmlformats.org/drawingml/2006/main">
              <a:ext uri="{FF2B5EF4-FFF2-40B4-BE49-F238E27FC236}">
                <a16:creationId xmlns:a16="http://schemas.microsoft.com/office/drawing/2014/main" id="{079B4F2A-3336-4BE0-BC59-206BD64D61A3}"/>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דוגמה אפשרית</a:t>
            </a:r>
          </a:p>
        </p:txBody>
      </p:sp>
      <p:sp>
        <p:nvSpPr>
          <p:cNvPr id="3" name="text-610">
            <a:extLst xmlns:a="http://schemas.openxmlformats.org/drawingml/2006/main">
              <a:ext uri="{FF2B5EF4-FFF2-40B4-BE49-F238E27FC236}">
                <a16:creationId xmlns:a16="http://schemas.microsoft.com/office/drawing/2014/main" id="{912CDF78-4F43-47D4-9F11-67BAF5169C63}"/>
              </a:ext>
            </a:extLst>
          </p:cNvPr>
          <p:cNvSpPr>
            <a:spLocks xmlns:a="http://schemas.openxmlformats.org/drawingml/2006/main" noGrp="1"/>
          </p:cNvSpPr>
          <p:nvPr/>
        </p:nvSpPr>
        <p:spPr>
          <a:xfrm xmlns:a="http://schemas.openxmlformats.org/drawingml/2006/main">
            <a:off x="809625" y="1495425"/>
            <a:ext cx="1057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4EE5FF"/>
                </a:solidFill>
                <a:latin typeface="Nunito"/>
                <a:ea typeface="Nunito"/>
                <a:cs typeface="Nunito"/>
              </a:rPr>
              <a:t>Working with different classmates</a:t>
            </a:r>
            <a:r>
              <a:rPr sz="3450" b="1">
                <a:solidFill>
                  <a:srgbClr val="F7F7F2"/>
                </a:solidFill>
                <a:latin typeface="Nunito"/>
                <a:ea typeface="Nunito"/>
                <a:cs typeface="Nunito"/>
              </a:rPr>
              <a:t> can help students discover new ideas.</a:t>
            </a:r>
          </a:p>
        </p:txBody>
      </p:sp>
      <p:sp>
        <p:nvSpPr>
          <p:cNvPr id="4" name="text-611">
            <a:extLst xmlns:a="http://schemas.openxmlformats.org/drawingml/2006/main">
              <a:ext uri="{FF2B5EF4-FFF2-40B4-BE49-F238E27FC236}">
                <a16:creationId xmlns:a16="http://schemas.microsoft.com/office/drawing/2014/main" id="{5B66A424-48A0-4FEA-9A2C-11674DCB4FE3}"/>
              </a:ext>
            </a:extLst>
          </p:cNvPr>
          <p:cNvSpPr>
            <a:spLocks xmlns:a="http://schemas.openxmlformats.org/drawingml/2006/main" noGrp="1"/>
          </p:cNvSpPr>
          <p:nvPr/>
        </p:nvSpPr>
        <p:spPr>
          <a:xfrm xmlns:a="http://schemas.openxmlformats.org/drawingml/2006/main">
            <a:off x="876300" y="4391025"/>
            <a:ext cx="104394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DFFF5B"/>
                </a:solidFill>
                <a:latin typeface="Heebo"/>
                <a:ea typeface="Heebo"/>
                <a:cs typeface="Heebo"/>
              </a:defRPr>
            </a:pPr>
            <a:r>
              <a:rPr sz="2475" b="1" lang="he-IL">
                <a:solidFill>
                  <a:srgbClr val="DFFF5B"/>
                </a:solidFill>
                <a:latin typeface="Heebo"/>
                <a:ea typeface="Heebo"/>
                <a:cs typeface="Heebo"/>
              </a:rPr>
              <a:t>עבודה עם תלמידים שונים יכולה לעזור לגלות רעיונות חדשים.</a:t>
            </a:r>
          </a:p>
        </p:txBody>
      </p:sp>
      <p:sp>
        <p:nvSpPr>
          <p:cNvPr id="5" name="text-612">
            <a:extLst xmlns:a="http://schemas.openxmlformats.org/drawingml/2006/main">
              <a:ext uri="{FF2B5EF4-FFF2-40B4-BE49-F238E27FC236}">
                <a16:creationId xmlns:a16="http://schemas.microsoft.com/office/drawing/2014/main" id="{FF0A2DA4-4D35-4C32-B13F-6DCEFD1FC69C}"/>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81 / 96</a:t>
            </a:r>
          </a:p>
        </p:txBody>
      </p:sp>
    </p:spTree>
    <p:extLst>
      <p:ext uri="{BB962C8B-B14F-4D97-AF65-F5344CB8AC3E}">
        <p14:creationId xmlns:p14="http://schemas.microsoft.com/office/powerpoint/2010/main" val="368286768"/>
      </p:ext>
    </p:extLst>
  </p:cSld>
</p:sld>
</file>

<file path=ppt/slides/slide8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613">
            <a:extLst xmlns:a="http://schemas.openxmlformats.org/drawingml/2006/main">
              <a:ext uri="{FF2B5EF4-FFF2-40B4-BE49-F238E27FC236}">
                <a16:creationId xmlns:a16="http://schemas.microsoft.com/office/drawing/2014/main" id="{222AF54D-230B-4FDD-BDCB-9C947044AFEF}"/>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4f6c17c56c8f4a55"/>
              </a:rPr>
              <a:t>⌂</a:t>
            </a:r>
          </a:p>
        </p:txBody>
      </p:sp>
      <p:sp>
        <p:nvSpPr>
          <p:cNvPr id="2" name="title-614">
            <a:extLst xmlns:a="http://schemas.openxmlformats.org/drawingml/2006/main">
              <a:ext uri="{FF2B5EF4-FFF2-40B4-BE49-F238E27FC236}">
                <a16:creationId xmlns:a16="http://schemas.microsoft.com/office/drawing/2014/main" id="{D4EB35E0-18C9-4235-B47B-2947D15B5A33}"/>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34462ae740cc4563"/>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615">
            <a:extLst xmlns:a="http://schemas.openxmlformats.org/drawingml/2006/main">
              <a:ext uri="{FF2B5EF4-FFF2-40B4-BE49-F238E27FC236}">
                <a16:creationId xmlns:a16="http://schemas.microsoft.com/office/drawing/2014/main" id="{516CA993-17E6-4734-BA24-3F661E6CCC50}"/>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He has found the missing piece. Behind his ear.</a:t>
            </a:r>
          </a:p>
        </p:txBody>
      </p:sp>
      <p:sp>
        <p:nvSpPr>
          <p:cNvPr id="5" name="text-616">
            <a:extLst xmlns:a="http://schemas.openxmlformats.org/drawingml/2006/main">
              <a:ext uri="{FF2B5EF4-FFF2-40B4-BE49-F238E27FC236}">
                <a16:creationId xmlns:a16="http://schemas.microsoft.com/office/drawing/2014/main" id="{916ECA35-F1B7-4B70-A351-19DD153A0A36}"/>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82 / 96</a:t>
            </a:r>
          </a:p>
        </p:txBody>
      </p:sp>
    </p:spTree>
    <p:extLst>
      <p:ext uri="{BB962C8B-B14F-4D97-AF65-F5344CB8AC3E}">
        <p14:creationId xmlns:p14="http://schemas.microsoft.com/office/powerpoint/2010/main" val="1470809387"/>
      </p:ext>
    </p:extLst>
  </p:cSld>
</p:sld>
</file>

<file path=ppt/slides/slide8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617">
            <a:extLst xmlns:a="http://schemas.openxmlformats.org/drawingml/2006/main">
              <a:ext uri="{FF2B5EF4-FFF2-40B4-BE49-F238E27FC236}">
                <a16:creationId xmlns:a16="http://schemas.microsoft.com/office/drawing/2014/main" id="{2D0EAF25-28CE-4EE3-B54D-374F67269ED2}"/>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b78cecb229174bce"/>
              </a:rPr>
              <a:t>⌂</a:t>
            </a:r>
          </a:p>
        </p:txBody>
      </p:sp>
      <p:sp>
        <p:nvSpPr>
          <p:cNvPr id="2" name="title-618">
            <a:extLst xmlns:a="http://schemas.openxmlformats.org/drawingml/2006/main">
              <a:ext uri="{FF2B5EF4-FFF2-40B4-BE49-F238E27FC236}">
                <a16:creationId xmlns:a16="http://schemas.microsoft.com/office/drawing/2014/main" id="{BCB5545F-9C8F-4E79-AB2C-4B9FDEA20805}"/>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עריכה: נושא ופועל</a:t>
            </a:r>
          </a:p>
        </p:txBody>
      </p:sp>
      <p:sp>
        <p:nvSpPr>
          <p:cNvPr id="3" name="text-619">
            <a:extLst xmlns:a="http://schemas.openxmlformats.org/drawingml/2006/main">
              <a:ext uri="{FF2B5EF4-FFF2-40B4-BE49-F238E27FC236}">
                <a16:creationId xmlns:a16="http://schemas.microsoft.com/office/drawing/2014/main" id="{9DBC96A3-C86D-4D82-92AC-CBC6CEE10668}"/>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sentence is correct?</a:t>
            </a:r>
          </a:p>
        </p:txBody>
      </p:sp>
      <p:sp>
        <p:nvSpPr>
          <p:cNvPr id="4" name="text-620">
            <a:extLst xmlns:a="http://schemas.openxmlformats.org/drawingml/2006/main">
              <a:ext uri="{FF2B5EF4-FFF2-40B4-BE49-F238E27FC236}">
                <a16:creationId xmlns:a16="http://schemas.microsoft.com/office/drawing/2014/main" id="{2B7BCD9D-1A42-481F-8C5B-BAD07828436C}"/>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Playing together help students.</a:t>
            </a:r>
          </a:p>
        </p:txBody>
      </p:sp>
      <p:sp>
        <p:nvSpPr>
          <p:cNvPr id="5" name="text-621">
            <a:extLst xmlns:a="http://schemas.openxmlformats.org/drawingml/2006/main">
              <a:ext uri="{FF2B5EF4-FFF2-40B4-BE49-F238E27FC236}">
                <a16:creationId xmlns:a16="http://schemas.microsoft.com/office/drawing/2014/main" id="{3F661D3D-DB25-407A-9C06-43C69408426A}"/>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B   Playing together helps students.</a:t>
            </a:r>
          </a:p>
        </p:txBody>
      </p:sp>
      <p:sp>
        <p:nvSpPr>
          <p:cNvPr id="6" name="text-622">
            <a:extLst xmlns:a="http://schemas.openxmlformats.org/drawingml/2006/main">
              <a:ext uri="{FF2B5EF4-FFF2-40B4-BE49-F238E27FC236}">
                <a16:creationId xmlns:a16="http://schemas.microsoft.com/office/drawing/2014/main" id="{2A6C5D85-0C57-4A26-9C95-F4B8AA16E438}"/>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Playing together helping students.</a:t>
            </a:r>
          </a:p>
        </p:txBody>
      </p:sp>
      <p:sp>
        <p:nvSpPr>
          <p:cNvPr id="7" name="text-623">
            <a:extLst xmlns:a="http://schemas.openxmlformats.org/drawingml/2006/main">
              <a:ext uri="{FF2B5EF4-FFF2-40B4-BE49-F238E27FC236}">
                <a16:creationId xmlns:a16="http://schemas.microsoft.com/office/drawing/2014/main" id="{0D47FD46-203D-47E9-B57A-AE188A396F8D}"/>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83 / 96</a:t>
            </a:r>
          </a:p>
        </p:txBody>
      </p:sp>
    </p:spTree>
    <p:extLst>
      <p:ext uri="{BB962C8B-B14F-4D97-AF65-F5344CB8AC3E}">
        <p14:creationId xmlns:p14="http://schemas.microsoft.com/office/powerpoint/2010/main" val="1473021482"/>
      </p:ext>
    </p:extLst>
  </p:cSld>
</p:sld>
</file>

<file path=ppt/slides/slide8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9" name="text-624">
            <a:extLst xmlns:a="http://schemas.openxmlformats.org/drawingml/2006/main">
              <a:ext uri="{FF2B5EF4-FFF2-40B4-BE49-F238E27FC236}">
                <a16:creationId xmlns:a16="http://schemas.microsoft.com/office/drawing/2014/main" id="{4870884E-3F66-4FA9-AD28-6266A8902EBD}"/>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c43c79695d5c45a3"/>
              </a:rPr>
              <a:t>⌂</a:t>
            </a:r>
          </a:p>
        </p:txBody>
      </p:sp>
      <p:sp>
        <p:nvSpPr>
          <p:cNvPr id="2" name="title-625">
            <a:extLst xmlns:a="http://schemas.openxmlformats.org/drawingml/2006/main">
              <a:ext uri="{FF2B5EF4-FFF2-40B4-BE49-F238E27FC236}">
                <a16:creationId xmlns:a16="http://schemas.microsoft.com/office/drawing/2014/main" id="{2CABE395-EF33-4747-903E-1C1684C2A29C}"/>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עריכה: נושא ופועל</a:t>
            </a:r>
          </a:p>
        </p:txBody>
      </p:sp>
      <p:sp>
        <p:nvSpPr>
          <p:cNvPr id="3" name="text-626">
            <a:extLst xmlns:a="http://schemas.openxmlformats.org/drawingml/2006/main">
              <a:ext uri="{FF2B5EF4-FFF2-40B4-BE49-F238E27FC236}">
                <a16:creationId xmlns:a16="http://schemas.microsoft.com/office/drawing/2014/main" id="{4FB18946-966A-49C0-B991-635C85585F89}"/>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sentence is correct?</a:t>
            </a:r>
          </a:p>
        </p:txBody>
      </p:sp>
      <p:sp>
        <p:nvSpPr>
          <p:cNvPr id="4" name="text-627">
            <a:extLst xmlns:a="http://schemas.openxmlformats.org/drawingml/2006/main">
              <a:ext uri="{FF2B5EF4-FFF2-40B4-BE49-F238E27FC236}">
                <a16:creationId xmlns:a16="http://schemas.microsoft.com/office/drawing/2014/main" id="{A1287B83-C668-472A-89AB-3496C7BD33A3}"/>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Playing together help students.</a:t>
            </a:r>
          </a:p>
        </p:txBody>
      </p:sp>
      <p:sp>
        <p:nvSpPr>
          <p:cNvPr id="5" name="text-628">
            <a:extLst xmlns:a="http://schemas.openxmlformats.org/drawingml/2006/main">
              <a:ext uri="{FF2B5EF4-FFF2-40B4-BE49-F238E27FC236}">
                <a16:creationId xmlns:a16="http://schemas.microsoft.com/office/drawing/2014/main" id="{5307425E-7676-425C-AC01-B86E8F42ADD3}"/>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DFFF5B"/>
                </a:solidFill>
                <a:latin typeface="Nunito"/>
                <a:ea typeface="Nunito"/>
                <a:cs typeface="Nunito"/>
              </a:defRPr>
            </a:pPr>
            <a:r>
              <a:rPr sz="2325" b="1">
                <a:solidFill>
                  <a:srgbClr val="DFFF5B"/>
                </a:solidFill>
                <a:latin typeface="Nunito"/>
                <a:ea typeface="Nunito"/>
                <a:cs typeface="Nunito"/>
              </a:rPr>
              <a:t>B   Playing together helps students.</a:t>
            </a:r>
          </a:p>
        </p:txBody>
      </p:sp>
      <p:sp>
        <p:nvSpPr>
          <p:cNvPr id="6" name="text-629">
            <a:extLst xmlns:a="http://schemas.openxmlformats.org/drawingml/2006/main">
              <a:ext uri="{FF2B5EF4-FFF2-40B4-BE49-F238E27FC236}">
                <a16:creationId xmlns:a16="http://schemas.microsoft.com/office/drawing/2014/main" id="{1D1B9A20-207A-4A7D-AF87-E7A29E82FC5B}"/>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Playing together helping students.</a:t>
            </a:r>
          </a:p>
        </p:txBody>
      </p:sp>
      <p:sp>
        <p:nvSpPr>
          <p:cNvPr id="7" name="text-630">
            <a:extLst xmlns:a="http://schemas.openxmlformats.org/drawingml/2006/main">
              <a:ext uri="{FF2B5EF4-FFF2-40B4-BE49-F238E27FC236}">
                <a16:creationId xmlns:a16="http://schemas.microsoft.com/office/drawing/2014/main" id="{69D013A6-971B-4E21-B904-486C90E31F39}"/>
              </a:ext>
            </a:extLst>
          </p:cNvPr>
          <p:cNvSpPr>
            <a:spLocks xmlns:a="http://schemas.openxmlformats.org/drawingml/2006/main" noGrp="1"/>
          </p:cNvSpPr>
          <p:nvPr/>
        </p:nvSpPr>
        <p:spPr>
          <a:xfrm xmlns:a="http://schemas.openxmlformats.org/drawingml/2006/main">
            <a:off x="904875" y="5143500"/>
            <a:ext cx="103822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DFFF5B"/>
                </a:solidFill>
                <a:latin typeface="Heebo"/>
                <a:ea typeface="Heebo"/>
                <a:cs typeface="Heebo"/>
              </a:defRPr>
            </a:pPr>
            <a:r>
              <a:rPr sz="2100" b="1" lang="he-IL">
                <a:solidFill>
                  <a:srgbClr val="DFFF5B"/>
                </a:solidFill>
                <a:latin typeface="Heebo"/>
                <a:ea typeface="Heebo"/>
                <a:cs typeface="Heebo"/>
              </a:rPr>
              <a:t>הצירוף Playing together הוא נושא יחיד; הפועל הוא helps.</a:t>
            </a:r>
          </a:p>
        </p:txBody>
      </p:sp>
      <p:sp>
        <p:nvSpPr>
          <p:cNvPr id="8" name="text-631">
            <a:extLst xmlns:a="http://schemas.openxmlformats.org/drawingml/2006/main">
              <a:ext uri="{FF2B5EF4-FFF2-40B4-BE49-F238E27FC236}">
                <a16:creationId xmlns:a16="http://schemas.microsoft.com/office/drawing/2014/main" id="{9781F66F-404E-4B21-8186-2F0A43C1C7DC}"/>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84 / 96</a:t>
            </a:r>
          </a:p>
        </p:txBody>
      </p:sp>
    </p:spTree>
    <p:extLst>
      <p:ext uri="{BB962C8B-B14F-4D97-AF65-F5344CB8AC3E}">
        <p14:creationId xmlns:p14="http://schemas.microsoft.com/office/powerpoint/2010/main" val="1330198685"/>
      </p:ext>
    </p:extLst>
  </p:cSld>
</p:sld>
</file>

<file path=ppt/slides/slide8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632">
            <a:extLst xmlns:a="http://schemas.openxmlformats.org/drawingml/2006/main">
              <a:ext uri="{FF2B5EF4-FFF2-40B4-BE49-F238E27FC236}">
                <a16:creationId xmlns:a16="http://schemas.microsoft.com/office/drawing/2014/main" id="{9DFC34A2-C86A-48A1-8755-634FC8A7A18A}"/>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e29bdc06c63741b3"/>
              </a:rPr>
              <a:t>⌂</a:t>
            </a:r>
          </a:p>
        </p:txBody>
      </p:sp>
      <p:sp>
        <p:nvSpPr>
          <p:cNvPr id="2" name="title-633">
            <a:extLst xmlns:a="http://schemas.openxmlformats.org/drawingml/2006/main">
              <a:ext uri="{FF2B5EF4-FFF2-40B4-BE49-F238E27FC236}">
                <a16:creationId xmlns:a16="http://schemas.microsoft.com/office/drawing/2014/main" id="{3DB65FFE-457B-4236-A6D7-964D8C77F8E1}"/>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עריכה: משפט תנאי</a:t>
            </a:r>
          </a:p>
        </p:txBody>
      </p:sp>
      <p:sp>
        <p:nvSpPr>
          <p:cNvPr id="3" name="text-634">
            <a:extLst xmlns:a="http://schemas.openxmlformats.org/drawingml/2006/main">
              <a:ext uri="{FF2B5EF4-FFF2-40B4-BE49-F238E27FC236}">
                <a16:creationId xmlns:a16="http://schemas.microsoft.com/office/drawing/2014/main" id="{6D4B827E-2C0D-494E-BB01-C2A5D6F658C6}"/>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sentence correctly describes an imaginary change?</a:t>
            </a:r>
          </a:p>
        </p:txBody>
      </p:sp>
      <p:sp>
        <p:nvSpPr>
          <p:cNvPr id="4" name="text-635">
            <a:extLst xmlns:a="http://schemas.openxmlformats.org/drawingml/2006/main">
              <a:ext uri="{FF2B5EF4-FFF2-40B4-BE49-F238E27FC236}">
                <a16:creationId xmlns:a16="http://schemas.microsoft.com/office/drawing/2014/main" id="{0A8DC28C-0A62-42CA-9EF9-2183DC2AF9B5}"/>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If students received support, they would try again.</a:t>
            </a:r>
          </a:p>
        </p:txBody>
      </p:sp>
      <p:sp>
        <p:nvSpPr>
          <p:cNvPr id="5" name="text-636">
            <a:extLst xmlns:a="http://schemas.openxmlformats.org/drawingml/2006/main">
              <a:ext uri="{FF2B5EF4-FFF2-40B4-BE49-F238E27FC236}">
                <a16:creationId xmlns:a16="http://schemas.microsoft.com/office/drawing/2014/main" id="{2206294F-DE1D-4FAC-8F3F-6A69A75F440E}"/>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B   If students would receive support, they tried again.</a:t>
            </a:r>
          </a:p>
        </p:txBody>
      </p:sp>
      <p:sp>
        <p:nvSpPr>
          <p:cNvPr id="6" name="text-637">
            <a:extLst xmlns:a="http://schemas.openxmlformats.org/drawingml/2006/main">
              <a:ext uri="{FF2B5EF4-FFF2-40B4-BE49-F238E27FC236}">
                <a16:creationId xmlns:a16="http://schemas.microsoft.com/office/drawing/2014/main" id="{B27A6D6E-FF32-4962-AB06-385D1DB0F433}"/>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If students received support, they will tried again.</a:t>
            </a:r>
          </a:p>
        </p:txBody>
      </p:sp>
      <p:sp>
        <p:nvSpPr>
          <p:cNvPr id="7" name="text-638">
            <a:extLst xmlns:a="http://schemas.openxmlformats.org/drawingml/2006/main">
              <a:ext uri="{FF2B5EF4-FFF2-40B4-BE49-F238E27FC236}">
                <a16:creationId xmlns:a16="http://schemas.microsoft.com/office/drawing/2014/main" id="{53DF804A-A602-4268-9C62-68772BB62816}"/>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85 / 96</a:t>
            </a:r>
          </a:p>
        </p:txBody>
      </p:sp>
    </p:spTree>
    <p:extLst>
      <p:ext uri="{BB962C8B-B14F-4D97-AF65-F5344CB8AC3E}">
        <p14:creationId xmlns:p14="http://schemas.microsoft.com/office/powerpoint/2010/main" val="874309976"/>
      </p:ext>
    </p:extLst>
  </p:cSld>
</p:sld>
</file>

<file path=ppt/slides/slide8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9" name="text-639">
            <a:extLst xmlns:a="http://schemas.openxmlformats.org/drawingml/2006/main">
              <a:ext uri="{FF2B5EF4-FFF2-40B4-BE49-F238E27FC236}">
                <a16:creationId xmlns:a16="http://schemas.microsoft.com/office/drawing/2014/main" id="{614761AA-C337-4C8F-885A-0B488F113079}"/>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dbf0fe6c80354720"/>
              </a:rPr>
              <a:t>⌂</a:t>
            </a:r>
          </a:p>
        </p:txBody>
      </p:sp>
      <p:sp>
        <p:nvSpPr>
          <p:cNvPr id="2" name="title-640">
            <a:extLst xmlns:a="http://schemas.openxmlformats.org/drawingml/2006/main">
              <a:ext uri="{FF2B5EF4-FFF2-40B4-BE49-F238E27FC236}">
                <a16:creationId xmlns:a16="http://schemas.microsoft.com/office/drawing/2014/main" id="{C24890C5-E96F-48BA-8F7E-E4395F4C2331}"/>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עריכה: משפט תנאי</a:t>
            </a:r>
          </a:p>
        </p:txBody>
      </p:sp>
      <p:sp>
        <p:nvSpPr>
          <p:cNvPr id="3" name="text-641">
            <a:extLst xmlns:a="http://schemas.openxmlformats.org/drawingml/2006/main">
              <a:ext uri="{FF2B5EF4-FFF2-40B4-BE49-F238E27FC236}">
                <a16:creationId xmlns:a16="http://schemas.microsoft.com/office/drawing/2014/main" id="{C78700BD-4413-48A4-B4A5-C9F4F85A3C92}"/>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sentence correctly describes an imaginary change?</a:t>
            </a:r>
          </a:p>
        </p:txBody>
      </p:sp>
      <p:sp>
        <p:nvSpPr>
          <p:cNvPr id="4" name="text-642">
            <a:extLst xmlns:a="http://schemas.openxmlformats.org/drawingml/2006/main">
              <a:ext uri="{FF2B5EF4-FFF2-40B4-BE49-F238E27FC236}">
                <a16:creationId xmlns:a16="http://schemas.microsoft.com/office/drawing/2014/main" id="{92B01AD2-B5CB-4EDA-8164-74B16BFD9BE8}"/>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DFFF5B"/>
                </a:solidFill>
                <a:latin typeface="Nunito"/>
                <a:ea typeface="Nunito"/>
                <a:cs typeface="Nunito"/>
              </a:defRPr>
            </a:pPr>
            <a:r>
              <a:rPr sz="2325" b="1">
                <a:solidFill>
                  <a:srgbClr val="DFFF5B"/>
                </a:solidFill>
                <a:latin typeface="Nunito"/>
                <a:ea typeface="Nunito"/>
                <a:cs typeface="Nunito"/>
              </a:rPr>
              <a:t>A   If students received support, they would try again.</a:t>
            </a:r>
          </a:p>
        </p:txBody>
      </p:sp>
      <p:sp>
        <p:nvSpPr>
          <p:cNvPr id="5" name="text-643">
            <a:extLst xmlns:a="http://schemas.openxmlformats.org/drawingml/2006/main">
              <a:ext uri="{FF2B5EF4-FFF2-40B4-BE49-F238E27FC236}">
                <a16:creationId xmlns:a16="http://schemas.microsoft.com/office/drawing/2014/main" id="{3E06F3F3-B731-413B-9F22-E96B5BFEE038}"/>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B   If students would receive support, they tried again.</a:t>
            </a:r>
          </a:p>
        </p:txBody>
      </p:sp>
      <p:sp>
        <p:nvSpPr>
          <p:cNvPr id="6" name="text-644">
            <a:extLst xmlns:a="http://schemas.openxmlformats.org/drawingml/2006/main">
              <a:ext uri="{FF2B5EF4-FFF2-40B4-BE49-F238E27FC236}">
                <a16:creationId xmlns:a16="http://schemas.microsoft.com/office/drawing/2014/main" id="{B03C32D7-ED43-49B8-A938-1413FFE80AF2}"/>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If students received support, they will tried again.</a:t>
            </a:r>
          </a:p>
        </p:txBody>
      </p:sp>
      <p:sp>
        <p:nvSpPr>
          <p:cNvPr id="7" name="text-645">
            <a:extLst xmlns:a="http://schemas.openxmlformats.org/drawingml/2006/main">
              <a:ext uri="{FF2B5EF4-FFF2-40B4-BE49-F238E27FC236}">
                <a16:creationId xmlns:a16="http://schemas.microsoft.com/office/drawing/2014/main" id="{CCA77824-7821-41F3-9751-EA8C05DF6819}"/>
              </a:ext>
            </a:extLst>
          </p:cNvPr>
          <p:cNvSpPr>
            <a:spLocks xmlns:a="http://schemas.openxmlformats.org/drawingml/2006/main" noGrp="1"/>
          </p:cNvSpPr>
          <p:nvPr/>
        </p:nvSpPr>
        <p:spPr>
          <a:xfrm xmlns:a="http://schemas.openxmlformats.org/drawingml/2006/main">
            <a:off x="904875" y="5143500"/>
            <a:ext cx="103822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DFFF5B"/>
                </a:solidFill>
                <a:latin typeface="Heebo"/>
                <a:ea typeface="Heebo"/>
                <a:cs typeface="Heebo"/>
              </a:defRPr>
            </a:pPr>
            <a:r>
              <a:rPr sz="2100" b="1" lang="he-IL">
                <a:solidFill>
                  <a:srgbClr val="DFFF5B"/>
                </a:solidFill>
                <a:latin typeface="Heebo"/>
                <a:ea typeface="Heebo"/>
                <a:cs typeface="Heebo"/>
              </a:rPr>
              <a:t>If + Past Simple, would + base verb. קראו גם את המשמעות ולא רק את הנוסחה.</a:t>
            </a:r>
          </a:p>
        </p:txBody>
      </p:sp>
      <p:sp>
        <p:nvSpPr>
          <p:cNvPr id="8" name="text-646">
            <a:extLst xmlns:a="http://schemas.openxmlformats.org/drawingml/2006/main">
              <a:ext uri="{FF2B5EF4-FFF2-40B4-BE49-F238E27FC236}">
                <a16:creationId xmlns:a16="http://schemas.microsoft.com/office/drawing/2014/main" id="{698CA409-546F-46C8-BA31-5F753B400690}"/>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86 / 96</a:t>
            </a:r>
          </a:p>
        </p:txBody>
      </p:sp>
    </p:spTree>
    <p:extLst>
      <p:ext uri="{BB962C8B-B14F-4D97-AF65-F5344CB8AC3E}">
        <p14:creationId xmlns:p14="http://schemas.microsoft.com/office/powerpoint/2010/main" val="1280682349"/>
      </p:ext>
    </p:extLst>
  </p:cSld>
</p:sld>
</file>

<file path=ppt/slides/slide8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647">
            <a:extLst xmlns:a="http://schemas.openxmlformats.org/drawingml/2006/main">
              <a:ext uri="{FF2B5EF4-FFF2-40B4-BE49-F238E27FC236}">
                <a16:creationId xmlns:a16="http://schemas.microsoft.com/office/drawing/2014/main" id="{93E6F5ED-33B0-498D-866F-E95317C9775B}"/>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6b17efe74be7407c"/>
              </a:rPr>
              <a:t>⌂</a:t>
            </a:r>
          </a:p>
        </p:txBody>
      </p:sp>
      <p:sp>
        <p:nvSpPr>
          <p:cNvPr id="2" name="title-648">
            <a:extLst xmlns:a="http://schemas.openxmlformats.org/drawingml/2006/main">
              <a:ext uri="{FF2B5EF4-FFF2-40B4-BE49-F238E27FC236}">
                <a16:creationId xmlns:a16="http://schemas.microsoft.com/office/drawing/2014/main" id="{F65B86F5-7112-4CA1-95CD-692FEB76F6B1}"/>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בדיקת חיבור</a:t>
            </a:r>
          </a:p>
        </p:txBody>
      </p:sp>
      <p:sp>
        <p:nvSpPr>
          <p:cNvPr id="3" name="text-649">
            <a:extLst xmlns:a="http://schemas.openxmlformats.org/drawingml/2006/main">
              <a:ext uri="{FF2B5EF4-FFF2-40B4-BE49-F238E27FC236}">
                <a16:creationId xmlns:a16="http://schemas.microsoft.com/office/drawing/2014/main" id="{39244461-8CC6-46F8-8BD7-78058D75E438}"/>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Task / clear paragraphs / developed ideas</a:t>
            </a:r>
          </a:p>
        </p:txBody>
      </p:sp>
      <p:sp>
        <p:nvSpPr>
          <p:cNvPr id="4" name="text-650">
            <a:extLst xmlns:a="http://schemas.openxmlformats.org/drawingml/2006/main">
              <a:ext uri="{FF2B5EF4-FFF2-40B4-BE49-F238E27FC236}">
                <a16:creationId xmlns:a16="http://schemas.microsoft.com/office/drawing/2014/main" id="{F468F4FD-C3EB-4D8F-BD16-C4864658E72C}"/>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האם עניתי למשימה? האם לכל נימוק יש הסבר? האם הדוגמאות קשורות אליו?</a:t>
            </a:r>
          </a:p>
        </p:txBody>
      </p:sp>
      <p:sp>
        <p:nvSpPr>
          <p:cNvPr id="5" name="text-651">
            <a:extLst xmlns:a="http://schemas.openxmlformats.org/drawingml/2006/main">
              <a:ext uri="{FF2B5EF4-FFF2-40B4-BE49-F238E27FC236}">
                <a16:creationId xmlns:a16="http://schemas.microsoft.com/office/drawing/2014/main" id="{6B365E29-1EC2-47C2-B5E0-1A0EDA1FF739}"/>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87 / 96</a:t>
            </a:r>
          </a:p>
        </p:txBody>
      </p:sp>
    </p:spTree>
    <p:extLst>
      <p:ext uri="{BB962C8B-B14F-4D97-AF65-F5344CB8AC3E}">
        <p14:creationId xmlns:p14="http://schemas.microsoft.com/office/powerpoint/2010/main" val="606574520"/>
      </p:ext>
    </p:extLst>
  </p:cSld>
</p:sld>
</file>

<file path=ppt/slides/slide8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652">
            <a:extLst xmlns:a="http://schemas.openxmlformats.org/drawingml/2006/main">
              <a:ext uri="{FF2B5EF4-FFF2-40B4-BE49-F238E27FC236}">
                <a16:creationId xmlns:a16="http://schemas.microsoft.com/office/drawing/2014/main" id="{FF1D0743-C3A9-4813-B8D9-050AECFFA593}"/>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7d7094b247044289"/>
              </a:rPr>
              <a:t>⌂</a:t>
            </a:r>
          </a:p>
        </p:txBody>
      </p:sp>
      <p:sp>
        <p:nvSpPr>
          <p:cNvPr id="2" name="title-653">
            <a:extLst xmlns:a="http://schemas.openxmlformats.org/drawingml/2006/main">
              <a:ext uri="{FF2B5EF4-FFF2-40B4-BE49-F238E27FC236}">
                <a16:creationId xmlns:a16="http://schemas.microsoft.com/office/drawing/2014/main" id="{8CD234BC-F68C-4A31-B32A-F80CBFA49B63}"/>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בדיקת שפה</a:t>
            </a:r>
          </a:p>
        </p:txBody>
      </p:sp>
      <p:sp>
        <p:nvSpPr>
          <p:cNvPr id="3" name="text-654">
            <a:extLst xmlns:a="http://schemas.openxmlformats.org/drawingml/2006/main">
              <a:ext uri="{FF2B5EF4-FFF2-40B4-BE49-F238E27FC236}">
                <a16:creationId xmlns:a16="http://schemas.microsoft.com/office/drawing/2014/main" id="{C78250FF-AD5B-4FFD-8E42-1F96AE8DD5AD}"/>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Check meaning first. Then check form.</a:t>
            </a:r>
          </a:p>
        </p:txBody>
      </p:sp>
      <p:sp>
        <p:nvSpPr>
          <p:cNvPr id="4" name="text-655">
            <a:extLst xmlns:a="http://schemas.openxmlformats.org/drawingml/2006/main">
              <a:ext uri="{FF2B5EF4-FFF2-40B4-BE49-F238E27FC236}">
                <a16:creationId xmlns:a16="http://schemas.microsoft.com/office/drawing/2014/main" id="{3E27C715-084D-4358-8DBD-30004C4B7E18}"/>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בדקו נושא ופועל, V3, מילות קישור, אות גדולה ופיסוק.</a:t>
            </a:r>
          </a:p>
        </p:txBody>
      </p:sp>
      <p:sp>
        <p:nvSpPr>
          <p:cNvPr id="5" name="text-656">
            <a:extLst xmlns:a="http://schemas.openxmlformats.org/drawingml/2006/main">
              <a:ext uri="{FF2B5EF4-FFF2-40B4-BE49-F238E27FC236}">
                <a16:creationId xmlns:a16="http://schemas.microsoft.com/office/drawing/2014/main" id="{50692AF6-36CD-427F-B71E-F13C68377D5D}"/>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88 / 96</a:t>
            </a:r>
          </a:p>
        </p:txBody>
      </p:sp>
    </p:spTree>
    <p:extLst>
      <p:ext uri="{BB962C8B-B14F-4D97-AF65-F5344CB8AC3E}">
        <p14:creationId xmlns:p14="http://schemas.microsoft.com/office/powerpoint/2010/main" val="1640165138"/>
      </p:ext>
    </p:extLst>
  </p:cSld>
</p:sld>
</file>

<file path=ppt/slides/slide8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657">
            <a:extLst xmlns:a="http://schemas.openxmlformats.org/drawingml/2006/main">
              <a:ext uri="{FF2B5EF4-FFF2-40B4-BE49-F238E27FC236}">
                <a16:creationId xmlns:a16="http://schemas.microsoft.com/office/drawing/2014/main" id="{C6BFB5A8-7F3F-4156-A7E1-EFF35275F145}"/>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7273ef6328244864"/>
              </a:rPr>
              <a:t>⌂</a:t>
            </a:r>
          </a:p>
        </p:txBody>
      </p:sp>
      <p:sp>
        <p:nvSpPr>
          <p:cNvPr id="2" name="title-658">
            <a:extLst xmlns:a="http://schemas.openxmlformats.org/drawingml/2006/main">
              <a:ext uri="{FF2B5EF4-FFF2-40B4-BE49-F238E27FC236}">
                <a16:creationId xmlns:a16="http://schemas.microsoft.com/office/drawing/2014/main" id="{89DAF431-3B4E-4226-A68E-FCF7DD7C2F22}"/>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ea686fe073e94fcb"/>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659">
            <a:extLst xmlns:a="http://schemas.openxmlformats.org/drawingml/2006/main">
              <a:ext uri="{FF2B5EF4-FFF2-40B4-BE49-F238E27FC236}">
                <a16:creationId xmlns:a16="http://schemas.microsoft.com/office/drawing/2014/main" id="{287BA714-C2E8-428A-AA3F-367A42DE45E3}"/>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A small idea. An unnecessarily large bag.</a:t>
            </a:r>
          </a:p>
        </p:txBody>
      </p:sp>
      <p:sp>
        <p:nvSpPr>
          <p:cNvPr id="5" name="text-660">
            <a:extLst xmlns:a="http://schemas.openxmlformats.org/drawingml/2006/main">
              <a:ext uri="{FF2B5EF4-FFF2-40B4-BE49-F238E27FC236}">
                <a16:creationId xmlns:a16="http://schemas.microsoft.com/office/drawing/2014/main" id="{F839262F-FB93-4117-8687-2CA66646C10C}"/>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89 / 96</a:t>
            </a:r>
          </a:p>
        </p:txBody>
      </p:sp>
    </p:spTree>
    <p:extLst>
      <p:ext uri="{BB962C8B-B14F-4D97-AF65-F5344CB8AC3E}">
        <p14:creationId xmlns:p14="http://schemas.microsoft.com/office/powerpoint/2010/main" val="514406838"/>
      </p:ext>
    </p:extLst>
  </p:cSld>
</p:sld>
</file>

<file path=ppt/slides/slide9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661">
            <a:extLst xmlns:a="http://schemas.openxmlformats.org/drawingml/2006/main">
              <a:ext uri="{FF2B5EF4-FFF2-40B4-BE49-F238E27FC236}">
                <a16:creationId xmlns:a16="http://schemas.microsoft.com/office/drawing/2014/main" id="{D593D082-073C-43FC-82BE-01A983AF9932}"/>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ef50c35f99e84fc2"/>
              </a:rPr>
              <a:t>⌂</a:t>
            </a:r>
          </a:p>
        </p:txBody>
      </p:sp>
      <p:sp>
        <p:nvSpPr>
          <p:cNvPr id="2" name="title-662">
            <a:extLst xmlns:a="http://schemas.openxmlformats.org/drawingml/2006/main">
              <a:ext uri="{FF2B5EF4-FFF2-40B4-BE49-F238E27FC236}">
                <a16:creationId xmlns:a16="http://schemas.microsoft.com/office/drawing/2014/main" id="{FE305054-F3D7-4276-ADB1-1DD9A34BE97E}"/>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כתיבה עצמאית</a:t>
            </a:r>
          </a:p>
        </p:txBody>
      </p:sp>
      <p:sp>
        <p:nvSpPr>
          <p:cNvPr id="3" name="text-663">
            <a:extLst xmlns:a="http://schemas.openxmlformats.org/drawingml/2006/main">
              <a:ext uri="{FF2B5EF4-FFF2-40B4-BE49-F238E27FC236}">
                <a16:creationId xmlns:a16="http://schemas.microsoft.com/office/drawing/2014/main" id="{1C37147B-E5A4-4B3F-86A9-2B5B50E7C61B}"/>
              </a:ext>
            </a:extLst>
          </p:cNvPr>
          <p:cNvSpPr>
            <a:spLocks xmlns:a="http://schemas.openxmlformats.org/drawingml/2006/main" noGrp="1"/>
          </p:cNvSpPr>
          <p:nvPr/>
        </p:nvSpPr>
        <p:spPr>
          <a:xfrm xmlns:a="http://schemas.openxmlformats.org/drawingml/2006/main">
            <a:off x="857250" y="1562100"/>
            <a:ext cx="10477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375" b="1">
                <a:solidFill>
                  <a:srgbClr val="F7F7F2"/>
                </a:solidFill>
                <a:latin typeface="Nunito"/>
                <a:ea typeface="Nunito"/>
                <a:cs typeface="Nunito"/>
              </a:defRPr>
            </a:pPr>
            <a:r>
              <a:rPr sz="3375" b="1">
                <a:solidFill>
                  <a:srgbClr val="F7F7F2"/>
                </a:solidFill>
                <a:latin typeface="Nunito"/>
                <a:ea typeface="Nunito"/>
                <a:cs typeface="Nunito"/>
              </a:rPr>
              <a:t>Write 120–140 words about working with different partners in class.</a:t>
            </a:r>
          </a:p>
        </p:txBody>
      </p:sp>
      <p:sp>
        <p:nvSpPr>
          <p:cNvPr id="4" name="text-664">
            <a:extLst xmlns:a="http://schemas.openxmlformats.org/drawingml/2006/main">
              <a:ext uri="{FF2B5EF4-FFF2-40B4-BE49-F238E27FC236}">
                <a16:creationId xmlns:a16="http://schemas.microsoft.com/office/drawing/2014/main" id="{205EE07F-63E8-470A-AE45-70460387A30E}"/>
              </a:ext>
            </a:extLst>
          </p:cNvPr>
          <p:cNvSpPr>
            <a:spLocks xmlns:a="http://schemas.openxmlformats.org/drawingml/2006/main" noGrp="1"/>
          </p:cNvSpPr>
          <p:nvPr/>
        </p:nvSpPr>
        <p:spPr>
          <a:xfrm xmlns:a="http://schemas.openxmlformats.org/drawingml/2006/main">
            <a:off x="952500" y="3143250"/>
            <a:ext cx="1028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325" b="1" lang="he-IL">
                <a:solidFill>
                  <a:srgbClr val="A9BDD2"/>
                </a:solidFill>
                <a:latin typeface="Heebo"/>
                <a:ea typeface="Heebo"/>
                <a:cs typeface="Heebo"/>
              </a:defRPr>
            </a:pPr>
            <a:r>
              <a:rPr sz="2325" b="1" lang="he-IL">
                <a:solidFill>
                  <a:srgbClr val="A9BDD2"/>
                </a:solidFill>
                <a:latin typeface="Heebo"/>
                <a:ea typeface="Heebo"/>
                <a:cs typeface="Heebo"/>
              </a:rPr>
              <a:t>ארבע פסקאות. דעה, שני נימוקים מפותחים וסיום.</a:t>
            </a:r>
          </a:p>
        </p:txBody>
      </p:sp>
      <p:sp>
        <p:nvSpPr>
          <p:cNvPr id="5" name="text-665">
            <a:extLst xmlns:a="http://schemas.openxmlformats.org/drawingml/2006/main">
              <a:ext uri="{FF2B5EF4-FFF2-40B4-BE49-F238E27FC236}">
                <a16:creationId xmlns:a16="http://schemas.microsoft.com/office/drawing/2014/main" id="{98AD5D0D-A9DD-4D99-AF89-CCC672E1346F}"/>
              </a:ext>
            </a:extLst>
          </p:cNvPr>
          <p:cNvSpPr>
            <a:spLocks xmlns:a="http://schemas.openxmlformats.org/drawingml/2006/main" noGrp="1"/>
          </p:cNvSpPr>
          <p:nvPr/>
        </p:nvSpPr>
        <p:spPr>
          <a:xfrm xmlns:a="http://schemas.openxmlformats.org/drawingml/2006/main">
            <a:off x="952500" y="4343400"/>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375" b="1">
                <a:solidFill>
                  <a:srgbClr val="FFC857"/>
                </a:solidFill>
                <a:latin typeface="Nunito"/>
                <a:ea typeface="Nunito"/>
                <a:cs typeface="Nunito"/>
              </a:defRPr>
            </a:pPr>
            <a:r>
              <a:rPr sz="6375" b="1">
                <a:solidFill>
                  <a:srgbClr val="FFC857"/>
                </a:solidFill>
                <a:latin typeface="Nunito"/>
                <a:ea typeface="Nunito"/>
                <a:cs typeface="Nunito"/>
              </a:rPr>
              <a:t>12:00</a:t>
            </a:r>
          </a:p>
        </p:txBody>
      </p:sp>
      <p:sp>
        <p:nvSpPr>
          <p:cNvPr id="6" name="text-666">
            <a:extLst xmlns:a="http://schemas.openxmlformats.org/drawingml/2006/main">
              <a:ext uri="{FF2B5EF4-FFF2-40B4-BE49-F238E27FC236}">
                <a16:creationId xmlns:a16="http://schemas.microsoft.com/office/drawing/2014/main" id="{E3C1EE10-A6C2-4511-BD31-BF131450C835}"/>
              </a:ext>
            </a:extLst>
          </p:cNvPr>
          <p:cNvSpPr>
            <a:spLocks xmlns:a="http://schemas.openxmlformats.org/drawingml/2006/main" noGrp="1"/>
          </p:cNvSpPr>
          <p:nvPr/>
        </p:nvSpPr>
        <p:spPr>
          <a:xfrm xmlns:a="http://schemas.openxmlformats.org/drawingml/2006/main">
            <a:off x="952500" y="5553075"/>
            <a:ext cx="1028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00" b="1" lang="he-IL">
                <a:solidFill>
                  <a:srgbClr val="4EE5FF"/>
                </a:solidFill>
                <a:latin typeface="Heebo"/>
                <a:ea typeface="Heebo"/>
                <a:cs typeface="Heebo"/>
              </a:defRPr>
            </a:pPr>
            <a:r>
              <a:rPr sz="1800" b="1" lang="he-IL">
                <a:solidFill>
                  <a:srgbClr val="4EE5FF"/>
                </a:solidFill>
                <a:latin typeface="Heebo"/>
                <a:ea typeface="Heebo"/>
                <a:cs typeface="Heebo"/>
                <a:hlinkClick xmlns:r="http://schemas.openxmlformats.org/officeDocument/2006/relationships" r:id="Rf77a513765b74223"/>
              </a:rPr>
              <a:t>שעון פעיל במצגת באתר</a:t>
            </a:r>
          </a:p>
        </p:txBody>
      </p:sp>
      <p:sp>
        <p:nvSpPr>
          <p:cNvPr id="7" name="text-667">
            <a:extLst xmlns:a="http://schemas.openxmlformats.org/drawingml/2006/main">
              <a:ext uri="{FF2B5EF4-FFF2-40B4-BE49-F238E27FC236}">
                <a16:creationId xmlns:a16="http://schemas.microsoft.com/office/drawing/2014/main" id="{9D4E6AFD-C436-4E1B-8443-3EBABEAD69FB}"/>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90 / 96</a:t>
            </a:r>
          </a:p>
        </p:txBody>
      </p:sp>
    </p:spTree>
    <p:extLst>
      <p:ext uri="{BB962C8B-B14F-4D97-AF65-F5344CB8AC3E}">
        <p14:creationId xmlns:p14="http://schemas.microsoft.com/office/powerpoint/2010/main" val="436997578"/>
      </p:ext>
    </p:extLst>
  </p:cSld>
</p:sld>
</file>

<file path=ppt/slides/slide9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668">
            <a:extLst xmlns:a="http://schemas.openxmlformats.org/drawingml/2006/main">
              <a:ext uri="{FF2B5EF4-FFF2-40B4-BE49-F238E27FC236}">
                <a16:creationId xmlns:a16="http://schemas.microsoft.com/office/drawing/2014/main" id="{F67648D0-D29C-4770-970D-34EA1862DE16}"/>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d44a0aa663fe4bbf"/>
              </a:rPr>
              <a:t>⌂</a:t>
            </a:r>
          </a:p>
        </p:txBody>
      </p:sp>
      <p:sp>
        <p:nvSpPr>
          <p:cNvPr id="2" name="title-669">
            <a:extLst xmlns:a="http://schemas.openxmlformats.org/drawingml/2006/main">
              <a:ext uri="{FF2B5EF4-FFF2-40B4-BE49-F238E27FC236}">
                <a16:creationId xmlns:a16="http://schemas.microsoft.com/office/drawing/2014/main" id="{280551B3-525D-4EED-9C52-9563B139A4EB}"/>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בדיקה עצמית</a:t>
            </a:r>
          </a:p>
        </p:txBody>
      </p:sp>
      <p:sp>
        <p:nvSpPr>
          <p:cNvPr id="3" name="text-670">
            <a:extLst xmlns:a="http://schemas.openxmlformats.org/drawingml/2006/main">
              <a:ext uri="{FF2B5EF4-FFF2-40B4-BE49-F238E27FC236}">
                <a16:creationId xmlns:a16="http://schemas.microsoft.com/office/drawing/2014/main" id="{F43252D0-6EBA-40F6-9D95-01EB5B71E10A}"/>
              </a:ext>
            </a:extLst>
          </p:cNvPr>
          <p:cNvSpPr>
            <a:spLocks xmlns:a="http://schemas.openxmlformats.org/drawingml/2006/main" noGrp="1"/>
          </p:cNvSpPr>
          <p:nvPr/>
        </p:nvSpPr>
        <p:spPr>
          <a:xfrm xmlns:a="http://schemas.openxmlformats.org/drawingml/2006/main">
            <a:off x="857250" y="1562100"/>
            <a:ext cx="10477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375" b="1">
                <a:solidFill>
                  <a:srgbClr val="F7F7F2"/>
                </a:solidFill>
                <a:latin typeface="Nunito"/>
                <a:ea typeface="Nunito"/>
                <a:cs typeface="Nunito"/>
              </a:defRPr>
            </a:pPr>
            <a:r>
              <a:rPr sz="3375" b="1">
                <a:solidFill>
                  <a:srgbClr val="F7F7F2"/>
                </a:solidFill>
                <a:latin typeface="Nunito"/>
                <a:ea typeface="Nunito"/>
                <a:cs typeface="Nunito"/>
              </a:rPr>
              <a:t>Read your essay and improve two things.</a:t>
            </a:r>
          </a:p>
        </p:txBody>
      </p:sp>
      <p:sp>
        <p:nvSpPr>
          <p:cNvPr id="4" name="text-671">
            <a:extLst xmlns:a="http://schemas.openxmlformats.org/drawingml/2006/main">
              <a:ext uri="{FF2B5EF4-FFF2-40B4-BE49-F238E27FC236}">
                <a16:creationId xmlns:a16="http://schemas.microsoft.com/office/drawing/2014/main" id="{A73F97A8-E094-4205-BD14-A59F85639323}"/>
              </a:ext>
            </a:extLst>
          </p:cNvPr>
          <p:cNvSpPr>
            <a:spLocks xmlns:a="http://schemas.openxmlformats.org/drawingml/2006/main" noGrp="1"/>
          </p:cNvSpPr>
          <p:nvPr/>
        </p:nvSpPr>
        <p:spPr>
          <a:xfrm xmlns:a="http://schemas.openxmlformats.org/drawingml/2006/main">
            <a:off x="952500" y="3143250"/>
            <a:ext cx="1028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325" b="1" lang="he-IL">
                <a:solidFill>
                  <a:srgbClr val="A9BDD2"/>
                </a:solidFill>
                <a:latin typeface="Heebo"/>
                <a:ea typeface="Heebo"/>
                <a:cs typeface="Heebo"/>
              </a:defRPr>
            </a:pPr>
            <a:r>
              <a:rPr sz="2325" b="1" lang="he-IL">
                <a:solidFill>
                  <a:srgbClr val="A9BDD2"/>
                </a:solidFill>
                <a:latin typeface="Heebo"/>
                <a:ea typeface="Heebo"/>
                <a:cs typeface="Heebo"/>
              </a:rPr>
              <a:t>בדיקה אחת של התוכן ובדיקה אחת של השפה.</a:t>
            </a:r>
          </a:p>
        </p:txBody>
      </p:sp>
      <p:sp>
        <p:nvSpPr>
          <p:cNvPr id="5" name="text-672">
            <a:extLst xmlns:a="http://schemas.openxmlformats.org/drawingml/2006/main">
              <a:ext uri="{FF2B5EF4-FFF2-40B4-BE49-F238E27FC236}">
                <a16:creationId xmlns:a16="http://schemas.microsoft.com/office/drawing/2014/main" id="{00E7BD03-F9C3-4BED-A124-BAF8BCF168C2}"/>
              </a:ext>
            </a:extLst>
          </p:cNvPr>
          <p:cNvSpPr>
            <a:spLocks xmlns:a="http://schemas.openxmlformats.org/drawingml/2006/main" noGrp="1"/>
          </p:cNvSpPr>
          <p:nvPr/>
        </p:nvSpPr>
        <p:spPr>
          <a:xfrm xmlns:a="http://schemas.openxmlformats.org/drawingml/2006/main">
            <a:off x="952500" y="4343400"/>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375" b="1">
                <a:solidFill>
                  <a:srgbClr val="FFC857"/>
                </a:solidFill>
                <a:latin typeface="Nunito"/>
                <a:ea typeface="Nunito"/>
                <a:cs typeface="Nunito"/>
              </a:defRPr>
            </a:pPr>
            <a:r>
              <a:rPr sz="6375" b="1">
                <a:solidFill>
                  <a:srgbClr val="FFC857"/>
                </a:solidFill>
                <a:latin typeface="Nunito"/>
                <a:ea typeface="Nunito"/>
                <a:cs typeface="Nunito"/>
              </a:rPr>
              <a:t>02:00</a:t>
            </a:r>
          </a:p>
        </p:txBody>
      </p:sp>
      <p:sp>
        <p:nvSpPr>
          <p:cNvPr id="6" name="text-673">
            <a:extLst xmlns:a="http://schemas.openxmlformats.org/drawingml/2006/main">
              <a:ext uri="{FF2B5EF4-FFF2-40B4-BE49-F238E27FC236}">
                <a16:creationId xmlns:a16="http://schemas.microsoft.com/office/drawing/2014/main" id="{1404346C-06FF-4B96-8D06-4AE5BA328C24}"/>
              </a:ext>
            </a:extLst>
          </p:cNvPr>
          <p:cNvSpPr>
            <a:spLocks xmlns:a="http://schemas.openxmlformats.org/drawingml/2006/main" noGrp="1"/>
          </p:cNvSpPr>
          <p:nvPr/>
        </p:nvSpPr>
        <p:spPr>
          <a:xfrm xmlns:a="http://schemas.openxmlformats.org/drawingml/2006/main">
            <a:off x="952500" y="5553075"/>
            <a:ext cx="1028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00" b="1" lang="he-IL">
                <a:solidFill>
                  <a:srgbClr val="4EE5FF"/>
                </a:solidFill>
                <a:latin typeface="Heebo"/>
                <a:ea typeface="Heebo"/>
                <a:cs typeface="Heebo"/>
              </a:defRPr>
            </a:pPr>
            <a:r>
              <a:rPr sz="1800" b="1" lang="he-IL">
                <a:solidFill>
                  <a:srgbClr val="4EE5FF"/>
                </a:solidFill>
                <a:latin typeface="Heebo"/>
                <a:ea typeface="Heebo"/>
                <a:cs typeface="Heebo"/>
                <a:hlinkClick xmlns:r="http://schemas.openxmlformats.org/officeDocument/2006/relationships" r:id="R783c8f9db6204d1c"/>
              </a:rPr>
              <a:t>שעון פעיל במצגת באתר</a:t>
            </a:r>
          </a:p>
        </p:txBody>
      </p:sp>
      <p:sp>
        <p:nvSpPr>
          <p:cNvPr id="7" name="text-674">
            <a:extLst xmlns:a="http://schemas.openxmlformats.org/drawingml/2006/main">
              <a:ext uri="{FF2B5EF4-FFF2-40B4-BE49-F238E27FC236}">
                <a16:creationId xmlns:a16="http://schemas.microsoft.com/office/drawing/2014/main" id="{97E18779-9054-48A2-B0C3-C96FC0036365}"/>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91 / 96</a:t>
            </a:r>
          </a:p>
        </p:txBody>
      </p:sp>
    </p:spTree>
    <p:extLst>
      <p:ext uri="{BB962C8B-B14F-4D97-AF65-F5344CB8AC3E}">
        <p14:creationId xmlns:p14="http://schemas.microsoft.com/office/powerpoint/2010/main" val="1350949543"/>
      </p:ext>
    </p:extLst>
  </p:cSld>
</p:sld>
</file>

<file path=ppt/slides/slide9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675">
            <a:extLst xmlns:a="http://schemas.openxmlformats.org/drawingml/2006/main">
              <a:ext uri="{FF2B5EF4-FFF2-40B4-BE49-F238E27FC236}">
                <a16:creationId xmlns:a16="http://schemas.microsoft.com/office/drawing/2014/main" id="{EFD8BDBC-F939-487C-B988-FE4D26107B37}"/>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fc4702f0572e4712"/>
              </a:rPr>
              <a:t>⌂</a:t>
            </a:r>
          </a:p>
        </p:txBody>
      </p:sp>
      <p:sp>
        <p:nvSpPr>
          <p:cNvPr id="2" name="title-676">
            <a:extLst xmlns:a="http://schemas.openxmlformats.org/drawingml/2006/main">
              <a:ext uri="{FF2B5EF4-FFF2-40B4-BE49-F238E27FC236}">
                <a16:creationId xmlns:a16="http://schemas.microsoft.com/office/drawing/2014/main" id="{4FA59306-5DAA-4955-8039-41CC8D71CA62}"/>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סימון לצורך משוב</a:t>
            </a:r>
          </a:p>
        </p:txBody>
      </p:sp>
      <p:sp>
        <p:nvSpPr>
          <p:cNvPr id="3" name="text-677">
            <a:extLst xmlns:a="http://schemas.openxmlformats.org/drawingml/2006/main">
              <a:ext uri="{FF2B5EF4-FFF2-40B4-BE49-F238E27FC236}">
                <a16:creationId xmlns:a16="http://schemas.microsoft.com/office/drawing/2014/main" id="{7253A090-DD1C-4839-B068-615C8BB4DA75}"/>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gerund / passive / perfect / conditional</a:t>
            </a:r>
          </a:p>
        </p:txBody>
      </p:sp>
      <p:sp>
        <p:nvSpPr>
          <p:cNvPr id="4" name="text-678">
            <a:extLst xmlns:a="http://schemas.openxmlformats.org/drawingml/2006/main">
              <a:ext uri="{FF2B5EF4-FFF2-40B4-BE49-F238E27FC236}">
                <a16:creationId xmlns:a16="http://schemas.microsoft.com/office/drawing/2014/main" id="{A55FDE56-238D-4964-9B78-30A0B001E5FD}"/>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היעד הכיתתי: ארבעה מבנים מתאימים. סמנו אותם והקיפו את מילות הקישור.</a:t>
            </a:r>
          </a:p>
        </p:txBody>
      </p:sp>
      <p:sp>
        <p:nvSpPr>
          <p:cNvPr id="5" name="text-679">
            <a:extLst xmlns:a="http://schemas.openxmlformats.org/drawingml/2006/main">
              <a:ext uri="{FF2B5EF4-FFF2-40B4-BE49-F238E27FC236}">
                <a16:creationId xmlns:a16="http://schemas.microsoft.com/office/drawing/2014/main" id="{D0B3076C-8419-47A8-ACA0-440E914A7AEF}"/>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92 / 96</a:t>
            </a:r>
          </a:p>
        </p:txBody>
      </p:sp>
    </p:spTree>
    <p:extLst>
      <p:ext uri="{BB962C8B-B14F-4D97-AF65-F5344CB8AC3E}">
        <p14:creationId xmlns:p14="http://schemas.microsoft.com/office/powerpoint/2010/main" val="492457391"/>
      </p:ext>
    </p:extLst>
  </p:cSld>
</p:sld>
</file>

<file path=ppt/slides/slide9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680">
            <a:extLst xmlns:a="http://schemas.openxmlformats.org/drawingml/2006/main">
              <a:ext uri="{FF2B5EF4-FFF2-40B4-BE49-F238E27FC236}">
                <a16:creationId xmlns:a16="http://schemas.microsoft.com/office/drawing/2014/main" id="{EAC0555F-E62C-491B-A716-BFD310FB7F4F}"/>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19e35c8d7a264860"/>
              </a:rPr>
              <a:t>⌂</a:t>
            </a:r>
          </a:p>
        </p:txBody>
      </p:sp>
      <p:sp>
        <p:nvSpPr>
          <p:cNvPr id="2" name="title-681">
            <a:extLst xmlns:a="http://schemas.openxmlformats.org/drawingml/2006/main">
              <a:ext uri="{FF2B5EF4-FFF2-40B4-BE49-F238E27FC236}">
                <a16:creationId xmlns:a16="http://schemas.microsoft.com/office/drawing/2014/main" id="{DA598AB7-7240-42A7-A4AD-3038047B2817}"/>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הפוגה קצרה</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6c0254298bc343c3"/>
          <a:stretch xmlns:a="http://schemas.openxmlformats.org/drawingml/2006/main"/>
        </p:blipFill>
        <p:spPr>
          <a:xfrm xmlns:a="http://schemas.openxmlformats.org/drawingml/2006/main">
            <a:off x="4286250" y="1304925"/>
            <a:ext cx="3619500" cy="3619500"/>
          </a:xfrm>
          <a:prstGeom xmlns:a="http://schemas.openxmlformats.org/drawingml/2006/main" prst="rect">
            <a:avLst/>
          </a:prstGeom>
        </p:spPr>
      </p:pic>
      <p:sp>
        <p:nvSpPr>
          <p:cNvPr id="4" name="text-682">
            <a:extLst xmlns:a="http://schemas.openxmlformats.org/drawingml/2006/main">
              <a:ext uri="{FF2B5EF4-FFF2-40B4-BE49-F238E27FC236}">
                <a16:creationId xmlns:a16="http://schemas.microsoft.com/office/drawing/2014/main" id="{17971E20-7903-4D24-B913-C737E91A7F1F}"/>
              </a:ext>
            </a:extLst>
          </p:cNvPr>
          <p:cNvSpPr>
            <a:spLocks xmlns:a="http://schemas.openxmlformats.org/drawingml/2006/main" noGrp="1"/>
          </p:cNvSpPr>
          <p:nvPr/>
        </p:nvSpPr>
        <p:spPr>
          <a:xfrm xmlns:a="http://schemas.openxmlformats.org/drawingml/2006/main">
            <a:off x="7620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FC857"/>
                </a:solidFill>
                <a:latin typeface="Nunito"/>
                <a:ea typeface="Nunito"/>
                <a:cs typeface="Nunito"/>
              </a:defRPr>
            </a:pPr>
            <a:r>
              <a:rPr sz="2700" b="1">
                <a:solidFill>
                  <a:srgbClr val="FFC857"/>
                </a:solidFill>
                <a:latin typeface="Nunito"/>
                <a:ea typeface="Nunito"/>
                <a:cs typeface="Nunito"/>
              </a:rPr>
              <a:t>Everyone should be included. Even the chair needs practice.</a:t>
            </a:r>
          </a:p>
        </p:txBody>
      </p:sp>
      <p:sp>
        <p:nvSpPr>
          <p:cNvPr id="5" name="text-683">
            <a:extLst xmlns:a="http://schemas.openxmlformats.org/drawingml/2006/main">
              <a:ext uri="{FF2B5EF4-FFF2-40B4-BE49-F238E27FC236}">
                <a16:creationId xmlns:a16="http://schemas.microsoft.com/office/drawing/2014/main" id="{29F52027-3472-416C-AC36-2E4D6680F239}"/>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93 / 96</a:t>
            </a:r>
          </a:p>
        </p:txBody>
      </p:sp>
    </p:spTree>
    <p:extLst>
      <p:ext uri="{BB962C8B-B14F-4D97-AF65-F5344CB8AC3E}">
        <p14:creationId xmlns:p14="http://schemas.microsoft.com/office/powerpoint/2010/main" val="58069149"/>
      </p:ext>
    </p:extLst>
  </p:cSld>
</p:sld>
</file>

<file path=ppt/slides/slide9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684">
            <a:extLst xmlns:a="http://schemas.openxmlformats.org/drawingml/2006/main">
              <a:ext uri="{FF2B5EF4-FFF2-40B4-BE49-F238E27FC236}">
                <a16:creationId xmlns:a16="http://schemas.microsoft.com/office/drawing/2014/main" id="{DAD5BE68-8ED4-4584-AC1A-88ED558B4941}"/>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6a1aba84b85f4a25"/>
              </a:rPr>
              <a:t>⌂</a:t>
            </a:r>
          </a:p>
        </p:txBody>
      </p:sp>
      <p:sp>
        <p:nvSpPr>
          <p:cNvPr id="2" name="title-685">
            <a:extLst xmlns:a="http://schemas.openxmlformats.org/drawingml/2006/main">
              <a:ext uri="{FF2B5EF4-FFF2-40B4-BE49-F238E27FC236}">
                <a16:creationId xmlns:a16="http://schemas.microsoft.com/office/drawing/2014/main" id="{60BF25F0-5EF4-4059-9D47-B39E7D4FF5D4}"/>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כרטיס יציאה</a:t>
            </a:r>
          </a:p>
        </p:txBody>
      </p:sp>
      <p:sp>
        <p:nvSpPr>
          <p:cNvPr id="3" name="text-686">
            <a:extLst xmlns:a="http://schemas.openxmlformats.org/drawingml/2006/main">
              <a:ext uri="{FF2B5EF4-FFF2-40B4-BE49-F238E27FC236}">
                <a16:creationId xmlns:a16="http://schemas.microsoft.com/office/drawing/2014/main" id="{57250F94-987C-4ABD-823E-898F4A939F53}"/>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improvement makes the essay stronger?</a:t>
            </a:r>
          </a:p>
        </p:txBody>
      </p:sp>
      <p:sp>
        <p:nvSpPr>
          <p:cNvPr id="4" name="text-687">
            <a:extLst xmlns:a="http://schemas.openxmlformats.org/drawingml/2006/main">
              <a:ext uri="{FF2B5EF4-FFF2-40B4-BE49-F238E27FC236}">
                <a16:creationId xmlns:a16="http://schemas.microsoft.com/office/drawing/2014/main" id="{1DB4D3AF-D417-4AA4-8B46-4ED8863A638A}"/>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Adding a difficult structure to every sentence.</a:t>
            </a:r>
          </a:p>
        </p:txBody>
      </p:sp>
      <p:sp>
        <p:nvSpPr>
          <p:cNvPr id="5" name="text-688">
            <a:extLst xmlns:a="http://schemas.openxmlformats.org/drawingml/2006/main">
              <a:ext uri="{FF2B5EF4-FFF2-40B4-BE49-F238E27FC236}">
                <a16:creationId xmlns:a16="http://schemas.microsoft.com/office/drawing/2014/main" id="{67CF7CE6-5CE0-474B-9DF8-280175075D9B}"/>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B   Using clear reasons and grammar that fits the meaning.</a:t>
            </a:r>
          </a:p>
        </p:txBody>
      </p:sp>
      <p:sp>
        <p:nvSpPr>
          <p:cNvPr id="6" name="text-689">
            <a:extLst xmlns:a="http://schemas.openxmlformats.org/drawingml/2006/main">
              <a:ext uri="{FF2B5EF4-FFF2-40B4-BE49-F238E27FC236}">
                <a16:creationId xmlns:a16="http://schemas.microsoft.com/office/drawing/2014/main" id="{D75478B9-E256-43BE-A542-1CEA08823DD0}"/>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Writing as many connectors as possible.</a:t>
            </a:r>
          </a:p>
        </p:txBody>
      </p:sp>
      <p:sp>
        <p:nvSpPr>
          <p:cNvPr id="7" name="text-690">
            <a:extLst xmlns:a="http://schemas.openxmlformats.org/drawingml/2006/main">
              <a:ext uri="{FF2B5EF4-FFF2-40B4-BE49-F238E27FC236}">
                <a16:creationId xmlns:a16="http://schemas.microsoft.com/office/drawing/2014/main" id="{86A4B8D2-1B44-4280-9C04-2E9D6D7C201B}"/>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94 / 96</a:t>
            </a:r>
          </a:p>
        </p:txBody>
      </p:sp>
    </p:spTree>
    <p:extLst>
      <p:ext uri="{BB962C8B-B14F-4D97-AF65-F5344CB8AC3E}">
        <p14:creationId xmlns:p14="http://schemas.microsoft.com/office/powerpoint/2010/main" val="1913194455"/>
      </p:ext>
    </p:extLst>
  </p:cSld>
</p:sld>
</file>

<file path=ppt/slides/slide9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9" name="text-691">
            <a:extLst xmlns:a="http://schemas.openxmlformats.org/drawingml/2006/main">
              <a:ext uri="{FF2B5EF4-FFF2-40B4-BE49-F238E27FC236}">
                <a16:creationId xmlns:a16="http://schemas.microsoft.com/office/drawing/2014/main" id="{B3419C41-DC69-476A-AA9B-328FE8BC0A62}"/>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d59b62772c2e48b1"/>
              </a:rPr>
              <a:t>⌂</a:t>
            </a:r>
          </a:p>
        </p:txBody>
      </p:sp>
      <p:sp>
        <p:nvSpPr>
          <p:cNvPr id="2" name="title-692">
            <a:extLst xmlns:a="http://schemas.openxmlformats.org/drawingml/2006/main">
              <a:ext uri="{FF2B5EF4-FFF2-40B4-BE49-F238E27FC236}">
                <a16:creationId xmlns:a16="http://schemas.microsoft.com/office/drawing/2014/main" id="{AC5067BB-D3E0-4BB5-8760-8223E1874A35}"/>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כרטיס יציאה</a:t>
            </a:r>
          </a:p>
        </p:txBody>
      </p:sp>
      <p:sp>
        <p:nvSpPr>
          <p:cNvPr id="3" name="text-693">
            <a:extLst xmlns:a="http://schemas.openxmlformats.org/drawingml/2006/main">
              <a:ext uri="{FF2B5EF4-FFF2-40B4-BE49-F238E27FC236}">
                <a16:creationId xmlns:a16="http://schemas.microsoft.com/office/drawing/2014/main" id="{82EAB25A-2DE6-468E-9CD9-CC4A5BF6DFA8}"/>
              </a:ext>
            </a:extLst>
          </p:cNvPr>
          <p:cNvSpPr>
            <a:spLocks xmlns:a="http://schemas.openxmlformats.org/drawingml/2006/main" noGrp="1"/>
          </p:cNvSpPr>
          <p:nvPr/>
        </p:nvSpPr>
        <p:spPr>
          <a:xfrm xmlns:a="http://schemas.openxmlformats.org/drawingml/2006/main">
            <a:off x="857250" y="1304925"/>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F7F7F2"/>
                </a:solidFill>
                <a:latin typeface="Nunito"/>
                <a:ea typeface="Nunito"/>
                <a:cs typeface="Nunito"/>
              </a:defRPr>
            </a:pPr>
            <a:r>
              <a:rPr sz="3000" b="1">
                <a:solidFill>
                  <a:srgbClr val="F7F7F2"/>
                </a:solidFill>
                <a:latin typeface="Nunito"/>
                <a:ea typeface="Nunito"/>
                <a:cs typeface="Nunito"/>
              </a:rPr>
              <a:t>Which improvement makes the essay stronger?</a:t>
            </a:r>
          </a:p>
        </p:txBody>
      </p:sp>
      <p:sp>
        <p:nvSpPr>
          <p:cNvPr id="4" name="text-694">
            <a:extLst xmlns:a="http://schemas.openxmlformats.org/drawingml/2006/main">
              <a:ext uri="{FF2B5EF4-FFF2-40B4-BE49-F238E27FC236}">
                <a16:creationId xmlns:a16="http://schemas.microsoft.com/office/drawing/2014/main" id="{59B0C1CE-8459-467A-95B2-8061B3A7596E}"/>
              </a:ext>
            </a:extLst>
          </p:cNvPr>
          <p:cNvSpPr>
            <a:spLocks xmlns:a="http://schemas.openxmlformats.org/drawingml/2006/main" noGrp="1"/>
          </p:cNvSpPr>
          <p:nvPr/>
        </p:nvSpPr>
        <p:spPr>
          <a:xfrm xmlns:a="http://schemas.openxmlformats.org/drawingml/2006/main">
            <a:off x="904875" y="24193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A   Adding a difficult structure to every sentence.</a:t>
            </a:r>
          </a:p>
        </p:txBody>
      </p:sp>
      <p:sp>
        <p:nvSpPr>
          <p:cNvPr id="5" name="text-695">
            <a:extLst xmlns:a="http://schemas.openxmlformats.org/drawingml/2006/main">
              <a:ext uri="{FF2B5EF4-FFF2-40B4-BE49-F238E27FC236}">
                <a16:creationId xmlns:a16="http://schemas.microsoft.com/office/drawing/2014/main" id="{C8830759-8994-4991-9FB1-7A8364237B6B}"/>
              </a:ext>
            </a:extLst>
          </p:cNvPr>
          <p:cNvSpPr>
            <a:spLocks xmlns:a="http://schemas.openxmlformats.org/drawingml/2006/main" noGrp="1"/>
          </p:cNvSpPr>
          <p:nvPr/>
        </p:nvSpPr>
        <p:spPr>
          <a:xfrm xmlns:a="http://schemas.openxmlformats.org/drawingml/2006/main">
            <a:off x="904875" y="32575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DFFF5B"/>
                </a:solidFill>
                <a:latin typeface="Nunito"/>
                <a:ea typeface="Nunito"/>
                <a:cs typeface="Nunito"/>
              </a:defRPr>
            </a:pPr>
            <a:r>
              <a:rPr sz="2325" b="1">
                <a:solidFill>
                  <a:srgbClr val="DFFF5B"/>
                </a:solidFill>
                <a:latin typeface="Nunito"/>
                <a:ea typeface="Nunito"/>
                <a:cs typeface="Nunito"/>
              </a:rPr>
              <a:t>B   Using clear reasons and grammar that fits the meaning.</a:t>
            </a:r>
          </a:p>
        </p:txBody>
      </p:sp>
      <p:sp>
        <p:nvSpPr>
          <p:cNvPr id="6" name="text-696">
            <a:extLst xmlns:a="http://schemas.openxmlformats.org/drawingml/2006/main">
              <a:ext uri="{FF2B5EF4-FFF2-40B4-BE49-F238E27FC236}">
                <a16:creationId xmlns:a16="http://schemas.microsoft.com/office/drawing/2014/main" id="{D02E5499-912C-4341-830E-2CC0F45F91E3}"/>
              </a:ext>
            </a:extLst>
          </p:cNvPr>
          <p:cNvSpPr>
            <a:spLocks xmlns:a="http://schemas.openxmlformats.org/drawingml/2006/main" noGrp="1"/>
          </p:cNvSpPr>
          <p:nvPr/>
        </p:nvSpPr>
        <p:spPr>
          <a:xfrm xmlns:a="http://schemas.openxmlformats.org/drawingml/2006/main">
            <a:off x="904875" y="4095750"/>
            <a:ext cx="1038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7F7F2"/>
                </a:solidFill>
                <a:latin typeface="Nunito"/>
                <a:ea typeface="Nunito"/>
                <a:cs typeface="Nunito"/>
              </a:defRPr>
            </a:pPr>
            <a:r>
              <a:rPr sz="2325" b="1">
                <a:solidFill>
                  <a:srgbClr val="F7F7F2"/>
                </a:solidFill>
                <a:latin typeface="Nunito"/>
                <a:ea typeface="Nunito"/>
                <a:cs typeface="Nunito"/>
              </a:rPr>
              <a:t>C   Writing as many connectors as possible.</a:t>
            </a:r>
          </a:p>
        </p:txBody>
      </p:sp>
      <p:sp>
        <p:nvSpPr>
          <p:cNvPr id="7" name="text-697">
            <a:extLst xmlns:a="http://schemas.openxmlformats.org/drawingml/2006/main">
              <a:ext uri="{FF2B5EF4-FFF2-40B4-BE49-F238E27FC236}">
                <a16:creationId xmlns:a16="http://schemas.microsoft.com/office/drawing/2014/main" id="{2ADF5092-4C6C-45CE-8E2B-76BA9F679286}"/>
              </a:ext>
            </a:extLst>
          </p:cNvPr>
          <p:cNvSpPr>
            <a:spLocks xmlns:a="http://schemas.openxmlformats.org/drawingml/2006/main" noGrp="1"/>
          </p:cNvSpPr>
          <p:nvPr/>
        </p:nvSpPr>
        <p:spPr>
          <a:xfrm xmlns:a="http://schemas.openxmlformats.org/drawingml/2006/main">
            <a:off x="904875" y="5143500"/>
            <a:ext cx="103822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DFFF5B"/>
                </a:solidFill>
                <a:latin typeface="Heebo"/>
                <a:ea typeface="Heebo"/>
                <a:cs typeface="Heebo"/>
              </a:defRPr>
            </a:pPr>
            <a:r>
              <a:rPr sz="2100" b="1" lang="he-IL">
                <a:solidFill>
                  <a:srgbClr val="DFFF5B"/>
                </a:solidFill>
                <a:latin typeface="Heebo"/>
                <a:ea typeface="Heebo"/>
                <a:cs typeface="Heebo"/>
              </a:rPr>
              <a:t>החיבור מתחזק כשהטיעון ברור והשפה מדויקת ומתאימה למשמעות.</a:t>
            </a:r>
          </a:p>
        </p:txBody>
      </p:sp>
      <p:sp>
        <p:nvSpPr>
          <p:cNvPr id="8" name="text-698">
            <a:extLst xmlns:a="http://schemas.openxmlformats.org/drawingml/2006/main">
              <a:ext uri="{FF2B5EF4-FFF2-40B4-BE49-F238E27FC236}">
                <a16:creationId xmlns:a16="http://schemas.microsoft.com/office/drawing/2014/main" id="{357FA489-E762-472E-8B1B-D49C51266AF4}"/>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95 / 96</a:t>
            </a:r>
          </a:p>
        </p:txBody>
      </p:sp>
    </p:spTree>
    <p:extLst>
      <p:ext uri="{BB962C8B-B14F-4D97-AF65-F5344CB8AC3E}">
        <p14:creationId xmlns:p14="http://schemas.microsoft.com/office/powerpoint/2010/main" val="2035155471"/>
      </p:ext>
    </p:extLst>
  </p:cSld>
</p:sld>
</file>

<file path=ppt/slides/slide9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699">
            <a:extLst xmlns:a="http://schemas.openxmlformats.org/drawingml/2006/main">
              <a:ext uri="{FF2B5EF4-FFF2-40B4-BE49-F238E27FC236}">
                <a16:creationId xmlns:a16="http://schemas.microsoft.com/office/drawing/2014/main" id="{ABF343E1-AC38-4566-8EC0-F721D6AF5678}"/>
              </a:ext>
            </a:extLst>
          </p:cNvPr>
          <p:cNvSpPr>
            <a:spLocks xmlns:a="http://schemas.openxmlformats.org/drawingml/2006/main" noGrp="1"/>
          </p:cNvSpPr>
          <p:nvPr/>
        </p:nvSpPr>
        <p:spPr>
          <a:xfrm xmlns:a="http://schemas.openxmlformats.org/drawingml/2006/main">
            <a:off x="361950" y="2857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0">
                <a:solidFill>
                  <a:srgbClr val="F7F7F2"/>
                </a:solidFill>
                <a:latin typeface="Nunito"/>
                <a:ea typeface="Nunito"/>
                <a:cs typeface="Nunito"/>
              </a:defRPr>
            </a:pPr>
            <a:r>
              <a:rPr sz="2250" b="0">
                <a:solidFill>
                  <a:srgbClr val="F7F7F2"/>
                </a:solidFill>
                <a:latin typeface="Nunito"/>
                <a:ea typeface="Nunito"/>
                <a:cs typeface="Nunito"/>
                <a:hlinkClick xmlns:r="http://schemas.openxmlformats.org/officeDocument/2006/relationships" r:id="R8b07e02d4df04e05"/>
              </a:rPr>
              <a:t>⌂</a:t>
            </a:r>
          </a:p>
        </p:txBody>
      </p:sp>
      <p:sp>
        <p:nvSpPr>
          <p:cNvPr id="2" name="title-700">
            <a:extLst xmlns:a="http://schemas.openxmlformats.org/drawingml/2006/main">
              <a:ext uri="{FF2B5EF4-FFF2-40B4-BE49-F238E27FC236}">
                <a16:creationId xmlns:a16="http://schemas.microsoft.com/office/drawing/2014/main" id="{22BC1C42-F7D1-4182-B29E-B4ACE0656D15}"/>
              </a:ext>
            </a:extLst>
          </p:cNvPr>
          <p:cNvSpPr>
            <a:spLocks xmlns:a="http://schemas.openxmlformats.org/drawingml/2006/main" noGrp="1"/>
          </p:cNvSpPr>
          <p:nvPr/>
        </p:nvSpPr>
        <p:spPr>
          <a:xfrm xmlns:a="http://schemas.openxmlformats.org/drawingml/2006/main">
            <a:off x="904875" y="5048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100" b="1" lang="he-IL">
                <a:solidFill>
                  <a:srgbClr val="4EE5FF"/>
                </a:solidFill>
                <a:latin typeface="Heebo"/>
                <a:ea typeface="Heebo"/>
                <a:cs typeface="Heebo"/>
              </a:defRPr>
            </a:pPr>
            <a:r>
              <a:rPr sz="2100" b="1" lang="he-IL">
                <a:solidFill>
                  <a:srgbClr val="4EE5FF"/>
                </a:solidFill>
                <a:latin typeface="Heebo"/>
                <a:ea typeface="Heebo"/>
                <a:cs typeface="Heebo"/>
              </a:rPr>
              <a:t>להמשך התרגול</a:t>
            </a:r>
          </a:p>
        </p:txBody>
      </p:sp>
      <p:sp>
        <p:nvSpPr>
          <p:cNvPr id="3" name="text-701">
            <a:extLst xmlns:a="http://schemas.openxmlformats.org/drawingml/2006/main">
              <a:ext uri="{FF2B5EF4-FFF2-40B4-BE49-F238E27FC236}">
                <a16:creationId xmlns:a16="http://schemas.microsoft.com/office/drawing/2014/main" id="{7B20D3C0-1CBA-4BC5-86AF-8270FDE4010F}"/>
              </a:ext>
            </a:extLst>
          </p:cNvPr>
          <p:cNvSpPr>
            <a:spLocks xmlns:a="http://schemas.openxmlformats.org/drawingml/2006/main" noGrp="1"/>
          </p:cNvSpPr>
          <p:nvPr/>
        </p:nvSpPr>
        <p:spPr>
          <a:xfrm xmlns:a="http://schemas.openxmlformats.org/drawingml/2006/main">
            <a:off x="809625" y="1438275"/>
            <a:ext cx="1057275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450" b="1">
                <a:solidFill>
                  <a:srgbClr val="F7F7F2"/>
                </a:solidFill>
                <a:latin typeface="Nunito"/>
                <a:ea typeface="Nunito"/>
                <a:cs typeface="Nunito"/>
              </a:defRPr>
            </a:pPr>
            <a:r>
              <a:rPr sz="3450" b="1">
                <a:solidFill>
                  <a:srgbClr val="F7F7F2"/>
                </a:solidFill>
                <a:latin typeface="Nunito"/>
                <a:ea typeface="Nunito"/>
                <a:cs typeface="Nunito"/>
              </a:rPr>
              <a:t>One clear opinion. Two developed reasons. A relevant conclusion.</a:t>
            </a:r>
          </a:p>
        </p:txBody>
      </p:sp>
      <p:sp>
        <p:nvSpPr>
          <p:cNvPr id="4" name="text-702">
            <a:extLst xmlns:a="http://schemas.openxmlformats.org/drawingml/2006/main">
              <a:ext uri="{FF2B5EF4-FFF2-40B4-BE49-F238E27FC236}">
                <a16:creationId xmlns:a16="http://schemas.microsoft.com/office/drawing/2014/main" id="{391B6B8C-E888-43E6-9469-900E1BED0100}"/>
              </a:ext>
            </a:extLst>
          </p:cNvPr>
          <p:cNvSpPr>
            <a:spLocks xmlns:a="http://schemas.openxmlformats.org/drawingml/2006/main" noGrp="1"/>
          </p:cNvSpPr>
          <p:nvPr/>
        </p:nvSpPr>
        <p:spPr>
          <a:xfrm xmlns:a="http://schemas.openxmlformats.org/drawingml/2006/main">
            <a:off x="876300" y="4524375"/>
            <a:ext cx="104394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1" lang="he-IL">
                <a:solidFill>
                  <a:srgbClr val="A9BDD2"/>
                </a:solidFill>
                <a:latin typeface="Heebo"/>
                <a:ea typeface="Heebo"/>
                <a:cs typeface="Heebo"/>
              </a:defRPr>
            </a:pPr>
            <a:r>
              <a:rPr sz="2475" b="1" lang="he-IL">
                <a:solidFill>
                  <a:srgbClr val="A9BDD2"/>
                </a:solidFill>
                <a:latin typeface="Heebo"/>
                <a:ea typeface="Heebo"/>
                <a:cs typeface="Heebo"/>
              </a:rPr>
              <a:t>סיימו את החיבור, תקנו אותו ושמרו את שתי הגרסאות להשוואה.</a:t>
            </a:r>
          </a:p>
        </p:txBody>
      </p:sp>
      <p:sp>
        <p:nvSpPr>
          <p:cNvPr id="5" name="text-703">
            <a:extLst xmlns:a="http://schemas.openxmlformats.org/drawingml/2006/main">
              <a:ext uri="{FF2B5EF4-FFF2-40B4-BE49-F238E27FC236}">
                <a16:creationId xmlns:a16="http://schemas.microsoft.com/office/drawing/2014/main" id="{BB6550B7-0C19-4970-8E27-F2E8743E81EF}"/>
              </a:ext>
            </a:extLst>
          </p:cNvPr>
          <p:cNvSpPr>
            <a:spLocks xmlns:a="http://schemas.openxmlformats.org/drawingml/2006/main" noGrp="1"/>
          </p:cNvSpPr>
          <p:nvPr/>
        </p:nvSpPr>
        <p:spPr>
          <a:xfrm xmlns:a="http://schemas.openxmlformats.org/drawingml/2006/main">
            <a:off x="104775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9BDD2"/>
                </a:solidFill>
                <a:latin typeface="Nunito"/>
                <a:ea typeface="Nunito"/>
                <a:cs typeface="Nunito"/>
              </a:defRPr>
            </a:pPr>
            <a:r>
              <a:rPr sz="1275" b="0">
                <a:solidFill>
                  <a:srgbClr val="A9BDD2"/>
                </a:solidFill>
                <a:latin typeface="Nunito"/>
                <a:ea typeface="Nunito"/>
                <a:cs typeface="Nunito"/>
              </a:rPr>
              <a:t>96 / 96</a:t>
            </a:r>
          </a:p>
        </p:txBody>
      </p:sp>
    </p:spTree>
    <p:extLst>
      <p:ext uri="{BB962C8B-B14F-4D97-AF65-F5344CB8AC3E}">
        <p14:creationId xmlns:p14="http://schemas.microsoft.com/office/powerpoint/2010/main" val="7177352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EE5FF"/>
      </a:hlink>
      <a:folHlink>
        <a:srgbClr val="4EE5FF"/>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2026-09-16T11:47:25.0580000Z</dcterms:created>
  <dcterms:modified xsi:type="dcterms:W3CDTF">2026-09-16T11:47:25.0580000Z</dcterms:modified>
</coreProperties>
</file>