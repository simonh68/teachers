
<file path=[Content_Types].xml><?xml version="1.0" encoding="utf-8"?>
<Types xmlns="http://schemas.openxmlformats.org/package/2006/content-types">
  <Default Extension="xml" ContentType="application/vnd.openxmlformats-package.core-properties+xml"/>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9adccff52d14949" /><Relationship Type="http://schemas.openxmlformats.org/officeDocument/2006/relationships/extended-properties" Target="/docProps/app.xml" Id="Rb72241723462477a" /><Relationship Type="http://schemas.openxmlformats.org/officeDocument/2006/relationships/officeDocument" Target="/ppt/presentation.xml" Id="Rb175a532f1244e6b" /></Relationships>
</file>

<file path=ppt/presentation.xml><?xml version="1.0" encoding="utf-8"?>
<p:presentation xmlns:p="http://schemas.openxmlformats.org/presentationml/2006/main">
  <p:sldMasterIdLst>
    <p:sldMasterId xmlns:r="http://schemas.openxmlformats.org/officeDocument/2006/relationships" id="2147483648" r:id="R4a62d8eee81d4cdd"/>
  </p:sldMasterIdLst>
  <p:notesMasterIdLst>
    <p:notesMasterId xmlns:r="http://schemas.openxmlformats.org/officeDocument/2006/relationships" r:id="R7485e3cc6159462a"/>
  </p:notesMasterIdLst>
  <p:sldIdLst>
    <p:sldId xmlns:r="http://schemas.openxmlformats.org/officeDocument/2006/relationships" id="256" r:id="R5ef3c38cf8544e2a"/>
    <p:sldId xmlns:r="http://schemas.openxmlformats.org/officeDocument/2006/relationships" id="257" r:id="R6f74b1c1b79d416a"/>
    <p:sldId xmlns:r="http://schemas.openxmlformats.org/officeDocument/2006/relationships" id="258" r:id="R079a405845c748d8"/>
    <p:sldId xmlns:r="http://schemas.openxmlformats.org/officeDocument/2006/relationships" id="259" r:id="R88119cbf898341bd"/>
    <p:sldId xmlns:r="http://schemas.openxmlformats.org/officeDocument/2006/relationships" id="260" r:id="Rbcf79a43be414d51"/>
    <p:sldId xmlns:r="http://schemas.openxmlformats.org/officeDocument/2006/relationships" id="261" r:id="R7be3e83a86b94a9a"/>
    <p:sldId xmlns:r="http://schemas.openxmlformats.org/officeDocument/2006/relationships" id="262" r:id="R4806d2fa516145d2"/>
    <p:sldId xmlns:r="http://schemas.openxmlformats.org/officeDocument/2006/relationships" id="263" r:id="R6ddeaf790b0c43b1"/>
    <p:sldId xmlns:r="http://schemas.openxmlformats.org/officeDocument/2006/relationships" id="264" r:id="Rc59fb1d094494f9b"/>
    <p:sldId xmlns:r="http://schemas.openxmlformats.org/officeDocument/2006/relationships" id="265" r:id="Ra4e19fb59cbc4270"/>
    <p:sldId xmlns:r="http://schemas.openxmlformats.org/officeDocument/2006/relationships" id="266" r:id="R88ab103401d24467"/>
    <p:sldId xmlns:r="http://schemas.openxmlformats.org/officeDocument/2006/relationships" id="267" r:id="R0b1b066e67914f12"/>
    <p:sldId xmlns:r="http://schemas.openxmlformats.org/officeDocument/2006/relationships" id="268" r:id="R21709837948446be"/>
    <p:sldId xmlns:r="http://schemas.openxmlformats.org/officeDocument/2006/relationships" id="269" r:id="Rf826b0d984a24ba7"/>
    <p:sldId xmlns:r="http://schemas.openxmlformats.org/officeDocument/2006/relationships" id="270" r:id="R3aa70bf3a3294221"/>
    <p:sldId xmlns:r="http://schemas.openxmlformats.org/officeDocument/2006/relationships" id="271" r:id="R6f6ca76503774040"/>
    <p:sldId xmlns:r="http://schemas.openxmlformats.org/officeDocument/2006/relationships" id="272" r:id="R4293c2bd33ea4407"/>
    <p:sldId xmlns:r="http://schemas.openxmlformats.org/officeDocument/2006/relationships" id="273" r:id="Reb9d8322bf0e4260"/>
    <p:sldId xmlns:r="http://schemas.openxmlformats.org/officeDocument/2006/relationships" id="274" r:id="Ra477b0c49ac54cd8"/>
    <p:sldId xmlns:r="http://schemas.openxmlformats.org/officeDocument/2006/relationships" id="275" r:id="R9ba49b374ba74e81"/>
    <p:sldId xmlns:r="http://schemas.openxmlformats.org/officeDocument/2006/relationships" id="276" r:id="R0c7e5d4de5604374"/>
    <p:sldId xmlns:r="http://schemas.openxmlformats.org/officeDocument/2006/relationships" id="277" r:id="R76d7a53c44394f98"/>
    <p:sldId xmlns:r="http://schemas.openxmlformats.org/officeDocument/2006/relationships" id="278" r:id="Rc639c05f924f4668"/>
    <p:sldId xmlns:r="http://schemas.openxmlformats.org/officeDocument/2006/relationships" id="279" r:id="Rbc93ed8363aa4cdb"/>
    <p:sldId xmlns:r="http://schemas.openxmlformats.org/officeDocument/2006/relationships" id="280" r:id="R8c69e9fc2e284e88"/>
    <p:sldId xmlns:r="http://schemas.openxmlformats.org/officeDocument/2006/relationships" id="281" r:id="R201443a1e9bd49a8"/>
    <p:sldId xmlns:r="http://schemas.openxmlformats.org/officeDocument/2006/relationships" id="282" r:id="Re0cc0a737693467b"/>
    <p:sldId xmlns:r="http://schemas.openxmlformats.org/officeDocument/2006/relationships" id="283" r:id="R0ae5bbfa2f62436e"/>
    <p:sldId xmlns:r="http://schemas.openxmlformats.org/officeDocument/2006/relationships" id="284" r:id="R81a33255c92244ff"/>
    <p:sldId xmlns:r="http://schemas.openxmlformats.org/officeDocument/2006/relationships" id="285" r:id="R74bf3edd778a402e"/>
    <p:sldId xmlns:r="http://schemas.openxmlformats.org/officeDocument/2006/relationships" id="286" r:id="R4eb5f6d95f6d405e"/>
    <p:sldId xmlns:r="http://schemas.openxmlformats.org/officeDocument/2006/relationships" id="287" r:id="R3ee60514c9194fc3"/>
    <p:sldId xmlns:r="http://schemas.openxmlformats.org/officeDocument/2006/relationships" id="288" r:id="R4a3d18f0f52b40a7"/>
    <p:sldId xmlns:r="http://schemas.openxmlformats.org/officeDocument/2006/relationships" id="289" r:id="R073d9545dcdc4a3e"/>
    <p:sldId xmlns:r="http://schemas.openxmlformats.org/officeDocument/2006/relationships" id="290" r:id="Rcbdbcba2b45a4c19"/>
    <p:sldId xmlns:r="http://schemas.openxmlformats.org/officeDocument/2006/relationships" id="291" r:id="R2970ddb7fa234a82"/>
    <p:sldId xmlns:r="http://schemas.openxmlformats.org/officeDocument/2006/relationships" id="292" r:id="R4de91065ba234db3"/>
    <p:sldId xmlns:r="http://schemas.openxmlformats.org/officeDocument/2006/relationships" id="293" r:id="Rfe600437716f4564"/>
    <p:sldId xmlns:r="http://schemas.openxmlformats.org/officeDocument/2006/relationships" id="294" r:id="R82bc6485d1f64faa"/>
    <p:sldId xmlns:r="http://schemas.openxmlformats.org/officeDocument/2006/relationships" id="295" r:id="Ra548739a0d124424"/>
    <p:sldId xmlns:r="http://schemas.openxmlformats.org/officeDocument/2006/relationships" id="296" r:id="R786895a1930f4b21"/>
    <p:sldId xmlns:r="http://schemas.openxmlformats.org/officeDocument/2006/relationships" id="297" r:id="R49884aa5a037425e"/>
    <p:sldId xmlns:r="http://schemas.openxmlformats.org/officeDocument/2006/relationships" id="298" r:id="R1a0be8dab6034bff"/>
    <p:sldId xmlns:r="http://schemas.openxmlformats.org/officeDocument/2006/relationships" id="299" r:id="R3190c0c0849748aa"/>
    <p:sldId xmlns:r="http://schemas.openxmlformats.org/officeDocument/2006/relationships" id="300" r:id="Ra1958192bfb14abf"/>
    <p:sldId xmlns:r="http://schemas.openxmlformats.org/officeDocument/2006/relationships" id="301" r:id="R5f98128584654bcf"/>
    <p:sldId xmlns:r="http://schemas.openxmlformats.org/officeDocument/2006/relationships" id="302" r:id="R14deea913a1248da"/>
    <p:sldId xmlns:r="http://schemas.openxmlformats.org/officeDocument/2006/relationships" id="303" r:id="R25957c1049624438"/>
    <p:sldId xmlns:r="http://schemas.openxmlformats.org/officeDocument/2006/relationships" id="304" r:id="R42885f522de046ef"/>
    <p:sldId xmlns:r="http://schemas.openxmlformats.org/officeDocument/2006/relationships" id="305" r:id="Rc3b49be1ab064ec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d0d18f5158e4dc7" /><Relationship Type="http://schemas.openxmlformats.org/officeDocument/2006/relationships/slideMaster" Target="/ppt/slideMasters/slideMaster1.xml" Id="R4a62d8eee81d4cdd" /><Relationship Type="http://schemas.openxmlformats.org/officeDocument/2006/relationships/notesMaster" Target="/ppt/notesMasters/notesMaster1.xml" Id="R7485e3cc6159462a" /><Relationship Type="http://schemas.openxmlformats.org/officeDocument/2006/relationships/presProps" Target="/ppt/presProps.xml" Id="R858a84fbec01403f" /><Relationship Type="http://schemas.openxmlformats.org/officeDocument/2006/relationships/tableStyles" Target="/ppt/tableStyles.xml" Id="R7f8175b755e94278" /><Relationship Type="http://schemas.openxmlformats.org/officeDocument/2006/relationships/slide" Target="/ppt/slides/slide1.xml" Id="R5ef3c38cf8544e2a" /><Relationship Type="http://schemas.openxmlformats.org/officeDocument/2006/relationships/slide" Target="/ppt/slides/slide2.xml" Id="R6f74b1c1b79d416a" /><Relationship Type="http://schemas.openxmlformats.org/officeDocument/2006/relationships/slide" Target="/ppt/slides/slide3.xml" Id="R079a405845c748d8" /><Relationship Type="http://schemas.openxmlformats.org/officeDocument/2006/relationships/slide" Target="/ppt/slides/slide4.xml" Id="R88119cbf898341bd" /><Relationship Type="http://schemas.openxmlformats.org/officeDocument/2006/relationships/slide" Target="/ppt/slides/slide5.xml" Id="Rbcf79a43be414d51" /><Relationship Type="http://schemas.openxmlformats.org/officeDocument/2006/relationships/slide" Target="/ppt/slides/slide6.xml" Id="R7be3e83a86b94a9a" /><Relationship Type="http://schemas.openxmlformats.org/officeDocument/2006/relationships/slide" Target="/ppt/slides/slide7.xml" Id="R4806d2fa516145d2" /><Relationship Type="http://schemas.openxmlformats.org/officeDocument/2006/relationships/slide" Target="/ppt/slides/slide8.xml" Id="R6ddeaf790b0c43b1" /><Relationship Type="http://schemas.openxmlformats.org/officeDocument/2006/relationships/slide" Target="/ppt/slides/slide9.xml" Id="Rc59fb1d094494f9b" /><Relationship Type="http://schemas.openxmlformats.org/officeDocument/2006/relationships/slide" Target="/ppt/slides/slide10.xml" Id="Ra4e19fb59cbc4270" /><Relationship Type="http://schemas.openxmlformats.org/officeDocument/2006/relationships/slide" Target="/ppt/slides/slide11.xml" Id="R88ab103401d24467" /><Relationship Type="http://schemas.openxmlformats.org/officeDocument/2006/relationships/slide" Target="/ppt/slides/slide12.xml" Id="R0b1b066e67914f12" /><Relationship Type="http://schemas.openxmlformats.org/officeDocument/2006/relationships/slide" Target="/ppt/slides/slide13.xml" Id="R21709837948446be" /><Relationship Type="http://schemas.openxmlformats.org/officeDocument/2006/relationships/slide" Target="/ppt/slides/slide14.xml" Id="Rf826b0d984a24ba7" /><Relationship Type="http://schemas.openxmlformats.org/officeDocument/2006/relationships/slide" Target="/ppt/slides/slide15.xml" Id="R3aa70bf3a3294221" /><Relationship Type="http://schemas.openxmlformats.org/officeDocument/2006/relationships/slide" Target="/ppt/slides/slide16.xml" Id="R6f6ca76503774040" /><Relationship Type="http://schemas.openxmlformats.org/officeDocument/2006/relationships/slide" Target="/ppt/slides/slide17.xml" Id="R4293c2bd33ea4407" /><Relationship Type="http://schemas.openxmlformats.org/officeDocument/2006/relationships/slide" Target="/ppt/slides/slide18.xml" Id="Reb9d8322bf0e4260" /><Relationship Type="http://schemas.openxmlformats.org/officeDocument/2006/relationships/slide" Target="/ppt/slides/slide19.xml" Id="Ra477b0c49ac54cd8" /><Relationship Type="http://schemas.openxmlformats.org/officeDocument/2006/relationships/slide" Target="/ppt/slides/slide20.xml" Id="R9ba49b374ba74e81" /><Relationship Type="http://schemas.openxmlformats.org/officeDocument/2006/relationships/slide" Target="/ppt/slides/slide21.xml" Id="R0c7e5d4de5604374" /><Relationship Type="http://schemas.openxmlformats.org/officeDocument/2006/relationships/slide" Target="/ppt/slides/slide22.xml" Id="R76d7a53c44394f98" /><Relationship Type="http://schemas.openxmlformats.org/officeDocument/2006/relationships/slide" Target="/ppt/slides/slide23.xml" Id="Rc639c05f924f4668" /><Relationship Type="http://schemas.openxmlformats.org/officeDocument/2006/relationships/slide" Target="/ppt/slides/slide24.xml" Id="Rbc93ed8363aa4cdb" /><Relationship Type="http://schemas.openxmlformats.org/officeDocument/2006/relationships/slide" Target="/ppt/slides/slide25.xml" Id="R8c69e9fc2e284e88" /><Relationship Type="http://schemas.openxmlformats.org/officeDocument/2006/relationships/slide" Target="/ppt/slides/slide26.xml" Id="R201443a1e9bd49a8" /><Relationship Type="http://schemas.openxmlformats.org/officeDocument/2006/relationships/slide" Target="/ppt/slides/slide27.xml" Id="Re0cc0a737693467b" /><Relationship Type="http://schemas.openxmlformats.org/officeDocument/2006/relationships/slide" Target="/ppt/slides/slide28.xml" Id="R0ae5bbfa2f62436e" /><Relationship Type="http://schemas.openxmlformats.org/officeDocument/2006/relationships/slide" Target="/ppt/slides/slide29.xml" Id="R81a33255c92244ff" /><Relationship Type="http://schemas.openxmlformats.org/officeDocument/2006/relationships/slide" Target="/ppt/slides/slide30.xml" Id="R74bf3edd778a402e" /><Relationship Type="http://schemas.openxmlformats.org/officeDocument/2006/relationships/slide" Target="/ppt/slides/slide31.xml" Id="R4eb5f6d95f6d405e" /><Relationship Type="http://schemas.openxmlformats.org/officeDocument/2006/relationships/slide" Target="/ppt/slides/slide32.xml" Id="R3ee60514c9194fc3" /><Relationship Type="http://schemas.openxmlformats.org/officeDocument/2006/relationships/slide" Target="/ppt/slides/slide33.xml" Id="R4a3d18f0f52b40a7" /><Relationship Type="http://schemas.openxmlformats.org/officeDocument/2006/relationships/slide" Target="/ppt/slides/slide34.xml" Id="R073d9545dcdc4a3e" /><Relationship Type="http://schemas.openxmlformats.org/officeDocument/2006/relationships/slide" Target="/ppt/slides/slide35.xml" Id="Rcbdbcba2b45a4c19" /><Relationship Type="http://schemas.openxmlformats.org/officeDocument/2006/relationships/slide" Target="/ppt/slides/slide36.xml" Id="R2970ddb7fa234a82" /><Relationship Type="http://schemas.openxmlformats.org/officeDocument/2006/relationships/slide" Target="/ppt/slides/slide37.xml" Id="R4de91065ba234db3" /><Relationship Type="http://schemas.openxmlformats.org/officeDocument/2006/relationships/slide" Target="/ppt/slides/slide38.xml" Id="Rfe600437716f4564" /><Relationship Type="http://schemas.openxmlformats.org/officeDocument/2006/relationships/slide" Target="/ppt/slides/slide39.xml" Id="R82bc6485d1f64faa" /><Relationship Type="http://schemas.openxmlformats.org/officeDocument/2006/relationships/slide" Target="/ppt/slides/slide40.xml" Id="Ra548739a0d124424" /><Relationship Type="http://schemas.openxmlformats.org/officeDocument/2006/relationships/slide" Target="/ppt/slides/slide41.xml" Id="R786895a1930f4b21" /><Relationship Type="http://schemas.openxmlformats.org/officeDocument/2006/relationships/slide" Target="/ppt/slides/slide42.xml" Id="R49884aa5a037425e" /><Relationship Type="http://schemas.openxmlformats.org/officeDocument/2006/relationships/slide" Target="/ppt/slides/slide43.xml" Id="R1a0be8dab6034bff" /><Relationship Type="http://schemas.openxmlformats.org/officeDocument/2006/relationships/slide" Target="/ppt/slides/slide44.xml" Id="R3190c0c0849748aa" /><Relationship Type="http://schemas.openxmlformats.org/officeDocument/2006/relationships/slide" Target="/ppt/slides/slide45.xml" Id="Ra1958192bfb14abf" /><Relationship Type="http://schemas.openxmlformats.org/officeDocument/2006/relationships/slide" Target="/ppt/slides/slide46.xml" Id="R5f98128584654bcf" /><Relationship Type="http://schemas.openxmlformats.org/officeDocument/2006/relationships/slide" Target="/ppt/slides/slide47.xml" Id="R14deea913a1248da" /><Relationship Type="http://schemas.openxmlformats.org/officeDocument/2006/relationships/slide" Target="/ppt/slides/slide48.xml" Id="R25957c1049624438" /><Relationship Type="http://schemas.openxmlformats.org/officeDocument/2006/relationships/slide" Target="/ppt/slides/slide49.xml" Id="R42885f522de046ef" /><Relationship Type="http://schemas.openxmlformats.org/officeDocument/2006/relationships/slide" Target="/ppt/slides/slide50.xml" Id="Rc3b49be1ab064e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361193e5c9247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ac90e2f58b49f9" /><Relationship Type="http://schemas.openxmlformats.org/officeDocument/2006/relationships/notesMaster" Target="/ppt/notesMasters/notesMaster1.xml" Id="R1093115445a24b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c81af698be4864" /><Relationship Type="http://schemas.openxmlformats.org/officeDocument/2006/relationships/notesMaster" Target="/ppt/notesMasters/notesMaster1.xml" Id="R6289424b21ce4c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6ccf6b7d194e39" /><Relationship Type="http://schemas.openxmlformats.org/officeDocument/2006/relationships/notesMaster" Target="/ppt/notesMasters/notesMaster1.xml" Id="R3438eaba06ab4f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9fdeefed194dec" /><Relationship Type="http://schemas.openxmlformats.org/officeDocument/2006/relationships/notesMaster" Target="/ppt/notesMasters/notesMaster1.xml" Id="R36993470853e48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6b06c9e85a74829" /><Relationship Type="http://schemas.openxmlformats.org/officeDocument/2006/relationships/notesMaster" Target="/ppt/notesMasters/notesMaster1.xml" Id="R415fd8c7a8e544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02732ecd114009" /><Relationship Type="http://schemas.openxmlformats.org/officeDocument/2006/relationships/notesMaster" Target="/ppt/notesMasters/notesMaster1.xml" Id="R777b6ed401bb4e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1ea4c0fa1a4129" /><Relationship Type="http://schemas.openxmlformats.org/officeDocument/2006/relationships/notesMaster" Target="/ppt/notesMasters/notesMaster1.xml" Id="Rf2179bfbba2b44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87492d8b9614508" /><Relationship Type="http://schemas.openxmlformats.org/officeDocument/2006/relationships/notesMaster" Target="/ppt/notesMasters/notesMaster1.xml" Id="R8d1fb13bdb474d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f94921ec436d4691" /><Relationship Type="http://schemas.openxmlformats.org/officeDocument/2006/relationships/notesMaster" Target="/ppt/notesMasters/notesMaster1.xml" Id="Rb3ac32a4dff0460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af0112bf4a441a4" /><Relationship Type="http://schemas.openxmlformats.org/officeDocument/2006/relationships/notesMaster" Target="/ppt/notesMasters/notesMaster1.xml" Id="R970aee4c766f4d3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469194bbb534278" /><Relationship Type="http://schemas.openxmlformats.org/officeDocument/2006/relationships/notesMaster" Target="/ppt/notesMasters/notesMaster1.xml" Id="R4724fb8e97ba429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4b6269badc8474c" /><Relationship Type="http://schemas.openxmlformats.org/officeDocument/2006/relationships/notesMaster" Target="/ppt/notesMasters/notesMaster1.xml" Id="Ra7d97c68dc8e455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c7cac37c2a6485e" /><Relationship Type="http://schemas.openxmlformats.org/officeDocument/2006/relationships/notesMaster" Target="/ppt/notesMasters/notesMaster1.xml" Id="R44c974a73dd443a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24d4a7bb0e445bf" /><Relationship Type="http://schemas.openxmlformats.org/officeDocument/2006/relationships/notesMaster" Target="/ppt/notesMasters/notesMaster1.xml" Id="R254d1354e171412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41b4401d7ea49ba" /><Relationship Type="http://schemas.openxmlformats.org/officeDocument/2006/relationships/notesMaster" Target="/ppt/notesMasters/notesMaster1.xml" Id="R9918bb51814648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b5d50dac7bc492b" /><Relationship Type="http://schemas.openxmlformats.org/officeDocument/2006/relationships/notesMaster" Target="/ppt/notesMasters/notesMaster1.xml" Id="R1bbcfb9fa959440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a108875ad3d4f74" /><Relationship Type="http://schemas.openxmlformats.org/officeDocument/2006/relationships/notesMaster" Target="/ppt/notesMasters/notesMaster1.xml" Id="R4e5c81ffe537471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ed3f20bdb6943de" /><Relationship Type="http://schemas.openxmlformats.org/officeDocument/2006/relationships/notesMaster" Target="/ppt/notesMasters/notesMaster1.xml" Id="Rf3e967d22988447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01dd5abee194dbc" /><Relationship Type="http://schemas.openxmlformats.org/officeDocument/2006/relationships/notesMaster" Target="/ppt/notesMasters/notesMaster1.xml" Id="R7ca7711d179b4b8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b88c98c78554634" /><Relationship Type="http://schemas.openxmlformats.org/officeDocument/2006/relationships/notesMaster" Target="/ppt/notesMasters/notesMaster1.xml" Id="R7c30d66191b141f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4ec7f8cd1474a07" /><Relationship Type="http://schemas.openxmlformats.org/officeDocument/2006/relationships/notesMaster" Target="/ppt/notesMasters/notesMaster1.xml" Id="R0119136db32d480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943c46f343f469a" /><Relationship Type="http://schemas.openxmlformats.org/officeDocument/2006/relationships/notesMaster" Target="/ppt/notesMasters/notesMaster1.xml" Id="R07a922fb473b42d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2bc1501eece41e4" /><Relationship Type="http://schemas.openxmlformats.org/officeDocument/2006/relationships/notesMaster" Target="/ppt/notesMasters/notesMaster1.xml" Id="Rd924fc24869d402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7e86273e0fc4cef" /><Relationship Type="http://schemas.openxmlformats.org/officeDocument/2006/relationships/notesMaster" Target="/ppt/notesMasters/notesMaster1.xml" Id="Rc2ce4960605a477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ea8fa48b3a04867" /><Relationship Type="http://schemas.openxmlformats.org/officeDocument/2006/relationships/notesMaster" Target="/ppt/notesMasters/notesMaster1.xml" Id="Rbac8ea0545974dc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bdc95ad33b84376" /><Relationship Type="http://schemas.openxmlformats.org/officeDocument/2006/relationships/notesMaster" Target="/ppt/notesMasters/notesMaster1.xml" Id="R49d81bda3c0e42d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9c980c51a0745b6" /><Relationship Type="http://schemas.openxmlformats.org/officeDocument/2006/relationships/notesMaster" Target="/ppt/notesMasters/notesMaster1.xml" Id="Rd8cb3f0f96834bd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ef0e2abf576483b" /><Relationship Type="http://schemas.openxmlformats.org/officeDocument/2006/relationships/notesMaster" Target="/ppt/notesMasters/notesMaster1.xml" Id="R6ceb425550934c6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798600ca0494dba" /><Relationship Type="http://schemas.openxmlformats.org/officeDocument/2006/relationships/notesMaster" Target="/ppt/notesMasters/notesMaster1.xml" Id="R4d0b8deeeee44ca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a22058db2c54775" /><Relationship Type="http://schemas.openxmlformats.org/officeDocument/2006/relationships/notesMaster" Target="/ppt/notesMasters/notesMaster1.xml" Id="R375724f07256471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7b543cf33884dee" /><Relationship Type="http://schemas.openxmlformats.org/officeDocument/2006/relationships/notesMaster" Target="/ppt/notesMasters/notesMaster1.xml" Id="R81a745c8bc9743c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bb4c5e1648c4574" /><Relationship Type="http://schemas.openxmlformats.org/officeDocument/2006/relationships/notesMaster" Target="/ppt/notesMasters/notesMaster1.xml" Id="R91b61a304d304c3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2be04c51261441c" /><Relationship Type="http://schemas.openxmlformats.org/officeDocument/2006/relationships/notesMaster" Target="/ppt/notesMasters/notesMaster1.xml" Id="R5f75fde42a29410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49d6a041ac34911" /><Relationship Type="http://schemas.openxmlformats.org/officeDocument/2006/relationships/notesMaster" Target="/ppt/notesMasters/notesMaster1.xml" Id="Rf258887a7d6d4bb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fa00f8f16744418" /><Relationship Type="http://schemas.openxmlformats.org/officeDocument/2006/relationships/notesMaster" Target="/ppt/notesMasters/notesMaster1.xml" Id="Rdede5fb45b6f421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51cc73e8c374603" /><Relationship Type="http://schemas.openxmlformats.org/officeDocument/2006/relationships/notesMaster" Target="/ppt/notesMasters/notesMaster1.xml" Id="R655eb70048e14b7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d8f5f6a587743e1" /><Relationship Type="http://schemas.openxmlformats.org/officeDocument/2006/relationships/notesMaster" Target="/ppt/notesMasters/notesMaster1.xml" Id="R901796fd9825431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6415b3c7ee74ab3" /><Relationship Type="http://schemas.openxmlformats.org/officeDocument/2006/relationships/notesMaster" Target="/ppt/notesMasters/notesMaster1.xml" Id="Rb6120e8fd0a6426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40236edd71b4eaf" /><Relationship Type="http://schemas.openxmlformats.org/officeDocument/2006/relationships/notesMaster" Target="/ppt/notesMasters/notesMaster1.xml" Id="R45098e27d6854cf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3f4478479894a96" /><Relationship Type="http://schemas.openxmlformats.org/officeDocument/2006/relationships/notesMaster" Target="/ppt/notesMasters/notesMaster1.xml" Id="R0e5ac6296dbe44d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495976bea92412e" /><Relationship Type="http://schemas.openxmlformats.org/officeDocument/2006/relationships/notesMaster" Target="/ppt/notesMasters/notesMaster1.xml" Id="Rd690e2f7a2ab43fa"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95e65aac3b14722" /><Relationship Type="http://schemas.openxmlformats.org/officeDocument/2006/relationships/notesMaster" Target="/ppt/notesMasters/notesMaster1.xml" Id="Rf383f076ac77481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bab925a7cde4bc5" /><Relationship Type="http://schemas.openxmlformats.org/officeDocument/2006/relationships/notesMaster" Target="/ppt/notesMasters/notesMaster1.xml" Id="R0c7d64a0c63a498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5f549a5750d4ce6" /><Relationship Type="http://schemas.openxmlformats.org/officeDocument/2006/relationships/notesMaster" Target="/ppt/notesMasters/notesMaster1.xml" Id="R397b5ebdacdf40c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6ceb142a7dc4191" /><Relationship Type="http://schemas.openxmlformats.org/officeDocument/2006/relationships/notesMaster" Target="/ppt/notesMasters/notesMaster1.xml" Id="Rcf32e5b6ffc24f9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e0c597ed22a487d" /><Relationship Type="http://schemas.openxmlformats.org/officeDocument/2006/relationships/notesMaster" Target="/ppt/notesMasters/notesMaster1.xml" Id="R1827ff55d5ac4905"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8eb35c0ce594cc1" /><Relationship Type="http://schemas.openxmlformats.org/officeDocument/2006/relationships/notesMaster" Target="/ppt/notesMasters/notesMaster1.xml" Id="Rc38ab9f7dafb458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e1364e79e80243e2" /><Relationship Type="http://schemas.openxmlformats.org/officeDocument/2006/relationships/notesMaster" Target="/ppt/notesMasters/notesMaster1.xml" Id="R11c8b00a4dea4ce2"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ee73bd8ce7af4175" /><Relationship Type="http://schemas.openxmlformats.org/officeDocument/2006/relationships/notesMaster" Target="/ppt/notesMasters/notesMaster1.xml" Id="R39b29ea54d3747a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d23a17980194f51" /><Relationship Type="http://schemas.openxmlformats.org/officeDocument/2006/relationships/notesMaster" Target="/ppt/notesMasters/notesMaster1.xml" Id="R3fe41cb21bfa40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Apply grammar already learned. Do not reteach the whole grammar unit.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Aim for clear, developed ideas in language students can use independently. This model does not guarantee an exam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class games from selection for a school team. This is a practice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target: 120–140 words. In an exam, follow the task instructions.</a:t>
            </a:r>
          </a:p>
          <a:p xmlns:a="http://schemas.openxmlformats.org/drawingml/2006/main">
            <a:r>
              <a:t>Source: https://meyda.education.gov.il/sheeloney_bagrut/pitronot_bagrut/2026/6/016582-8-HEB-1400-1600.pdf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Since gives a reason. Moreover adds an idea. Therefore gives a result. Reuse a small set of useful 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Prefer familiar, accurate words such as games, help and friends. A longer word is not automatically better.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two short notes. First-language notes are fine at this planning stage. Do not write the whole essay yet.</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a short independent attempt. Accept simple, correct wording. Reveal the model afterwards.</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only the new sentence: School games are part of school life, but some students play better than others. Keep sentences 9 and 10 inside the body paragraphs.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a short independent attempt. Accept simple, correct wording. Reveal the model afterwards.</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only the new sentence: I claim that every student should have a chance to play. Keep sentences 9 and 10 inside the body paragraphs.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ten-second pause about planning. No extra task.</a:t>
            </a:r>
          </a:p>
          <a:p xmlns:a="http://schemas.openxmlformats.org/drawingml/2006/main">
            <a:r>
              <a:t>Original Teachers generated cat illustration, reused for this lesson with new grammar context. Silent GIF, 6 cycles of 1.8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a short independent attempt. Accept simple, correct wording. Reveal the model afterwards.</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only the new sentence: On the one hand, some students may make more mistakes during games. Keep sentences 9 and 10 inside the body paragraphs.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Briefly review a familiar pattern. Do not introduce the Second Conditional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identify the condition and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identify the condition and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since to build a useful habit. Choosing since instead of because does not automatically earn more 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since to build a useful habit. Choosing since instead of because does not automatically earn more 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a short independent attempt. Accept simple, correct wording. Reveal the model afterwards.</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only the new sentence: If they play, the team will sometimes lose since these mistakes can help the other team. Keep sentences 9 and 10 inside the body paragraphs.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a short independent attempt. Accept simple, correct wording. Reveal the model afterwards.</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only the new sentence: On the other hand, playing together can help students make friends and feel better. Keep sentences 9 and 10 inside the body paragraphs.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short pause about teamwork and the Present Perfect.</a:t>
            </a:r>
          </a:p>
          <a:p xmlns:a="http://schemas.openxmlformats.org/drawingml/2006/main">
            <a:r>
              <a:t>Original Teachers generated cat illustration, reused for this lesson with new grammar context. Silent GIF, 6 cycles of 1.8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 students have felt alone; a team can help them. Do not add a finished past time such as yesterday.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Identify the plural subject; choose have and the V3 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Identify the plural subject; choose have and the V3 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a short independent attempt. Accept simple, correct wording. Reveal the model afterwards.</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only the new sentence: Some students have felt alone, so joining a team can help them. Keep sentences 9 and 10 inside the body paragraphs.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a short independent attempt. Accept simple, correct wording. Reveal the model afterwards.</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only the new sentence: In conclusion, I believe that everyone should have a chance to play. Keep sentences 9 and 10 inside the body paragraphs.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pattern simple: should be included. Focus on students receiving a chance to join 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 be and the V3 form. A longer verb is not needed.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 be and the V3 form. A longer verb is not needed.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a short independent attempt. Accept simple, correct wording. Reveal the model afterwards.</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only the new sentence: Therefore, every student should be included in class games. Keep sentences 9 and 10 inside the body paragraphs.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draft has 100 words. Develop the body paragraphs. Do not add a fifth paragraph or empty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a short independent attempt. Accept simple, correct wording. Reveal the model afterwards.</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only the new sentence: For example, they may pass the ball to the other team. Keep sentences 9 and 10 inside the body paragraphs.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a short independent attempt. Accept simple, correct wording. Reveal the model afterwards.</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only the new sentence: Moreover, students can learn to help each other when they play together. Keep sentences 9 and 10 inside the body paragraphs.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short return to the essay topic: friendship and a chance for everyone.</a:t>
            </a:r>
          </a:p>
          <a:p xmlns:a="http://schemas.openxmlformats.org/drawingml/2006/main">
            <a:r>
              <a:t>Original Teachers generated cat illustration, reused for this lesson with new grammar context. Silent GIF, 6 cycles of 1.8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force a pattern into an unrelated idea. Playing and joining also model gerunds naturally; no separate unit is needed.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four paragraphs. Do not show a model for this new topic before students 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three minutes. Help with one idea at a time. Useful words: work, money, time, school, tired, help.</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Protect 14 minutes of writing. Do not stop the class for each error. Give at most two key corrections per student. An unfinished draft can be completed later.</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 words and develop the body if needed. Keep necessary ideas even when simplifying the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Protect three minutes of editing. Use the phrase bank without automatically replacing correct words.</a:t>
            </a:r>
          </a:p>
          <a:p xmlns:a="http://schemas.openxmlformats.org/drawingml/2006/main">
            <a:r>
              <a:t>Timer is interactive in the HTML version. PPTX shows the time allocation and a link to the live timer.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simple sentence that explains an idea is better than one students cannot understand or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simple sentence that explains an idea is better than one students cannot understand or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7e6507304c4e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8278d094d54f92" /><Relationship Type="http://schemas.openxmlformats.org/officeDocument/2006/relationships/slideLayout" Target="/ppt/slideLayouts/slideLayout1.xml" Id="Re2d541b78bcf434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d541b78bcf43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d3a8b5390674462" /><Relationship Type="http://schemas.openxmlformats.org/officeDocument/2006/relationships/hyperlink" Target="https://simonh68.github.io/teachers/grade11/five-units/" TargetMode="External" Id="Re37135d361e64c7e" /><Relationship Type="http://schemas.openxmlformats.org/officeDocument/2006/relationships/notesSlide" Target="/ppt/notesSlides/notesSlide1.xml" Id="Re6d5388d1cc142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e127cbd137045bf" /><Relationship Type="http://schemas.openxmlformats.org/officeDocument/2006/relationships/hyperlink" Target="https://simonh68.github.io/teachers/grade11/five-units/" TargetMode="External" Id="R887786e52eff422b" /><Relationship Type="http://schemas.openxmlformats.org/officeDocument/2006/relationships/notesSlide" Target="/ppt/notesSlides/notesSlide2.xml" Id="Rf0d78227caef4f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151f2317fbc4b52" /><Relationship Type="http://schemas.openxmlformats.org/officeDocument/2006/relationships/hyperlink" Target="https://simonh68.github.io/teachers/grade11/five-units/" TargetMode="External" Id="R746b3c6612204c00" /><Relationship Type="http://schemas.openxmlformats.org/officeDocument/2006/relationships/notesSlide" Target="/ppt/notesSlides/notesSlide3.xml" Id="R217f46d50f984d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cf6535f1d9644d9" /><Relationship Type="http://schemas.openxmlformats.org/officeDocument/2006/relationships/hyperlink" Target="https://simonh68.github.io/teachers/grade11/five-units/" TargetMode="External" Id="Rdbd5a29d267e4fec" /><Relationship Type="http://schemas.openxmlformats.org/officeDocument/2006/relationships/notesSlide" Target="/ppt/notesSlides/notesSlide4.xml" Id="R6931eb0ce8c240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72f46696c4d48b8" /><Relationship Type="http://schemas.openxmlformats.org/officeDocument/2006/relationships/hyperlink" Target="https://simonh68.github.io/teachers/grade11/five-units/" TargetMode="External" Id="R0f4a074be48940e0" /><Relationship Type="http://schemas.openxmlformats.org/officeDocument/2006/relationships/notesSlide" Target="/ppt/notesSlides/notesSlide5.xml" Id="Rfc5621957e9847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7b550f3651140da" /><Relationship Type="http://schemas.openxmlformats.org/officeDocument/2006/relationships/hyperlink" Target="https://simonh68.github.io/teachers/grade11/five-units/" TargetMode="External" Id="Rc20ed47e12004581" /><Relationship Type="http://schemas.openxmlformats.org/officeDocument/2006/relationships/notesSlide" Target="/ppt/notesSlides/notesSlide6.xml" Id="Ra6e4a42559984c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c9be78d525745d9" /><Relationship Type="http://schemas.openxmlformats.org/officeDocument/2006/relationships/hyperlink" Target="https://simonh68.github.io/teachers/grade11/five-units/" TargetMode="External" Id="Ra599372f54d14ec5" /><Relationship Type="http://schemas.openxmlformats.org/officeDocument/2006/relationships/hyperlink" Target="https://simonh68.github.io/teachers/grade11/grammar-in-an-essay/english.html#slide-7" TargetMode="External" Id="Rcbd587c1dcd84cbc" /><Relationship Type="http://schemas.openxmlformats.org/officeDocument/2006/relationships/notesSlide" Target="/ppt/notesSlides/notesSlide7.xml" Id="Rbf080bfd35d442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a679ea3846d4311" /><Relationship Type="http://schemas.openxmlformats.org/officeDocument/2006/relationships/hyperlink" Target="https://simonh68.github.io/teachers/grade11/five-units/" TargetMode="External" Id="R43c01ad88855479b" /><Relationship Type="http://schemas.openxmlformats.org/officeDocument/2006/relationships/hyperlink" Target="https://simonh68.github.io/teachers/grade11/grammar-in-an-essay/english.html#slide-8" TargetMode="External" Id="R86ec8e65f57a4326" /><Relationship Type="http://schemas.openxmlformats.org/officeDocument/2006/relationships/notesSlide" Target="/ppt/notesSlides/notesSlide8.xml" Id="R7ff1337fd14945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a54f3e490284633" /><Relationship Type="http://schemas.openxmlformats.org/officeDocument/2006/relationships/hyperlink" Target="https://simonh68.github.io/teachers/grade11/five-units/" TargetMode="External" Id="Rb6ad10fbd59e4ca1" /><Relationship Type="http://schemas.openxmlformats.org/officeDocument/2006/relationships/notesSlide" Target="/ppt/notesSlides/notesSlide9.xml" Id="Rc3c1d35b4b6a44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2004b256b62467f" /><Relationship Type="http://schemas.openxmlformats.org/officeDocument/2006/relationships/hyperlink" Target="https://simonh68.github.io/teachers/grade11/five-units/" TargetMode="External" Id="R3c1655655b7142c8" /><Relationship Type="http://schemas.openxmlformats.org/officeDocument/2006/relationships/hyperlink" Target="https://simonh68.github.io/teachers/grade11/grammar-in-an-essay/english.html#slide-10" TargetMode="External" Id="R11f26946f644471f" /><Relationship Type="http://schemas.openxmlformats.org/officeDocument/2006/relationships/notesSlide" Target="/ppt/notesSlides/notesSlide10.xml" Id="Rb20d097334d04cb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59631a85ab2494d" /><Relationship Type="http://schemas.openxmlformats.org/officeDocument/2006/relationships/hyperlink" Target="https://simonh68.github.io/teachers/grade11/five-units/" TargetMode="External" Id="Re66b87e687f34533" /><Relationship Type="http://schemas.openxmlformats.org/officeDocument/2006/relationships/notesSlide" Target="/ppt/notesSlides/notesSlide11.xml" Id="R1f8a746dbc704e1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e9c3db53edf4fd6" /><Relationship Type="http://schemas.openxmlformats.org/officeDocument/2006/relationships/hyperlink" Target="https://simonh68.github.io/teachers/grade11/five-units/" TargetMode="External" Id="Red2ea88f13624bc1" /><Relationship Type="http://schemas.openxmlformats.org/officeDocument/2006/relationships/image" Target="/ppt/media/image.gif" Id="R5c058a627bb44cf5" /><Relationship Type="http://schemas.openxmlformats.org/officeDocument/2006/relationships/notesSlide" Target="/ppt/notesSlides/notesSlide12.xml" Id="R3261b8219c79468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ba63b202e834b09" /><Relationship Type="http://schemas.openxmlformats.org/officeDocument/2006/relationships/hyperlink" Target="https://simonh68.github.io/teachers/grade11/five-units/" TargetMode="External" Id="Rf5da8c0e6d3e4fa7" /><Relationship Type="http://schemas.openxmlformats.org/officeDocument/2006/relationships/hyperlink" Target="https://simonh68.github.io/teachers/grade11/grammar-in-an-essay/english.html#slide-13" TargetMode="External" Id="Rf04d81d0e4834a7a" /><Relationship Type="http://schemas.openxmlformats.org/officeDocument/2006/relationships/notesSlide" Target="/ppt/notesSlides/notesSlide13.xml" Id="Rb3819cd526874a5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6b9a6dd02c54f44" /><Relationship Type="http://schemas.openxmlformats.org/officeDocument/2006/relationships/hyperlink" Target="https://simonh68.github.io/teachers/grade11/five-units/" TargetMode="External" Id="Rebc8bf16f1b94c07" /><Relationship Type="http://schemas.openxmlformats.org/officeDocument/2006/relationships/notesSlide" Target="/ppt/notesSlides/notesSlide14.xml" Id="R048133d9d9af4d1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3e03e37b0734f77" /><Relationship Type="http://schemas.openxmlformats.org/officeDocument/2006/relationships/hyperlink" Target="https://simonh68.github.io/teachers/grade11/five-units/" TargetMode="External" Id="Rd2c94e257c7c43d2" /><Relationship Type="http://schemas.openxmlformats.org/officeDocument/2006/relationships/notesSlide" Target="/ppt/notesSlides/notesSlide15.xml" Id="R8224b7cb013745e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716f946679f476d" /><Relationship Type="http://schemas.openxmlformats.org/officeDocument/2006/relationships/hyperlink" Target="https://simonh68.github.io/teachers/grade11/five-units/" TargetMode="External" Id="R6c14b798ff5c4a43" /><Relationship Type="http://schemas.openxmlformats.org/officeDocument/2006/relationships/notesSlide" Target="/ppt/notesSlides/notesSlide16.xml" Id="Rfcc54f7a747a402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1bd37555bba4063" /><Relationship Type="http://schemas.openxmlformats.org/officeDocument/2006/relationships/hyperlink" Target="https://simonh68.github.io/teachers/grade11/five-units/" TargetMode="External" Id="R22ea1a06a2944144" /><Relationship Type="http://schemas.openxmlformats.org/officeDocument/2006/relationships/notesSlide" Target="/ppt/notesSlides/notesSlide17.xml" Id="R6460ced616ac418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65a25f3c7604f04" /><Relationship Type="http://schemas.openxmlformats.org/officeDocument/2006/relationships/hyperlink" Target="https://simonh68.github.io/teachers/grade11/five-units/" TargetMode="External" Id="R0564c4eb4eb74ec8" /><Relationship Type="http://schemas.openxmlformats.org/officeDocument/2006/relationships/notesSlide" Target="/ppt/notesSlides/notesSlide18.xml" Id="Rbdd24ef8092e47a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408388cc01943b6" /><Relationship Type="http://schemas.openxmlformats.org/officeDocument/2006/relationships/hyperlink" Target="https://simonh68.github.io/teachers/grade11/five-units/" TargetMode="External" Id="R1ebb3cf434c54a26" /><Relationship Type="http://schemas.openxmlformats.org/officeDocument/2006/relationships/notesSlide" Target="/ppt/notesSlides/notesSlide19.xml" Id="R12d9cf36811e400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4d147374e3b4c1f" /><Relationship Type="http://schemas.openxmlformats.org/officeDocument/2006/relationships/hyperlink" Target="https://simonh68.github.io/teachers/grade11/five-units/" TargetMode="External" Id="R74a54cd85a664030" /><Relationship Type="http://schemas.openxmlformats.org/officeDocument/2006/relationships/hyperlink" Target="https://simonh68.github.io/teachers/grade11/grammar-in-an-essay/english.html#slide-20" TargetMode="External" Id="R482949fde1304cd2" /><Relationship Type="http://schemas.openxmlformats.org/officeDocument/2006/relationships/notesSlide" Target="/ppt/notesSlides/notesSlide20.xml" Id="R5c6f57d84041412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7ff5a614f3e47dd" /><Relationship Type="http://schemas.openxmlformats.org/officeDocument/2006/relationships/hyperlink" Target="https://simonh68.github.io/teachers/grade11/five-units/" TargetMode="External" Id="Re31a6d99c9f04ffc" /><Relationship Type="http://schemas.openxmlformats.org/officeDocument/2006/relationships/notesSlide" Target="/ppt/notesSlides/notesSlide21.xml" Id="Rbd02a0d15af8445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0be88616d914d27" /><Relationship Type="http://schemas.openxmlformats.org/officeDocument/2006/relationships/hyperlink" Target="https://simonh68.github.io/teachers/grade11/five-units/" TargetMode="External" Id="R6c2caf08ad6846ac" /><Relationship Type="http://schemas.openxmlformats.org/officeDocument/2006/relationships/hyperlink" Target="https://simonh68.github.io/teachers/grade11/grammar-in-an-essay/english.html#slide-22" TargetMode="External" Id="R3f70825ccc2e4a0a" /><Relationship Type="http://schemas.openxmlformats.org/officeDocument/2006/relationships/notesSlide" Target="/ppt/notesSlides/notesSlide22.xml" Id="Rb03469c8832c471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d5c4fd581284c75" /><Relationship Type="http://schemas.openxmlformats.org/officeDocument/2006/relationships/hyperlink" Target="https://simonh68.github.io/teachers/grade11/five-units/" TargetMode="External" Id="Rd857e10eb7dd45f7" /><Relationship Type="http://schemas.openxmlformats.org/officeDocument/2006/relationships/notesSlide" Target="/ppt/notesSlides/notesSlide23.xml" Id="R37f680446cc34c1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1600b0ab7614d67" /><Relationship Type="http://schemas.openxmlformats.org/officeDocument/2006/relationships/hyperlink" Target="https://simonh68.github.io/teachers/grade11/five-units/" TargetMode="External" Id="R2faa7c04234849eb" /><Relationship Type="http://schemas.openxmlformats.org/officeDocument/2006/relationships/image" Target="/ppt/media/image2.gif" Id="R9155fdd983544a28" /><Relationship Type="http://schemas.openxmlformats.org/officeDocument/2006/relationships/notesSlide" Target="/ppt/notesSlides/notesSlide24.xml" Id="R0790fcc8840045e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b9151dd427b4f84" /><Relationship Type="http://schemas.openxmlformats.org/officeDocument/2006/relationships/hyperlink" Target="https://simonh68.github.io/teachers/grade11/five-units/" TargetMode="External" Id="R552b2a0aff4b45c1" /><Relationship Type="http://schemas.openxmlformats.org/officeDocument/2006/relationships/notesSlide" Target="/ppt/notesSlides/notesSlide25.xml" Id="R9f6c3da547c4459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4b79a8c55894261" /><Relationship Type="http://schemas.openxmlformats.org/officeDocument/2006/relationships/hyperlink" Target="https://simonh68.github.io/teachers/grade11/five-units/" TargetMode="External" Id="Rbced99f16e954478" /><Relationship Type="http://schemas.openxmlformats.org/officeDocument/2006/relationships/notesSlide" Target="/ppt/notesSlides/notesSlide26.xml" Id="R040ddc670f11439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05b2ed0b3e84b97" /><Relationship Type="http://schemas.openxmlformats.org/officeDocument/2006/relationships/hyperlink" Target="https://simonh68.github.io/teachers/grade11/five-units/" TargetMode="External" Id="R886c502fe073432d" /><Relationship Type="http://schemas.openxmlformats.org/officeDocument/2006/relationships/notesSlide" Target="/ppt/notesSlides/notesSlide27.xml" Id="R2814cc24846e45c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70a6a5892614880" /><Relationship Type="http://schemas.openxmlformats.org/officeDocument/2006/relationships/hyperlink" Target="https://simonh68.github.io/teachers/grade11/five-units/" TargetMode="External" Id="R5485a79200254571" /><Relationship Type="http://schemas.openxmlformats.org/officeDocument/2006/relationships/hyperlink" Target="https://simonh68.github.io/teachers/grade11/grammar-in-an-essay/english.html#slide-28" TargetMode="External" Id="R7f9f9beeba4f482a" /><Relationship Type="http://schemas.openxmlformats.org/officeDocument/2006/relationships/notesSlide" Target="/ppt/notesSlides/notesSlide28.xml" Id="R3de9bf891eba435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9c580ef1b654064" /><Relationship Type="http://schemas.openxmlformats.org/officeDocument/2006/relationships/hyperlink" Target="https://simonh68.github.io/teachers/grade11/five-units/" TargetMode="External" Id="R52ac56a3a22240e0" /><Relationship Type="http://schemas.openxmlformats.org/officeDocument/2006/relationships/notesSlide" Target="/ppt/notesSlides/notesSlide29.xml" Id="R4550256c3ba54fa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b9711de74104518" /><Relationship Type="http://schemas.openxmlformats.org/officeDocument/2006/relationships/hyperlink" Target="https://simonh68.github.io/teachers/grade11/five-units/" TargetMode="External" Id="R74748d41e3c2499d" /><Relationship Type="http://schemas.openxmlformats.org/officeDocument/2006/relationships/hyperlink" Target="https://simonh68.github.io/teachers/grade11/grammar-in-an-essay/english.html#slide-30" TargetMode="External" Id="Rfdd477d0798d4331" /><Relationship Type="http://schemas.openxmlformats.org/officeDocument/2006/relationships/notesSlide" Target="/ppt/notesSlides/notesSlide30.xml" Id="Re4744e143f9c468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4fe314a3d064176" /><Relationship Type="http://schemas.openxmlformats.org/officeDocument/2006/relationships/hyperlink" Target="https://simonh68.github.io/teachers/grade11/five-units/" TargetMode="External" Id="R817477ffe6724d82" /><Relationship Type="http://schemas.openxmlformats.org/officeDocument/2006/relationships/notesSlide" Target="/ppt/notesSlides/notesSlide31.xml" Id="R34eafbb7bd0f4ca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1310658a8ea45d2" /><Relationship Type="http://schemas.openxmlformats.org/officeDocument/2006/relationships/hyperlink" Target="https://simonh68.github.io/teachers/grade11/five-units/" TargetMode="External" Id="R47481ffa3c0d4681" /><Relationship Type="http://schemas.openxmlformats.org/officeDocument/2006/relationships/notesSlide" Target="/ppt/notesSlides/notesSlide32.xml" Id="R0be9e33c63bf4df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eb33f72a4d64958" /><Relationship Type="http://schemas.openxmlformats.org/officeDocument/2006/relationships/hyperlink" Target="https://simonh68.github.io/teachers/grade11/five-units/" TargetMode="External" Id="R25467e0265384812" /><Relationship Type="http://schemas.openxmlformats.org/officeDocument/2006/relationships/notesSlide" Target="/ppt/notesSlides/notesSlide33.xml" Id="Rbd8ea89860b94e0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d0f2fed5b254cca" /><Relationship Type="http://schemas.openxmlformats.org/officeDocument/2006/relationships/hyperlink" Target="https://simonh68.github.io/teachers/grade11/five-units/" TargetMode="External" Id="Rbd04a6b3fe714850" /><Relationship Type="http://schemas.openxmlformats.org/officeDocument/2006/relationships/notesSlide" Target="/ppt/notesSlides/notesSlide34.xml" Id="R16a391a39b6b474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21b5c503a764ad9" /><Relationship Type="http://schemas.openxmlformats.org/officeDocument/2006/relationships/hyperlink" Target="https://simonh68.github.io/teachers/grade11/five-units/" TargetMode="External" Id="Re3da306d0d2a48b4" /><Relationship Type="http://schemas.openxmlformats.org/officeDocument/2006/relationships/hyperlink" Target="https://simonh68.github.io/teachers/grade11/grammar-in-an-essay/english.html#slide-35" TargetMode="External" Id="Reee6b4ab329c4dca" /><Relationship Type="http://schemas.openxmlformats.org/officeDocument/2006/relationships/notesSlide" Target="/ppt/notesSlides/notesSlide35.xml" Id="R218726ce4bcf478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2cdd03d1cb75418e" /><Relationship Type="http://schemas.openxmlformats.org/officeDocument/2006/relationships/hyperlink" Target="https://simonh68.github.io/teachers/grade11/five-units/" TargetMode="External" Id="Ra9ff8d70ac494c06" /><Relationship Type="http://schemas.openxmlformats.org/officeDocument/2006/relationships/notesSlide" Target="/ppt/notesSlides/notesSlide36.xml" Id="R409ccd21d1d8448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f899a484f544937" /><Relationship Type="http://schemas.openxmlformats.org/officeDocument/2006/relationships/hyperlink" Target="https://simonh68.github.io/teachers/grade11/five-units/" TargetMode="External" Id="R93cc0bf67fe04e74" /><Relationship Type="http://schemas.openxmlformats.org/officeDocument/2006/relationships/notesSlide" Target="/ppt/notesSlides/notesSlide37.xml" Id="Rf6825151b73b458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d2a1a02d66254f25" /><Relationship Type="http://schemas.openxmlformats.org/officeDocument/2006/relationships/hyperlink" Target="https://simonh68.github.io/teachers/grade11/five-units/" TargetMode="External" Id="Race18cabd68848ce" /><Relationship Type="http://schemas.openxmlformats.org/officeDocument/2006/relationships/hyperlink" Target="https://simonh68.github.io/teachers/grade11/grammar-in-an-essay/english.html#slide-38" TargetMode="External" Id="Re5a401b51ea74e09" /><Relationship Type="http://schemas.openxmlformats.org/officeDocument/2006/relationships/notesSlide" Target="/ppt/notesSlides/notesSlide38.xml" Id="R37d9f408448c499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45b682a94f2d42b6" /><Relationship Type="http://schemas.openxmlformats.org/officeDocument/2006/relationships/hyperlink" Target="https://simonh68.github.io/teachers/grade11/five-units/" TargetMode="External" Id="R8423ecd485c7454f" /><Relationship Type="http://schemas.openxmlformats.org/officeDocument/2006/relationships/notesSlide" Target="/ppt/notesSlides/notesSlide39.xml" Id="R932ea3450fe9461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6c9110dabe4246bf" /><Relationship Type="http://schemas.openxmlformats.org/officeDocument/2006/relationships/hyperlink" Target="https://simonh68.github.io/teachers/grade11/five-units/" TargetMode="External" Id="Ra4b0c9d95a2d41ac" /><Relationship Type="http://schemas.openxmlformats.org/officeDocument/2006/relationships/hyperlink" Target="https://simonh68.github.io/teachers/grade11/grammar-in-an-essay/english.html#slide-40" TargetMode="External" Id="Rbde774fc9b474032" /><Relationship Type="http://schemas.openxmlformats.org/officeDocument/2006/relationships/notesSlide" Target="/ppt/notesSlides/notesSlide40.xml" Id="R7b8712321f55412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fc7a1997c13947a0" /><Relationship Type="http://schemas.openxmlformats.org/officeDocument/2006/relationships/hyperlink" Target="https://simonh68.github.io/teachers/grade11/five-units/" TargetMode="External" Id="R3221e4ee57634427" /><Relationship Type="http://schemas.openxmlformats.org/officeDocument/2006/relationships/notesSlide" Target="/ppt/notesSlides/notesSlide41.xml" Id="R963348e6c931475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d5a1d791cec2426b" /><Relationship Type="http://schemas.openxmlformats.org/officeDocument/2006/relationships/hyperlink" Target="https://simonh68.github.io/teachers/grade11/five-units/" TargetMode="External" Id="R6d5104f591434b2d" /><Relationship Type="http://schemas.openxmlformats.org/officeDocument/2006/relationships/image" Target="/ppt/media/image3.gif" Id="R5cb0016915cb41a5" /><Relationship Type="http://schemas.openxmlformats.org/officeDocument/2006/relationships/notesSlide" Target="/ppt/notesSlides/notesSlide42.xml" Id="R6a97957d1358412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b0ff502de0624e0d" /><Relationship Type="http://schemas.openxmlformats.org/officeDocument/2006/relationships/hyperlink" Target="https://simonh68.github.io/teachers/grade11/five-units/" TargetMode="External" Id="R4d7e24b5217a42b0" /><Relationship Type="http://schemas.openxmlformats.org/officeDocument/2006/relationships/notesSlide" Target="/ppt/notesSlides/notesSlide43.xml" Id="R8c4b88a71e1144d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391188a2b8594b62" /><Relationship Type="http://schemas.openxmlformats.org/officeDocument/2006/relationships/hyperlink" Target="https://simonh68.github.io/teachers/grade11/five-units/" TargetMode="External" Id="R2700b51fe47642f8" /><Relationship Type="http://schemas.openxmlformats.org/officeDocument/2006/relationships/notesSlide" Target="/ppt/notesSlides/notesSlide44.xml" Id="R41600a9776fc4a1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203d3d47a2164a04" /><Relationship Type="http://schemas.openxmlformats.org/officeDocument/2006/relationships/hyperlink" Target="https://simonh68.github.io/teachers/grade11/five-units/" TargetMode="External" Id="Rade27eb8f51c4815" /><Relationship Type="http://schemas.openxmlformats.org/officeDocument/2006/relationships/hyperlink" Target="https://simonh68.github.io/teachers/grade11/grammar-in-an-essay/english.html#slide-45" TargetMode="External" Id="Reb4e8089019b4bb1" /><Relationship Type="http://schemas.openxmlformats.org/officeDocument/2006/relationships/notesSlide" Target="/ppt/notesSlides/notesSlide45.xml" Id="Reb654a6af676475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4d32fbc70dc24429" /><Relationship Type="http://schemas.openxmlformats.org/officeDocument/2006/relationships/hyperlink" Target="https://simonh68.github.io/teachers/grade11/five-units/" TargetMode="External" Id="Rf87ece49feda4965" /><Relationship Type="http://schemas.openxmlformats.org/officeDocument/2006/relationships/hyperlink" Target="https://simonh68.github.io/teachers/grade11/grammar-in-an-essay/english.html#slide-46" TargetMode="External" Id="R4e7ebd952e0d42aa" /><Relationship Type="http://schemas.openxmlformats.org/officeDocument/2006/relationships/notesSlide" Target="/ppt/notesSlides/notesSlide46.xml" Id="Reeb02a9eeae3473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e7fea55bc3bd4e63" /><Relationship Type="http://schemas.openxmlformats.org/officeDocument/2006/relationships/hyperlink" Target="https://simonh68.github.io/teachers/grade11/five-units/" TargetMode="External" Id="Rcac0dc36534345b9" /><Relationship Type="http://schemas.openxmlformats.org/officeDocument/2006/relationships/notesSlide" Target="/ppt/notesSlides/notesSlide47.xml" Id="R88f3e55ecd1c463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cfa2319e6ea840b1" /><Relationship Type="http://schemas.openxmlformats.org/officeDocument/2006/relationships/hyperlink" Target="https://simonh68.github.io/teachers/grade11/five-units/" TargetMode="External" Id="R5f392df51b51416e" /><Relationship Type="http://schemas.openxmlformats.org/officeDocument/2006/relationships/hyperlink" Target="https://simonh68.github.io/teachers/grade11/grammar-in-an-essay/english.html#slide-48" TargetMode="External" Id="Rad6fb0660e49471e" /><Relationship Type="http://schemas.openxmlformats.org/officeDocument/2006/relationships/notesSlide" Target="/ppt/notesSlides/notesSlide48.xml" Id="Raceaad105be846b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25e1b3f4b2124b74" /><Relationship Type="http://schemas.openxmlformats.org/officeDocument/2006/relationships/hyperlink" Target="https://simonh68.github.io/teachers/grade11/five-units/" TargetMode="External" Id="R38fc653f41ea423e" /><Relationship Type="http://schemas.openxmlformats.org/officeDocument/2006/relationships/notesSlide" Target="/ppt/notesSlides/notesSlide49.xml" Id="R7e98549ed7b04c13"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c65fdaa3ad574997" /><Relationship Type="http://schemas.openxmlformats.org/officeDocument/2006/relationships/hyperlink" Target="https://simonh68.github.io/teachers/grade11/five-units/" TargetMode="External" Id="Re4805c06c79f4c88" /><Relationship Type="http://schemas.openxmlformats.org/officeDocument/2006/relationships/notesSlide" Target="/ppt/notesSlides/notesSlide50.xml" Id="R8e7e9eb79e4b4c2b" /></Relationships>
</file>

<file path=ppt/slides/slide1.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4" name="text-1">
            <a:extLst xmlns:a="http://schemas.openxmlformats.org/drawingml/2006/main">
              <a:ext uri="{FF2B5EF4-FFF2-40B4-BE49-F238E27FC236}">
                <a16:creationId xmlns:a16="http://schemas.microsoft.com/office/drawing/2014/main" id="{73C12057-C811-41BA-B708-A0BD7C6ECFF6}"/>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e37135d361e64c7e"/>
              </a:rPr>
              <a:t>⌂</a:t>
            </a:r>
          </a:p>
        </p:txBody>
      </p:sp>
      <p:sp>
        <p:nvSpPr>
          <p:cNvPr id="2" name="title-2">
            <a:extLst xmlns:a="http://schemas.openxmlformats.org/drawingml/2006/main">
              <a:ext uri="{FF2B5EF4-FFF2-40B4-BE49-F238E27FC236}">
                <a16:creationId xmlns:a16="http://schemas.microsoft.com/office/drawing/2014/main" id="{DE44BDF2-C022-4923-B744-21794ED686C1}"/>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Welcome</a:t>
            </a:r>
          </a:p>
        </p:txBody>
      </p:sp>
      <p:sp>
        <p:nvSpPr>
          <p:cNvPr id="3" name="text-3">
            <a:extLst xmlns:a="http://schemas.openxmlformats.org/drawingml/2006/main">
              <a:ext uri="{FF2B5EF4-FFF2-40B4-BE49-F238E27FC236}">
                <a16:creationId xmlns:a16="http://schemas.microsoft.com/office/drawing/2014/main" id="{EF28E5C5-4B93-4F79-B39D-F3D1CD6771DC}"/>
              </a:ext>
            </a:extLst>
          </p:cNvPr>
          <p:cNvSpPr>
            <a:spLocks xmlns:a="http://schemas.openxmlformats.org/drawingml/2006/main" noGrp="1"/>
          </p:cNvSpPr>
          <p:nvPr/>
        </p:nvSpPr>
        <p:spPr>
          <a:xfrm xmlns:a="http://schemas.openxmlformats.org/drawingml/2006/main">
            <a:off x="2716530" y="2057400"/>
            <a:ext cx="869442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5805" b="1">
                <a:solidFill>
                  <a:srgbClr val="DFFF5B"/>
                </a:solidFill>
                <a:latin typeface="Nunito"/>
                <a:ea typeface="Nunito"/>
                <a:cs typeface="Nunito"/>
              </a:defRPr>
            </a:pPr>
            <a:r>
              <a:rPr sz="5805" b="1">
                <a:solidFill>
                  <a:srgbClr val="DFFF5B"/>
                </a:solidFill>
                <a:latin typeface="Nunito"/>
                <a:ea typeface="Nunito"/>
                <a:cs typeface="Nunito"/>
              </a:rPr>
              <a:t>Welcome</a:t>
            </a:r>
          </a:p>
        </p:txBody>
      </p:sp>
      <p:sp>
        <p:nvSpPr>
          <p:cNvPr id="4" name="text-4">
            <a:extLst xmlns:a="http://schemas.openxmlformats.org/drawingml/2006/main">
              <a:ext uri="{FF2B5EF4-FFF2-40B4-BE49-F238E27FC236}">
                <a16:creationId xmlns:a16="http://schemas.microsoft.com/office/drawing/2014/main" id="{D77D6BD1-8044-48EB-8FED-118B73517C97}"/>
              </a:ext>
            </a:extLst>
          </p:cNvPr>
          <p:cNvSpPr>
            <a:spLocks xmlns:a="http://schemas.openxmlformats.org/drawingml/2006/main" noGrp="1"/>
          </p:cNvSpPr>
          <p:nvPr/>
        </p:nvSpPr>
        <p:spPr>
          <a:xfrm xmlns:a="http://schemas.openxmlformats.org/drawingml/2006/main">
            <a:off x="2716530" y="3390900"/>
            <a:ext cx="869442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038" b="1">
                <a:solidFill>
                  <a:srgbClr val="F7F7F2"/>
                </a:solidFill>
                <a:latin typeface="Nunito"/>
                <a:ea typeface="Nunito"/>
                <a:cs typeface="Nunito"/>
              </a:defRPr>
            </a:pPr>
            <a:r>
              <a:rPr sz="3038" b="1">
                <a:solidFill>
                  <a:srgbClr val="F7F7F2"/>
                </a:solidFill>
                <a:latin typeface="Nunito"/>
                <a:ea typeface="Nunito"/>
                <a:cs typeface="Nunito"/>
              </a:rPr>
              <a:t>Grade 11 · 5-point English</a:t>
            </a:r>
          </a:p>
        </p:txBody>
      </p:sp>
      <p:sp>
        <p:nvSpPr>
          <p:cNvPr id="5" name="text-5">
            <a:extLst xmlns:a="http://schemas.openxmlformats.org/drawingml/2006/main">
              <a:ext uri="{FF2B5EF4-FFF2-40B4-BE49-F238E27FC236}">
                <a16:creationId xmlns:a16="http://schemas.microsoft.com/office/drawing/2014/main" id="{BF4ED3F0-6347-467E-BD95-8C7C32610662}"/>
              </a:ext>
            </a:extLst>
          </p:cNvPr>
          <p:cNvSpPr>
            <a:spLocks xmlns:a="http://schemas.openxmlformats.org/drawingml/2006/main" noGrp="1"/>
          </p:cNvSpPr>
          <p:nvPr/>
        </p:nvSpPr>
        <p:spPr>
          <a:xfrm xmlns:a="http://schemas.openxmlformats.org/drawingml/2006/main">
            <a:off x="2716530" y="4238625"/>
            <a:ext cx="869442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30" b="1">
                <a:solidFill>
                  <a:srgbClr val="A9BDD2"/>
                </a:solidFill>
                <a:latin typeface="Nunito"/>
                <a:ea typeface="Nunito"/>
                <a:cs typeface="Nunito"/>
              </a:defRPr>
            </a:pPr>
            <a:r>
              <a:rPr sz="2430" b="1">
                <a:solidFill>
                  <a:srgbClr val="A9BDD2"/>
                </a:solidFill>
                <a:latin typeface="Nunito"/>
                <a:ea typeface="Nunito"/>
                <a:cs typeface="Nunito"/>
              </a:rPr>
              <a:t>Bnei Akiva Yeshiva, Kiryat Herzog</a:t>
            </a:r>
          </a:p>
        </p:txBody>
      </p:sp>
      <p:sp>
        <p:nvSpPr>
          <p:cNvPr id="6" name="progress-6">
            <a:extLst xmlns:a="http://schemas.openxmlformats.org/drawingml/2006/main">
              <a:ext uri="{FF2B5EF4-FFF2-40B4-BE49-F238E27FC236}">
                <a16:creationId xmlns:a16="http://schemas.microsoft.com/office/drawing/2014/main" id="{CAE9747E-28B8-41F4-B60D-3DF11E487F30}"/>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7" name="progress-7">
            <a:extLst xmlns:a="http://schemas.openxmlformats.org/drawingml/2006/main">
              <a:ext uri="{FF2B5EF4-FFF2-40B4-BE49-F238E27FC236}">
                <a16:creationId xmlns:a16="http://schemas.microsoft.com/office/drawing/2014/main" id="{D796FE2D-BDCE-48BF-8D7C-161CF218027B}"/>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0 / 10</a:t>
            </a:r>
          </a:p>
        </p:txBody>
      </p:sp>
      <p:sp>
        <p:nvSpPr>
          <p:cNvPr id="8" name="progress-8">
            <a:extLst xmlns:a="http://schemas.openxmlformats.org/drawingml/2006/main">
              <a:ext uri="{FF2B5EF4-FFF2-40B4-BE49-F238E27FC236}">
                <a16:creationId xmlns:a16="http://schemas.microsoft.com/office/drawing/2014/main" id="{7765090E-47A7-42AD-85A9-DECF2ABCD6E4}"/>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9" name="progress-9">
            <a:extLst xmlns:a="http://schemas.openxmlformats.org/drawingml/2006/main">
              <a:ext uri="{FF2B5EF4-FFF2-40B4-BE49-F238E27FC236}">
                <a16:creationId xmlns:a16="http://schemas.microsoft.com/office/drawing/2014/main" id="{F4DF4F0C-DE1B-4AE3-9092-1C59315D856A}"/>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0</a:t>
            </a:r>
          </a:p>
        </p:txBody>
      </p:sp>
      <p:sp>
        <p:nvSpPr>
          <p:cNvPr id="10" name="progress-10">
            <a:extLst xmlns:a="http://schemas.openxmlformats.org/drawingml/2006/main">
              <a:ext uri="{FF2B5EF4-FFF2-40B4-BE49-F238E27FC236}">
                <a16:creationId xmlns:a16="http://schemas.microsoft.com/office/drawing/2014/main" id="{8D096BDE-3BCA-49CB-A709-6973B2065C2F}"/>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1" name="sidebar-divider">
            <a:extLst xmlns:a="http://schemas.openxmlformats.org/drawingml/2006/main">
              <a:ext uri="{FF2B5EF4-FFF2-40B4-BE49-F238E27FC236}">
                <a16:creationId xmlns:a16="http://schemas.microsoft.com/office/drawing/2014/main" id="{B9CCCE3A-B784-434A-8033-7414BF9921B2}"/>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2" name="progress-11">
            <a:extLst xmlns:a="http://schemas.openxmlformats.org/drawingml/2006/main">
              <a:ext uri="{FF2B5EF4-FFF2-40B4-BE49-F238E27FC236}">
                <a16:creationId xmlns:a16="http://schemas.microsoft.com/office/drawing/2014/main" id="{6E266E01-64F0-4780-B8DC-5B0FA8B40FB2}"/>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 Opening</a:t>
            </a:r>
          </a:p>
        </p:txBody>
      </p:sp>
      <p:sp>
        <p:nvSpPr>
          <p:cNvPr id="13" name="progress-12">
            <a:extLst xmlns:a="http://schemas.openxmlformats.org/drawingml/2006/main">
              <a:ext uri="{FF2B5EF4-FFF2-40B4-BE49-F238E27FC236}">
                <a16:creationId xmlns:a16="http://schemas.microsoft.com/office/drawing/2014/main" id="{820E01F8-2222-47DC-B477-5BB4C8797B78}"/>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2. My opinion</a:t>
            </a:r>
          </a:p>
        </p:txBody>
      </p:sp>
      <p:sp>
        <p:nvSpPr>
          <p:cNvPr id="14" name="progress-13">
            <a:extLst xmlns:a="http://schemas.openxmlformats.org/drawingml/2006/main">
              <a:ext uri="{FF2B5EF4-FFF2-40B4-BE49-F238E27FC236}">
                <a16:creationId xmlns:a16="http://schemas.microsoft.com/office/drawing/2014/main" id="{04ECA62D-3436-4871-863A-469A1057FCD7}"/>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3. Against</a:t>
            </a:r>
          </a:p>
        </p:txBody>
      </p:sp>
      <p:sp>
        <p:nvSpPr>
          <p:cNvPr id="15" name="progress-14">
            <a:extLst xmlns:a="http://schemas.openxmlformats.org/drawingml/2006/main">
              <a:ext uri="{FF2B5EF4-FFF2-40B4-BE49-F238E27FC236}">
                <a16:creationId xmlns:a16="http://schemas.microsoft.com/office/drawing/2014/main" id="{87A3EBEB-9E90-4557-8F5F-9E116B40DD70}"/>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4. If + since</a:t>
            </a:r>
          </a:p>
        </p:txBody>
      </p:sp>
      <p:sp>
        <p:nvSpPr>
          <p:cNvPr id="16" name="progress-15">
            <a:extLst xmlns:a="http://schemas.openxmlformats.org/drawingml/2006/main">
              <a:ext uri="{FF2B5EF4-FFF2-40B4-BE49-F238E27FC236}">
                <a16:creationId xmlns:a16="http://schemas.microsoft.com/office/drawing/2014/main" id="{B60E5F96-FEBE-4BD8-89AE-81C3DC534D28}"/>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5. For</a:t>
            </a:r>
          </a:p>
        </p:txBody>
      </p:sp>
      <p:sp>
        <p:nvSpPr>
          <p:cNvPr id="17" name="progress-16">
            <a:extLst xmlns:a="http://schemas.openxmlformats.org/drawingml/2006/main">
              <a:ext uri="{FF2B5EF4-FFF2-40B4-BE49-F238E27FC236}">
                <a16:creationId xmlns:a16="http://schemas.microsoft.com/office/drawing/2014/main" id="{A9BE5099-96E2-40FC-BBD4-888950D04B9E}"/>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18" name="progress-17">
            <a:extLst xmlns:a="http://schemas.openxmlformats.org/drawingml/2006/main">
              <a:ext uri="{FF2B5EF4-FFF2-40B4-BE49-F238E27FC236}">
                <a16:creationId xmlns:a16="http://schemas.microsoft.com/office/drawing/2014/main" id="{62D2C338-2496-4839-A5C7-685C3A2C86AA}"/>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19" name="progress-18">
            <a:extLst xmlns:a="http://schemas.openxmlformats.org/drawingml/2006/main">
              <a:ext uri="{FF2B5EF4-FFF2-40B4-BE49-F238E27FC236}">
                <a16:creationId xmlns:a16="http://schemas.microsoft.com/office/drawing/2014/main" id="{F5D2DCE3-1227-4D49-9B05-38FED7630891}"/>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20" name="progress-19">
            <a:extLst xmlns:a="http://schemas.openxmlformats.org/drawingml/2006/main">
              <a:ext uri="{FF2B5EF4-FFF2-40B4-BE49-F238E27FC236}">
                <a16:creationId xmlns:a16="http://schemas.microsoft.com/office/drawing/2014/main" id="{A98F10B9-46A7-480D-87C6-6A784836F1D8}"/>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1" name="progress-20">
            <a:extLst xmlns:a="http://schemas.openxmlformats.org/drawingml/2006/main">
              <a:ext uri="{FF2B5EF4-FFF2-40B4-BE49-F238E27FC236}">
                <a16:creationId xmlns:a16="http://schemas.microsoft.com/office/drawing/2014/main" id="{4E43AACD-04E8-49F8-BB5E-F5F9DE124184}"/>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2" name="progress-21">
            <a:extLst xmlns:a="http://schemas.openxmlformats.org/drawingml/2006/main">
              <a:ext uri="{FF2B5EF4-FFF2-40B4-BE49-F238E27FC236}">
                <a16:creationId xmlns:a16="http://schemas.microsoft.com/office/drawing/2014/main" id="{E3A33D49-CEBA-4107-A512-D53BE0FE841A}"/>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3" name="text-22">
            <a:extLst xmlns:a="http://schemas.openxmlformats.org/drawingml/2006/main">
              <a:ext uri="{FF2B5EF4-FFF2-40B4-BE49-F238E27FC236}">
                <a16:creationId xmlns:a16="http://schemas.microsoft.com/office/drawing/2014/main" id="{6BB283A0-1E42-4976-B92C-8B34A62B350A}"/>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1 / 50</a:t>
            </a:r>
          </a:p>
        </p:txBody>
      </p:sp>
    </p:spTree>
    <p:extLst>
      <p:ext uri="{BB962C8B-B14F-4D97-AF65-F5344CB8AC3E}">
        <p14:creationId xmlns:p14="http://schemas.microsoft.com/office/powerpoint/2010/main" val="1739766672"/>
      </p:ext>
    </p:extLst>
  </p:cSld>
</p:sld>
</file>

<file path=ppt/slides/slide2.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3" name="text-23">
            <a:extLst xmlns:a="http://schemas.openxmlformats.org/drawingml/2006/main">
              <a:ext uri="{FF2B5EF4-FFF2-40B4-BE49-F238E27FC236}">
                <a16:creationId xmlns:a16="http://schemas.microsoft.com/office/drawing/2014/main" id="{6AF79A1C-E383-4F7E-80C2-A1585F93DF68}"/>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887786e52eff422b"/>
              </a:rPr>
              <a:t>⌂</a:t>
            </a:r>
          </a:p>
        </p:txBody>
      </p:sp>
      <p:sp>
        <p:nvSpPr>
          <p:cNvPr id="2" name="title-24">
            <a:extLst xmlns:a="http://schemas.openxmlformats.org/drawingml/2006/main">
              <a:ext uri="{FF2B5EF4-FFF2-40B4-BE49-F238E27FC236}">
                <a16:creationId xmlns:a16="http://schemas.microsoft.com/office/drawing/2014/main" id="{41AEAF0D-0BD9-4D4A-BBB5-9A6EF18C0D68}"/>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A clear essay, one step at a time</a:t>
            </a:r>
          </a:p>
        </p:txBody>
      </p:sp>
      <p:sp>
        <p:nvSpPr>
          <p:cNvPr id="3" name="text-25">
            <a:extLst xmlns:a="http://schemas.openxmlformats.org/drawingml/2006/main">
              <a:ext uri="{FF2B5EF4-FFF2-40B4-BE49-F238E27FC236}">
                <a16:creationId xmlns:a16="http://schemas.microsoft.com/office/drawing/2014/main" id="{650F6487-868B-4856-8E2E-79194080AA34}"/>
              </a:ext>
            </a:extLst>
          </p:cNvPr>
          <p:cNvSpPr>
            <a:spLocks xmlns:a="http://schemas.openxmlformats.org/drawingml/2006/main" noGrp="1"/>
          </p:cNvSpPr>
          <p:nvPr/>
        </p:nvSpPr>
        <p:spPr>
          <a:xfrm xmlns:a="http://schemas.openxmlformats.org/drawingml/2006/main">
            <a:off x="2755344" y="1438275"/>
            <a:ext cx="8616791"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105" b="1">
                <a:solidFill>
                  <a:srgbClr val="F7F7F2"/>
                </a:solidFill>
                <a:latin typeface="Nunito"/>
                <a:ea typeface="Nunito"/>
                <a:cs typeface="Nunito"/>
              </a:defRPr>
            </a:pPr>
            <a:r>
              <a:rPr sz="3105" b="1">
                <a:solidFill>
                  <a:srgbClr val="F7F7F2"/>
                </a:solidFill>
                <a:latin typeface="Nunito"/>
                <a:ea typeface="Nunito"/>
                <a:cs typeface="Nunito"/>
              </a:rPr>
              <a:t>Simple words. Clear ideas.</a:t>
            </a:r>
          </a:p>
        </p:txBody>
      </p:sp>
      <p:sp>
        <p:nvSpPr>
          <p:cNvPr id="4" name="text-26">
            <a:extLst xmlns:a="http://schemas.openxmlformats.org/drawingml/2006/main">
              <a:ext uri="{FF2B5EF4-FFF2-40B4-BE49-F238E27FC236}">
                <a16:creationId xmlns:a16="http://schemas.microsoft.com/office/drawing/2014/main" id="{76F7386C-E1F8-4CEC-9F3E-493D6F08F633}"/>
              </a:ext>
            </a:extLst>
          </p:cNvPr>
          <p:cNvSpPr>
            <a:spLocks xmlns:a="http://schemas.openxmlformats.org/drawingml/2006/main" noGrp="1"/>
          </p:cNvSpPr>
          <p:nvPr/>
        </p:nvSpPr>
        <p:spPr>
          <a:xfrm xmlns:a="http://schemas.openxmlformats.org/drawingml/2006/main">
            <a:off x="2809685" y="4524375"/>
            <a:ext cx="8508111"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A9BDD2"/>
                </a:solidFill>
                <a:latin typeface="Nunito"/>
                <a:ea typeface="Nunito"/>
                <a:cs typeface="Nunito"/>
              </a:defRPr>
            </a:pPr>
            <a:r>
              <a:rPr sz="2228" b="1">
                <a:solidFill>
                  <a:srgbClr val="A9BDD2"/>
                </a:solidFill>
                <a:latin typeface="Nunito"/>
                <a:ea typeface="Nunito"/>
                <a:cs typeface="Nunito"/>
              </a:rPr>
              <a:t>Use familiar words and useful sentence patterns.</a:t>
            </a:r>
          </a:p>
        </p:txBody>
      </p:sp>
      <p:sp>
        <p:nvSpPr>
          <p:cNvPr id="5" name="progress-27">
            <a:extLst xmlns:a="http://schemas.openxmlformats.org/drawingml/2006/main">
              <a:ext uri="{FF2B5EF4-FFF2-40B4-BE49-F238E27FC236}">
                <a16:creationId xmlns:a16="http://schemas.microsoft.com/office/drawing/2014/main" id="{A4C0EDCD-FE94-4A76-B281-F99075958EB1}"/>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6" name="progress-28">
            <a:extLst xmlns:a="http://schemas.openxmlformats.org/drawingml/2006/main">
              <a:ext uri="{FF2B5EF4-FFF2-40B4-BE49-F238E27FC236}">
                <a16:creationId xmlns:a16="http://schemas.microsoft.com/office/drawing/2014/main" id="{9AD8B754-8254-42DA-9CB6-391D83BC3ABE}"/>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0 / 10</a:t>
            </a:r>
          </a:p>
        </p:txBody>
      </p:sp>
      <p:sp>
        <p:nvSpPr>
          <p:cNvPr id="7" name="progress-29">
            <a:extLst xmlns:a="http://schemas.openxmlformats.org/drawingml/2006/main">
              <a:ext uri="{FF2B5EF4-FFF2-40B4-BE49-F238E27FC236}">
                <a16:creationId xmlns:a16="http://schemas.microsoft.com/office/drawing/2014/main" id="{E41BFFFB-15AE-4D1C-A263-FEE651BA217E}"/>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8" name="progress-30">
            <a:extLst xmlns:a="http://schemas.openxmlformats.org/drawingml/2006/main">
              <a:ext uri="{FF2B5EF4-FFF2-40B4-BE49-F238E27FC236}">
                <a16:creationId xmlns:a16="http://schemas.microsoft.com/office/drawing/2014/main" id="{DCA442AF-D579-4E79-BA33-B5CB1442543E}"/>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0</a:t>
            </a:r>
          </a:p>
        </p:txBody>
      </p:sp>
      <p:sp>
        <p:nvSpPr>
          <p:cNvPr id="9" name="progress-31">
            <a:extLst xmlns:a="http://schemas.openxmlformats.org/drawingml/2006/main">
              <a:ext uri="{FF2B5EF4-FFF2-40B4-BE49-F238E27FC236}">
                <a16:creationId xmlns:a16="http://schemas.microsoft.com/office/drawing/2014/main" id="{F5276F38-B152-417F-B280-05C99D34237F}"/>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0" name="sidebar-divider">
            <a:extLst xmlns:a="http://schemas.openxmlformats.org/drawingml/2006/main">
              <a:ext uri="{FF2B5EF4-FFF2-40B4-BE49-F238E27FC236}">
                <a16:creationId xmlns:a16="http://schemas.microsoft.com/office/drawing/2014/main" id="{C42CC2B1-4193-49C4-9349-98ACE3197775}"/>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1" name="progress-32">
            <a:extLst xmlns:a="http://schemas.openxmlformats.org/drawingml/2006/main">
              <a:ext uri="{FF2B5EF4-FFF2-40B4-BE49-F238E27FC236}">
                <a16:creationId xmlns:a16="http://schemas.microsoft.com/office/drawing/2014/main" id="{D122C739-2782-4AC2-AC41-99319327EBD4}"/>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 Opening</a:t>
            </a:r>
          </a:p>
        </p:txBody>
      </p:sp>
      <p:sp>
        <p:nvSpPr>
          <p:cNvPr id="12" name="progress-33">
            <a:extLst xmlns:a="http://schemas.openxmlformats.org/drawingml/2006/main">
              <a:ext uri="{FF2B5EF4-FFF2-40B4-BE49-F238E27FC236}">
                <a16:creationId xmlns:a16="http://schemas.microsoft.com/office/drawing/2014/main" id="{B6E22518-C698-41C1-997A-A473812CDE1F}"/>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2. My opinion</a:t>
            </a:r>
          </a:p>
        </p:txBody>
      </p:sp>
      <p:sp>
        <p:nvSpPr>
          <p:cNvPr id="13" name="progress-34">
            <a:extLst xmlns:a="http://schemas.openxmlformats.org/drawingml/2006/main">
              <a:ext uri="{FF2B5EF4-FFF2-40B4-BE49-F238E27FC236}">
                <a16:creationId xmlns:a16="http://schemas.microsoft.com/office/drawing/2014/main" id="{2BCD5CDA-6C44-4CDE-A93A-A35843483382}"/>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3. Against</a:t>
            </a:r>
          </a:p>
        </p:txBody>
      </p:sp>
      <p:sp>
        <p:nvSpPr>
          <p:cNvPr id="14" name="progress-35">
            <a:extLst xmlns:a="http://schemas.openxmlformats.org/drawingml/2006/main">
              <a:ext uri="{FF2B5EF4-FFF2-40B4-BE49-F238E27FC236}">
                <a16:creationId xmlns:a16="http://schemas.microsoft.com/office/drawing/2014/main" id="{7A06861D-94F0-4BBA-B12A-FCF68CD1E6A1}"/>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4. If + since</a:t>
            </a:r>
          </a:p>
        </p:txBody>
      </p:sp>
      <p:sp>
        <p:nvSpPr>
          <p:cNvPr id="15" name="progress-36">
            <a:extLst xmlns:a="http://schemas.openxmlformats.org/drawingml/2006/main">
              <a:ext uri="{FF2B5EF4-FFF2-40B4-BE49-F238E27FC236}">
                <a16:creationId xmlns:a16="http://schemas.microsoft.com/office/drawing/2014/main" id="{3F26F1D9-5370-41A3-8238-A86594C723A3}"/>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5. For</a:t>
            </a:r>
          </a:p>
        </p:txBody>
      </p:sp>
      <p:sp>
        <p:nvSpPr>
          <p:cNvPr id="16" name="progress-37">
            <a:extLst xmlns:a="http://schemas.openxmlformats.org/drawingml/2006/main">
              <a:ext uri="{FF2B5EF4-FFF2-40B4-BE49-F238E27FC236}">
                <a16:creationId xmlns:a16="http://schemas.microsoft.com/office/drawing/2014/main" id="{051FFC0E-0D14-4200-823D-B282D432E2C0}"/>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17" name="progress-38">
            <a:extLst xmlns:a="http://schemas.openxmlformats.org/drawingml/2006/main">
              <a:ext uri="{FF2B5EF4-FFF2-40B4-BE49-F238E27FC236}">
                <a16:creationId xmlns:a16="http://schemas.microsoft.com/office/drawing/2014/main" id="{28A81EF3-4EE8-48FB-97F5-3B1BE9D5BCA6}"/>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18" name="progress-39">
            <a:extLst xmlns:a="http://schemas.openxmlformats.org/drawingml/2006/main">
              <a:ext uri="{FF2B5EF4-FFF2-40B4-BE49-F238E27FC236}">
                <a16:creationId xmlns:a16="http://schemas.microsoft.com/office/drawing/2014/main" id="{3CE89B74-D0DB-4011-BCCC-ABBB1B2A3ACF}"/>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19" name="progress-40">
            <a:extLst xmlns:a="http://schemas.openxmlformats.org/drawingml/2006/main">
              <a:ext uri="{FF2B5EF4-FFF2-40B4-BE49-F238E27FC236}">
                <a16:creationId xmlns:a16="http://schemas.microsoft.com/office/drawing/2014/main" id="{26E60248-FCAA-4095-9A98-9917036C51C0}"/>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0" name="progress-41">
            <a:extLst xmlns:a="http://schemas.openxmlformats.org/drawingml/2006/main">
              <a:ext uri="{FF2B5EF4-FFF2-40B4-BE49-F238E27FC236}">
                <a16:creationId xmlns:a16="http://schemas.microsoft.com/office/drawing/2014/main" id="{A456E7B1-889D-40C6-A45D-C937A1C9F898}"/>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1" name="progress-42">
            <a:extLst xmlns:a="http://schemas.openxmlformats.org/drawingml/2006/main">
              <a:ext uri="{FF2B5EF4-FFF2-40B4-BE49-F238E27FC236}">
                <a16:creationId xmlns:a16="http://schemas.microsoft.com/office/drawing/2014/main" id="{689CCEEC-04A5-4CEC-BB4C-B91B812B58BA}"/>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2" name="text-43">
            <a:extLst xmlns:a="http://schemas.openxmlformats.org/drawingml/2006/main">
              <a:ext uri="{FF2B5EF4-FFF2-40B4-BE49-F238E27FC236}">
                <a16:creationId xmlns:a16="http://schemas.microsoft.com/office/drawing/2014/main" id="{B1A0D79A-5D47-4C6F-B88B-60E99EF0ECFE}"/>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2 / 50</a:t>
            </a:r>
          </a:p>
        </p:txBody>
      </p:sp>
    </p:spTree>
    <p:extLst>
      <p:ext uri="{BB962C8B-B14F-4D97-AF65-F5344CB8AC3E}">
        <p14:creationId xmlns:p14="http://schemas.microsoft.com/office/powerpoint/2010/main" val="2048931467"/>
      </p:ext>
    </p:extLst>
  </p:cSld>
</p:sld>
</file>

<file path=ppt/slides/slide3.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3" name="text-44">
            <a:extLst xmlns:a="http://schemas.openxmlformats.org/drawingml/2006/main">
              <a:ext uri="{FF2B5EF4-FFF2-40B4-BE49-F238E27FC236}">
                <a16:creationId xmlns:a16="http://schemas.microsoft.com/office/drawing/2014/main" id="{6A1CCDE1-2C14-479F-B6EA-F244ED81B932}"/>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746b3c6612204c00"/>
              </a:rPr>
              <a:t>⌂</a:t>
            </a:r>
          </a:p>
        </p:txBody>
      </p:sp>
      <p:sp>
        <p:nvSpPr>
          <p:cNvPr id="2" name="title-45">
            <a:extLst xmlns:a="http://schemas.openxmlformats.org/drawingml/2006/main">
              <a:ext uri="{FF2B5EF4-FFF2-40B4-BE49-F238E27FC236}">
                <a16:creationId xmlns:a16="http://schemas.microsoft.com/office/drawing/2014/main" id="{B08A6AFF-9246-494F-A130-F892B7433030}"/>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The writing task</a:t>
            </a:r>
          </a:p>
        </p:txBody>
      </p:sp>
      <p:sp>
        <p:nvSpPr>
          <p:cNvPr id="3" name="text-46">
            <a:extLst xmlns:a="http://schemas.openxmlformats.org/drawingml/2006/main">
              <a:ext uri="{FF2B5EF4-FFF2-40B4-BE49-F238E27FC236}">
                <a16:creationId xmlns:a16="http://schemas.microsoft.com/office/drawing/2014/main" id="{AF2F17E8-C208-487A-A7B7-AC5235179EA2}"/>
              </a:ext>
            </a:extLst>
          </p:cNvPr>
          <p:cNvSpPr>
            <a:spLocks xmlns:a="http://schemas.openxmlformats.org/drawingml/2006/main" noGrp="1"/>
          </p:cNvSpPr>
          <p:nvPr/>
        </p:nvSpPr>
        <p:spPr>
          <a:xfrm xmlns:a="http://schemas.openxmlformats.org/drawingml/2006/main">
            <a:off x="2755344" y="1438275"/>
            <a:ext cx="8616791"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105" b="1">
                <a:solidFill>
                  <a:srgbClr val="F7F7F2"/>
                </a:solidFill>
                <a:latin typeface="Nunito"/>
                <a:ea typeface="Nunito"/>
                <a:cs typeface="Nunito"/>
              </a:defRPr>
            </a:pPr>
            <a:r>
              <a:rPr sz="3105" b="1">
                <a:solidFill>
                  <a:srgbClr val="F7F7F2"/>
                </a:solidFill>
                <a:latin typeface="Nunito"/>
                <a:ea typeface="Nunito"/>
                <a:cs typeface="Nunito"/>
              </a:rPr>
              <a:t>Should every student have a chance to play in class games, even if some students play better than others?</a:t>
            </a:r>
          </a:p>
        </p:txBody>
      </p:sp>
      <p:sp>
        <p:nvSpPr>
          <p:cNvPr id="4" name="text-47">
            <a:extLst xmlns:a="http://schemas.openxmlformats.org/drawingml/2006/main">
              <a:ext uri="{FF2B5EF4-FFF2-40B4-BE49-F238E27FC236}">
                <a16:creationId xmlns:a16="http://schemas.microsoft.com/office/drawing/2014/main" id="{BB8D6BEA-766A-422F-8D94-95692D6814C8}"/>
              </a:ext>
            </a:extLst>
          </p:cNvPr>
          <p:cNvSpPr>
            <a:spLocks xmlns:a="http://schemas.openxmlformats.org/drawingml/2006/main" noGrp="1"/>
          </p:cNvSpPr>
          <p:nvPr/>
        </p:nvSpPr>
        <p:spPr>
          <a:xfrm xmlns:a="http://schemas.openxmlformats.org/drawingml/2006/main">
            <a:off x="2809685" y="4524375"/>
            <a:ext cx="8508111"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A9BDD2"/>
                </a:solidFill>
                <a:latin typeface="Nunito"/>
                <a:ea typeface="Nunito"/>
                <a:cs typeface="Nunito"/>
              </a:defRPr>
            </a:pPr>
            <a:r>
              <a:rPr sz="2228" b="1">
                <a:solidFill>
                  <a:srgbClr val="A9BDD2"/>
                </a:solidFill>
                <a:latin typeface="Nunito"/>
                <a:ea typeface="Nunito"/>
                <a:cs typeface="Nunito"/>
              </a:rPr>
              <a:t>Should everyone have a chance to play?</a:t>
            </a:r>
          </a:p>
        </p:txBody>
      </p:sp>
      <p:sp>
        <p:nvSpPr>
          <p:cNvPr id="5" name="progress-48">
            <a:extLst xmlns:a="http://schemas.openxmlformats.org/drawingml/2006/main">
              <a:ext uri="{FF2B5EF4-FFF2-40B4-BE49-F238E27FC236}">
                <a16:creationId xmlns:a16="http://schemas.microsoft.com/office/drawing/2014/main" id="{51F9BE9C-AF4D-4396-B7B8-7F4849AC2CFF}"/>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6" name="progress-49">
            <a:extLst xmlns:a="http://schemas.openxmlformats.org/drawingml/2006/main">
              <a:ext uri="{FF2B5EF4-FFF2-40B4-BE49-F238E27FC236}">
                <a16:creationId xmlns:a16="http://schemas.microsoft.com/office/drawing/2014/main" id="{28D8A104-E46D-472C-B999-5794A904ACEA}"/>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0 / 10</a:t>
            </a:r>
          </a:p>
        </p:txBody>
      </p:sp>
      <p:sp>
        <p:nvSpPr>
          <p:cNvPr id="7" name="progress-50">
            <a:extLst xmlns:a="http://schemas.openxmlformats.org/drawingml/2006/main">
              <a:ext uri="{FF2B5EF4-FFF2-40B4-BE49-F238E27FC236}">
                <a16:creationId xmlns:a16="http://schemas.microsoft.com/office/drawing/2014/main" id="{D7B37FC5-0D11-4B11-87A8-0599C2327F42}"/>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8" name="progress-51">
            <a:extLst xmlns:a="http://schemas.openxmlformats.org/drawingml/2006/main">
              <a:ext uri="{FF2B5EF4-FFF2-40B4-BE49-F238E27FC236}">
                <a16:creationId xmlns:a16="http://schemas.microsoft.com/office/drawing/2014/main" id="{67ECFBBB-A130-406B-BD8C-00C1367E3A3E}"/>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0</a:t>
            </a:r>
          </a:p>
        </p:txBody>
      </p:sp>
      <p:sp>
        <p:nvSpPr>
          <p:cNvPr id="9" name="progress-52">
            <a:extLst xmlns:a="http://schemas.openxmlformats.org/drawingml/2006/main">
              <a:ext uri="{FF2B5EF4-FFF2-40B4-BE49-F238E27FC236}">
                <a16:creationId xmlns:a16="http://schemas.microsoft.com/office/drawing/2014/main" id="{B789844A-567A-4451-B5DB-A22384402E99}"/>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0" name="sidebar-divider">
            <a:extLst xmlns:a="http://schemas.openxmlformats.org/drawingml/2006/main">
              <a:ext uri="{FF2B5EF4-FFF2-40B4-BE49-F238E27FC236}">
                <a16:creationId xmlns:a16="http://schemas.microsoft.com/office/drawing/2014/main" id="{9C08FA85-D4A9-4B29-A0D2-EBE5EEAD71F6}"/>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1" name="progress-53">
            <a:extLst xmlns:a="http://schemas.openxmlformats.org/drawingml/2006/main">
              <a:ext uri="{FF2B5EF4-FFF2-40B4-BE49-F238E27FC236}">
                <a16:creationId xmlns:a16="http://schemas.microsoft.com/office/drawing/2014/main" id="{760B7440-C5E6-4FF4-A36F-FFE97D4DB063}"/>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 Opening</a:t>
            </a:r>
          </a:p>
        </p:txBody>
      </p:sp>
      <p:sp>
        <p:nvSpPr>
          <p:cNvPr id="12" name="progress-54">
            <a:extLst xmlns:a="http://schemas.openxmlformats.org/drawingml/2006/main">
              <a:ext uri="{FF2B5EF4-FFF2-40B4-BE49-F238E27FC236}">
                <a16:creationId xmlns:a16="http://schemas.microsoft.com/office/drawing/2014/main" id="{824EAD5F-7ED3-40DD-BB1C-FC5657F34806}"/>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2. My opinion</a:t>
            </a:r>
          </a:p>
        </p:txBody>
      </p:sp>
      <p:sp>
        <p:nvSpPr>
          <p:cNvPr id="13" name="progress-55">
            <a:extLst xmlns:a="http://schemas.openxmlformats.org/drawingml/2006/main">
              <a:ext uri="{FF2B5EF4-FFF2-40B4-BE49-F238E27FC236}">
                <a16:creationId xmlns:a16="http://schemas.microsoft.com/office/drawing/2014/main" id="{39AFD14F-61F7-4905-A242-201B56C9CC91}"/>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3. Against</a:t>
            </a:r>
          </a:p>
        </p:txBody>
      </p:sp>
      <p:sp>
        <p:nvSpPr>
          <p:cNvPr id="14" name="progress-56">
            <a:extLst xmlns:a="http://schemas.openxmlformats.org/drawingml/2006/main">
              <a:ext uri="{FF2B5EF4-FFF2-40B4-BE49-F238E27FC236}">
                <a16:creationId xmlns:a16="http://schemas.microsoft.com/office/drawing/2014/main" id="{78E2B93A-08AB-4245-B99F-347D8404DDA1}"/>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4. If + since</a:t>
            </a:r>
          </a:p>
        </p:txBody>
      </p:sp>
      <p:sp>
        <p:nvSpPr>
          <p:cNvPr id="15" name="progress-57">
            <a:extLst xmlns:a="http://schemas.openxmlformats.org/drawingml/2006/main">
              <a:ext uri="{FF2B5EF4-FFF2-40B4-BE49-F238E27FC236}">
                <a16:creationId xmlns:a16="http://schemas.microsoft.com/office/drawing/2014/main" id="{9648FEA9-795F-4B66-99C8-6BE13194115D}"/>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5. For</a:t>
            </a:r>
          </a:p>
        </p:txBody>
      </p:sp>
      <p:sp>
        <p:nvSpPr>
          <p:cNvPr id="16" name="progress-58">
            <a:extLst xmlns:a="http://schemas.openxmlformats.org/drawingml/2006/main">
              <a:ext uri="{FF2B5EF4-FFF2-40B4-BE49-F238E27FC236}">
                <a16:creationId xmlns:a16="http://schemas.microsoft.com/office/drawing/2014/main" id="{AF752233-3CED-461E-8542-655866327C0E}"/>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17" name="progress-59">
            <a:extLst xmlns:a="http://schemas.openxmlformats.org/drawingml/2006/main">
              <a:ext uri="{FF2B5EF4-FFF2-40B4-BE49-F238E27FC236}">
                <a16:creationId xmlns:a16="http://schemas.microsoft.com/office/drawing/2014/main" id="{C8AF3D51-BF60-45D6-9CA3-1B1E5C4754F5}"/>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18" name="progress-60">
            <a:extLst xmlns:a="http://schemas.openxmlformats.org/drawingml/2006/main">
              <a:ext uri="{FF2B5EF4-FFF2-40B4-BE49-F238E27FC236}">
                <a16:creationId xmlns:a16="http://schemas.microsoft.com/office/drawing/2014/main" id="{9717B186-8570-48AF-8BB2-DAE7D1155599}"/>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19" name="progress-61">
            <a:extLst xmlns:a="http://schemas.openxmlformats.org/drawingml/2006/main">
              <a:ext uri="{FF2B5EF4-FFF2-40B4-BE49-F238E27FC236}">
                <a16:creationId xmlns:a16="http://schemas.microsoft.com/office/drawing/2014/main" id="{8112F3FD-9F17-43B2-A6F0-07226729DE38}"/>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0" name="progress-62">
            <a:extLst xmlns:a="http://schemas.openxmlformats.org/drawingml/2006/main">
              <a:ext uri="{FF2B5EF4-FFF2-40B4-BE49-F238E27FC236}">
                <a16:creationId xmlns:a16="http://schemas.microsoft.com/office/drawing/2014/main" id="{D9E0D54D-00EA-42F1-A19F-005BC4656B84}"/>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1" name="progress-63">
            <a:extLst xmlns:a="http://schemas.openxmlformats.org/drawingml/2006/main">
              <a:ext uri="{FF2B5EF4-FFF2-40B4-BE49-F238E27FC236}">
                <a16:creationId xmlns:a16="http://schemas.microsoft.com/office/drawing/2014/main" id="{6E0F1AD2-43CA-46E3-B1A6-F9F68D8F9F12}"/>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2" name="text-64">
            <a:extLst xmlns:a="http://schemas.openxmlformats.org/drawingml/2006/main">
              <a:ext uri="{FF2B5EF4-FFF2-40B4-BE49-F238E27FC236}">
                <a16:creationId xmlns:a16="http://schemas.microsoft.com/office/drawing/2014/main" id="{15532309-599B-4CB8-93C2-40D5D6F0BD85}"/>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3 / 50</a:t>
            </a:r>
          </a:p>
        </p:txBody>
      </p:sp>
    </p:spTree>
    <p:extLst>
      <p:ext uri="{BB962C8B-B14F-4D97-AF65-F5344CB8AC3E}">
        <p14:creationId xmlns:p14="http://schemas.microsoft.com/office/powerpoint/2010/main" val="1214354603"/>
      </p:ext>
    </p:extLst>
  </p:cSld>
</p:sld>
</file>

<file path=ppt/slides/slide4.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3" name="text-65">
            <a:extLst xmlns:a="http://schemas.openxmlformats.org/drawingml/2006/main">
              <a:ext uri="{FF2B5EF4-FFF2-40B4-BE49-F238E27FC236}">
                <a16:creationId xmlns:a16="http://schemas.microsoft.com/office/drawing/2014/main" id="{A5882BF4-4D13-4E2E-8D69-BB65FE1EC494}"/>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dbd5a29d267e4fec"/>
              </a:rPr>
              <a:t>⌂</a:t>
            </a:r>
          </a:p>
        </p:txBody>
      </p:sp>
      <p:sp>
        <p:nvSpPr>
          <p:cNvPr id="2" name="title-66">
            <a:extLst xmlns:a="http://schemas.openxmlformats.org/drawingml/2006/main">
              <a:ext uri="{FF2B5EF4-FFF2-40B4-BE49-F238E27FC236}">
                <a16:creationId xmlns:a16="http://schemas.microsoft.com/office/drawing/2014/main" id="{615DA67B-E50B-453E-9E37-C665BB61DE3E}"/>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Four paragraphs</a:t>
            </a:r>
          </a:p>
        </p:txBody>
      </p:sp>
      <p:sp>
        <p:nvSpPr>
          <p:cNvPr id="3" name="text-67">
            <a:extLst xmlns:a="http://schemas.openxmlformats.org/drawingml/2006/main">
              <a:ext uri="{FF2B5EF4-FFF2-40B4-BE49-F238E27FC236}">
                <a16:creationId xmlns:a16="http://schemas.microsoft.com/office/drawing/2014/main" id="{8EB45E16-EC7C-4E1C-8C52-83C70AB299B6}"/>
              </a:ext>
            </a:extLst>
          </p:cNvPr>
          <p:cNvSpPr>
            <a:spLocks xmlns:a="http://schemas.openxmlformats.org/drawingml/2006/main" noGrp="1"/>
          </p:cNvSpPr>
          <p:nvPr/>
        </p:nvSpPr>
        <p:spPr>
          <a:xfrm xmlns:a="http://schemas.openxmlformats.org/drawingml/2006/main">
            <a:off x="2755344" y="1438275"/>
            <a:ext cx="8616791"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105" b="1">
                <a:solidFill>
                  <a:srgbClr val="F7F7F2"/>
                </a:solidFill>
                <a:latin typeface="Nunito"/>
                <a:ea typeface="Nunito"/>
                <a:cs typeface="Nunito"/>
              </a:defRPr>
            </a:pPr>
            <a:r>
              <a:rPr sz="3105" b="1">
                <a:solidFill>
                  <a:srgbClr val="F7F7F2"/>
                </a:solidFill>
                <a:latin typeface="Nunito"/>
                <a:ea typeface="Nunito"/>
                <a:cs typeface="Nunito"/>
              </a:rPr>
              <a:t>Introduction</a:t>
            </a:r>
          </a:p>
          <a:p xmlns:a="http://schemas.openxmlformats.org/drawingml/2006/main">
            <a:pPr algn="ctr">
              <a:defRPr sz="3105" b="1">
                <a:solidFill>
                  <a:srgbClr val="F7F7F2"/>
                </a:solidFill>
                <a:latin typeface="Nunito"/>
                <a:ea typeface="Nunito"/>
                <a:cs typeface="Nunito"/>
              </a:defRPr>
            </a:pPr>
            <a:r>
              <a:rPr sz="3105" b="1">
                <a:solidFill>
                  <a:srgbClr val="F7F7F2"/>
                </a:solidFill>
                <a:latin typeface="Nunito"/>
                <a:ea typeface="Nunito"/>
                <a:cs typeface="Nunito"/>
              </a:rPr>
              <a:t>On the one hand, ...</a:t>
            </a:r>
          </a:p>
          <a:p xmlns:a="http://schemas.openxmlformats.org/drawingml/2006/main">
            <a:pPr algn="ctr">
              <a:defRPr sz="3105" b="1">
                <a:solidFill>
                  <a:srgbClr val="F7F7F2"/>
                </a:solidFill>
                <a:latin typeface="Nunito"/>
                <a:ea typeface="Nunito"/>
                <a:cs typeface="Nunito"/>
              </a:defRPr>
            </a:pPr>
            <a:r>
              <a:rPr sz="3105" b="1">
                <a:solidFill>
                  <a:srgbClr val="F7F7F2"/>
                </a:solidFill>
                <a:latin typeface="Nunito"/>
                <a:ea typeface="Nunito"/>
                <a:cs typeface="Nunito"/>
              </a:rPr>
              <a:t>On the other hand, ...</a:t>
            </a:r>
          </a:p>
          <a:p xmlns:a="http://schemas.openxmlformats.org/drawingml/2006/main">
            <a:pPr algn="ctr">
              <a:defRPr sz="3105" b="1">
                <a:solidFill>
                  <a:srgbClr val="F7F7F2"/>
                </a:solidFill>
                <a:latin typeface="Nunito"/>
                <a:ea typeface="Nunito"/>
                <a:cs typeface="Nunito"/>
              </a:defRPr>
            </a:pPr>
            <a:r>
              <a:rPr sz="3105" b="1">
                <a:solidFill>
                  <a:srgbClr val="F7F7F2"/>
                </a:solidFill>
                <a:latin typeface="Nunito"/>
                <a:ea typeface="Nunito"/>
                <a:cs typeface="Nunito"/>
              </a:rPr>
              <a:t>In conclusion, ...</a:t>
            </a:r>
          </a:p>
        </p:txBody>
      </p:sp>
      <p:sp>
        <p:nvSpPr>
          <p:cNvPr id="4" name="text-68">
            <a:extLst xmlns:a="http://schemas.openxmlformats.org/drawingml/2006/main">
              <a:ext uri="{FF2B5EF4-FFF2-40B4-BE49-F238E27FC236}">
                <a16:creationId xmlns:a16="http://schemas.microsoft.com/office/drawing/2014/main" id="{E8AF9A33-B857-4E76-BF43-DC34E525DD4F}"/>
              </a:ext>
            </a:extLst>
          </p:cNvPr>
          <p:cNvSpPr>
            <a:spLocks xmlns:a="http://schemas.openxmlformats.org/drawingml/2006/main" noGrp="1"/>
          </p:cNvSpPr>
          <p:nvPr/>
        </p:nvSpPr>
        <p:spPr>
          <a:xfrm xmlns:a="http://schemas.openxmlformats.org/drawingml/2006/main">
            <a:off x="2809685" y="4524375"/>
            <a:ext cx="8508111"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A9BDD2"/>
                </a:solidFill>
                <a:latin typeface="Nunito"/>
                <a:ea typeface="Nunito"/>
                <a:cs typeface="Nunito"/>
              </a:defRPr>
            </a:pPr>
            <a:r>
              <a:rPr sz="2228" b="1">
                <a:solidFill>
                  <a:srgbClr val="A9BDD2"/>
                </a:solidFill>
                <a:latin typeface="Nunito"/>
                <a:ea typeface="Nunito"/>
                <a:cs typeface="Nunito"/>
              </a:rPr>
              <a:t>Opening and opinion; an idea against; an idea for; conclusion.</a:t>
            </a:r>
          </a:p>
        </p:txBody>
      </p:sp>
      <p:sp>
        <p:nvSpPr>
          <p:cNvPr id="5" name="progress-69">
            <a:extLst xmlns:a="http://schemas.openxmlformats.org/drawingml/2006/main">
              <a:ext uri="{FF2B5EF4-FFF2-40B4-BE49-F238E27FC236}">
                <a16:creationId xmlns:a16="http://schemas.microsoft.com/office/drawing/2014/main" id="{A4018A5A-C9A2-4C99-B2FD-94EBDF018B68}"/>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6" name="progress-70">
            <a:extLst xmlns:a="http://schemas.openxmlformats.org/drawingml/2006/main">
              <a:ext uri="{FF2B5EF4-FFF2-40B4-BE49-F238E27FC236}">
                <a16:creationId xmlns:a16="http://schemas.microsoft.com/office/drawing/2014/main" id="{B8E2807F-C528-4CB2-B8EE-37701C6B2B89}"/>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0 / 10</a:t>
            </a:r>
          </a:p>
        </p:txBody>
      </p:sp>
      <p:sp>
        <p:nvSpPr>
          <p:cNvPr id="7" name="progress-71">
            <a:extLst xmlns:a="http://schemas.openxmlformats.org/drawingml/2006/main">
              <a:ext uri="{FF2B5EF4-FFF2-40B4-BE49-F238E27FC236}">
                <a16:creationId xmlns:a16="http://schemas.microsoft.com/office/drawing/2014/main" id="{AF1560D6-D2B6-44C1-AF1C-619EA666B94E}"/>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8" name="progress-72">
            <a:extLst xmlns:a="http://schemas.openxmlformats.org/drawingml/2006/main">
              <a:ext uri="{FF2B5EF4-FFF2-40B4-BE49-F238E27FC236}">
                <a16:creationId xmlns:a16="http://schemas.microsoft.com/office/drawing/2014/main" id="{83ADA920-C1D9-4766-86D5-DEF8AF797F39}"/>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0</a:t>
            </a:r>
          </a:p>
        </p:txBody>
      </p:sp>
      <p:sp>
        <p:nvSpPr>
          <p:cNvPr id="9" name="progress-73">
            <a:extLst xmlns:a="http://schemas.openxmlformats.org/drawingml/2006/main">
              <a:ext uri="{FF2B5EF4-FFF2-40B4-BE49-F238E27FC236}">
                <a16:creationId xmlns:a16="http://schemas.microsoft.com/office/drawing/2014/main" id="{CD356FF5-41D6-451F-88C1-5ABBC837C979}"/>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0" name="sidebar-divider">
            <a:extLst xmlns:a="http://schemas.openxmlformats.org/drawingml/2006/main">
              <a:ext uri="{FF2B5EF4-FFF2-40B4-BE49-F238E27FC236}">
                <a16:creationId xmlns:a16="http://schemas.microsoft.com/office/drawing/2014/main" id="{053CBF47-685B-47DB-B953-95609721F41E}"/>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1" name="progress-74">
            <a:extLst xmlns:a="http://schemas.openxmlformats.org/drawingml/2006/main">
              <a:ext uri="{FF2B5EF4-FFF2-40B4-BE49-F238E27FC236}">
                <a16:creationId xmlns:a16="http://schemas.microsoft.com/office/drawing/2014/main" id="{22DAD0FF-0A89-4763-B393-2C5E215EB953}"/>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 Opening</a:t>
            </a:r>
          </a:p>
        </p:txBody>
      </p:sp>
      <p:sp>
        <p:nvSpPr>
          <p:cNvPr id="12" name="progress-75">
            <a:extLst xmlns:a="http://schemas.openxmlformats.org/drawingml/2006/main">
              <a:ext uri="{FF2B5EF4-FFF2-40B4-BE49-F238E27FC236}">
                <a16:creationId xmlns:a16="http://schemas.microsoft.com/office/drawing/2014/main" id="{C389538C-36C3-4456-AEFD-5FE022F8EFCE}"/>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2. My opinion</a:t>
            </a:r>
          </a:p>
        </p:txBody>
      </p:sp>
      <p:sp>
        <p:nvSpPr>
          <p:cNvPr id="13" name="progress-76">
            <a:extLst xmlns:a="http://schemas.openxmlformats.org/drawingml/2006/main">
              <a:ext uri="{FF2B5EF4-FFF2-40B4-BE49-F238E27FC236}">
                <a16:creationId xmlns:a16="http://schemas.microsoft.com/office/drawing/2014/main" id="{1A467B78-C40F-40BE-B8FD-8EBD7ADFFBB2}"/>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3. Against</a:t>
            </a:r>
          </a:p>
        </p:txBody>
      </p:sp>
      <p:sp>
        <p:nvSpPr>
          <p:cNvPr id="14" name="progress-77">
            <a:extLst xmlns:a="http://schemas.openxmlformats.org/drawingml/2006/main">
              <a:ext uri="{FF2B5EF4-FFF2-40B4-BE49-F238E27FC236}">
                <a16:creationId xmlns:a16="http://schemas.microsoft.com/office/drawing/2014/main" id="{BF712E77-C761-40E5-B976-2D416A909C30}"/>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4. If + since</a:t>
            </a:r>
          </a:p>
        </p:txBody>
      </p:sp>
      <p:sp>
        <p:nvSpPr>
          <p:cNvPr id="15" name="progress-78">
            <a:extLst xmlns:a="http://schemas.openxmlformats.org/drawingml/2006/main">
              <a:ext uri="{FF2B5EF4-FFF2-40B4-BE49-F238E27FC236}">
                <a16:creationId xmlns:a16="http://schemas.microsoft.com/office/drawing/2014/main" id="{7FBEE2C7-2508-417B-9D55-D125CFAB37CE}"/>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5. For</a:t>
            </a:r>
          </a:p>
        </p:txBody>
      </p:sp>
      <p:sp>
        <p:nvSpPr>
          <p:cNvPr id="16" name="progress-79">
            <a:extLst xmlns:a="http://schemas.openxmlformats.org/drawingml/2006/main">
              <a:ext uri="{FF2B5EF4-FFF2-40B4-BE49-F238E27FC236}">
                <a16:creationId xmlns:a16="http://schemas.microsoft.com/office/drawing/2014/main" id="{413F8D5F-A3D5-465A-A1B2-51FB1975BDBB}"/>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17" name="progress-80">
            <a:extLst xmlns:a="http://schemas.openxmlformats.org/drawingml/2006/main">
              <a:ext uri="{FF2B5EF4-FFF2-40B4-BE49-F238E27FC236}">
                <a16:creationId xmlns:a16="http://schemas.microsoft.com/office/drawing/2014/main" id="{73650AD1-3849-4242-BFC0-541EC3F798DD}"/>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18" name="progress-81">
            <a:extLst xmlns:a="http://schemas.openxmlformats.org/drawingml/2006/main">
              <a:ext uri="{FF2B5EF4-FFF2-40B4-BE49-F238E27FC236}">
                <a16:creationId xmlns:a16="http://schemas.microsoft.com/office/drawing/2014/main" id="{FDE86E4F-FBE7-4A81-BD38-9A68E7A7368F}"/>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19" name="progress-82">
            <a:extLst xmlns:a="http://schemas.openxmlformats.org/drawingml/2006/main">
              <a:ext uri="{FF2B5EF4-FFF2-40B4-BE49-F238E27FC236}">
                <a16:creationId xmlns:a16="http://schemas.microsoft.com/office/drawing/2014/main" id="{24D29167-05E4-4EF4-A8B4-B70090472984}"/>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0" name="progress-83">
            <a:extLst xmlns:a="http://schemas.openxmlformats.org/drawingml/2006/main">
              <a:ext uri="{FF2B5EF4-FFF2-40B4-BE49-F238E27FC236}">
                <a16:creationId xmlns:a16="http://schemas.microsoft.com/office/drawing/2014/main" id="{7B1B1EC3-E041-4FD7-B5BB-95141CC8CA50}"/>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1" name="progress-84">
            <a:extLst xmlns:a="http://schemas.openxmlformats.org/drawingml/2006/main">
              <a:ext uri="{FF2B5EF4-FFF2-40B4-BE49-F238E27FC236}">
                <a16:creationId xmlns:a16="http://schemas.microsoft.com/office/drawing/2014/main" id="{3B8ED925-2267-4ABF-907E-530FF2D90168}"/>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2" name="text-85">
            <a:extLst xmlns:a="http://schemas.openxmlformats.org/drawingml/2006/main">
              <a:ext uri="{FF2B5EF4-FFF2-40B4-BE49-F238E27FC236}">
                <a16:creationId xmlns:a16="http://schemas.microsoft.com/office/drawing/2014/main" id="{F5F419D5-F929-4A5E-A6C3-C13EDB6F137E}"/>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4 / 50</a:t>
            </a:r>
          </a:p>
        </p:txBody>
      </p:sp>
    </p:spTree>
    <p:extLst>
      <p:ext uri="{BB962C8B-B14F-4D97-AF65-F5344CB8AC3E}">
        <p14:creationId xmlns:p14="http://schemas.microsoft.com/office/powerpoint/2010/main" val="968288791"/>
      </p:ext>
    </p:extLst>
  </p:cSld>
</p:sld>
</file>

<file path=ppt/slides/slide5.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3" name="text-86">
            <a:extLst xmlns:a="http://schemas.openxmlformats.org/drawingml/2006/main">
              <a:ext uri="{FF2B5EF4-FFF2-40B4-BE49-F238E27FC236}">
                <a16:creationId xmlns:a16="http://schemas.microsoft.com/office/drawing/2014/main" id="{A7FB6352-ED81-4995-8B49-B66F9283DFEB}"/>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0f4a074be48940e0"/>
              </a:rPr>
              <a:t>⌂</a:t>
            </a:r>
          </a:p>
        </p:txBody>
      </p:sp>
      <p:sp>
        <p:nvSpPr>
          <p:cNvPr id="2" name="title-87">
            <a:extLst xmlns:a="http://schemas.openxmlformats.org/drawingml/2006/main">
              <a:ext uri="{FF2B5EF4-FFF2-40B4-BE49-F238E27FC236}">
                <a16:creationId xmlns:a16="http://schemas.microsoft.com/office/drawing/2014/main" id="{C22E5CAE-29D3-4AE3-A714-6B27BFF03325}"/>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Useful words for other essays</a:t>
            </a:r>
          </a:p>
        </p:txBody>
      </p:sp>
      <p:sp>
        <p:nvSpPr>
          <p:cNvPr id="3" name="text-88">
            <a:extLst xmlns:a="http://schemas.openxmlformats.org/drawingml/2006/main">
              <a:ext uri="{FF2B5EF4-FFF2-40B4-BE49-F238E27FC236}">
                <a16:creationId xmlns:a16="http://schemas.microsoft.com/office/drawing/2014/main" id="{B40813F7-41B6-43F7-A871-8D324F6CCA2E}"/>
              </a:ext>
            </a:extLst>
          </p:cNvPr>
          <p:cNvSpPr>
            <a:spLocks xmlns:a="http://schemas.openxmlformats.org/drawingml/2006/main" noGrp="1"/>
          </p:cNvSpPr>
          <p:nvPr/>
        </p:nvSpPr>
        <p:spPr>
          <a:xfrm xmlns:a="http://schemas.openxmlformats.org/drawingml/2006/main">
            <a:off x="2755344" y="1438275"/>
            <a:ext cx="8616791"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105" b="1">
                <a:solidFill>
                  <a:srgbClr val="F7F7F2"/>
                </a:solidFill>
                <a:latin typeface="Nunito"/>
                <a:ea typeface="Nunito"/>
                <a:cs typeface="Nunito"/>
              </a:defRPr>
            </a:pPr>
            <a:r>
              <a:rPr sz="3105" b="1">
                <a:solidFill>
                  <a:srgbClr val="F7F7F2"/>
                </a:solidFill>
                <a:latin typeface="Nunito"/>
                <a:ea typeface="Nunito"/>
                <a:cs typeface="Nunito"/>
              </a:rPr>
              <a:t>I claim that ...</a:t>
            </a:r>
          </a:p>
          <a:p xmlns:a="http://schemas.openxmlformats.org/drawingml/2006/main">
            <a:pPr algn="ctr">
              <a:defRPr sz="3105" b="1">
                <a:solidFill>
                  <a:srgbClr val="F7F7F2"/>
                </a:solidFill>
                <a:latin typeface="Nunito"/>
                <a:ea typeface="Nunito"/>
                <a:cs typeface="Nunito"/>
              </a:defRPr>
            </a:pPr>
            <a:r>
              <a:rPr sz="3105" b="1">
                <a:solidFill>
                  <a:srgbClr val="F7F7F2"/>
                </a:solidFill>
                <a:latin typeface="Nunito"/>
                <a:ea typeface="Nunito"/>
                <a:cs typeface="Nunito"/>
              </a:rPr>
              <a:t>since / For example, / Moreover,</a:t>
            </a:r>
          </a:p>
          <a:p xmlns:a="http://schemas.openxmlformats.org/drawingml/2006/main">
            <a:pPr algn="ctr">
              <a:defRPr sz="3105" b="1">
                <a:solidFill>
                  <a:srgbClr val="F7F7F2"/>
                </a:solidFill>
                <a:latin typeface="Nunito"/>
                <a:ea typeface="Nunito"/>
                <a:cs typeface="Nunito"/>
              </a:defRPr>
            </a:pPr>
            <a:r>
              <a:rPr sz="3105" b="1">
                <a:solidFill>
                  <a:srgbClr val="F7F7F2"/>
                </a:solidFill>
                <a:latin typeface="Nunito"/>
                <a:ea typeface="Nunito"/>
                <a:cs typeface="Nunito"/>
              </a:rPr>
              <a:t>Therefore, / In conclusion,</a:t>
            </a:r>
          </a:p>
        </p:txBody>
      </p:sp>
      <p:sp>
        <p:nvSpPr>
          <p:cNvPr id="4" name="text-89">
            <a:extLst xmlns:a="http://schemas.openxmlformats.org/drawingml/2006/main">
              <a:ext uri="{FF2B5EF4-FFF2-40B4-BE49-F238E27FC236}">
                <a16:creationId xmlns:a16="http://schemas.microsoft.com/office/drawing/2014/main" id="{F9651F55-CB0A-484E-86A5-3219671876DD}"/>
              </a:ext>
            </a:extLst>
          </p:cNvPr>
          <p:cNvSpPr>
            <a:spLocks xmlns:a="http://schemas.openxmlformats.org/drawingml/2006/main" noGrp="1"/>
          </p:cNvSpPr>
          <p:nvPr/>
        </p:nvSpPr>
        <p:spPr>
          <a:xfrm xmlns:a="http://schemas.openxmlformats.org/drawingml/2006/main">
            <a:off x="2809685" y="4524375"/>
            <a:ext cx="8508111"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A9BDD2"/>
                </a:solidFill>
                <a:latin typeface="Nunito"/>
                <a:ea typeface="Nunito"/>
                <a:cs typeface="Nunito"/>
              </a:defRPr>
            </a:pPr>
            <a:r>
              <a:rPr sz="2228" b="1">
                <a:solidFill>
                  <a:srgbClr val="A9BDD2"/>
                </a:solidFill>
                <a:latin typeface="Nunito"/>
                <a:ea typeface="Nunito"/>
                <a:cs typeface="Nunito"/>
              </a:rPr>
              <a:t>Choose a phrase that fits your idea.</a:t>
            </a:r>
          </a:p>
        </p:txBody>
      </p:sp>
      <p:sp>
        <p:nvSpPr>
          <p:cNvPr id="5" name="progress-90">
            <a:extLst xmlns:a="http://schemas.openxmlformats.org/drawingml/2006/main">
              <a:ext uri="{FF2B5EF4-FFF2-40B4-BE49-F238E27FC236}">
                <a16:creationId xmlns:a16="http://schemas.microsoft.com/office/drawing/2014/main" id="{9B6A2FC0-8C53-44E8-B032-BC0B6ACF8D23}"/>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6" name="progress-91">
            <a:extLst xmlns:a="http://schemas.openxmlformats.org/drawingml/2006/main">
              <a:ext uri="{FF2B5EF4-FFF2-40B4-BE49-F238E27FC236}">
                <a16:creationId xmlns:a16="http://schemas.microsoft.com/office/drawing/2014/main" id="{B7C83595-74C1-466A-8D0B-CE59071D6623}"/>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0 / 10</a:t>
            </a:r>
          </a:p>
        </p:txBody>
      </p:sp>
      <p:sp>
        <p:nvSpPr>
          <p:cNvPr id="7" name="progress-92">
            <a:extLst xmlns:a="http://schemas.openxmlformats.org/drawingml/2006/main">
              <a:ext uri="{FF2B5EF4-FFF2-40B4-BE49-F238E27FC236}">
                <a16:creationId xmlns:a16="http://schemas.microsoft.com/office/drawing/2014/main" id="{10C404E1-F0C9-4933-861A-FE1E72B56032}"/>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8" name="progress-93">
            <a:extLst xmlns:a="http://schemas.openxmlformats.org/drawingml/2006/main">
              <a:ext uri="{FF2B5EF4-FFF2-40B4-BE49-F238E27FC236}">
                <a16:creationId xmlns:a16="http://schemas.microsoft.com/office/drawing/2014/main" id="{827B24AE-06D5-415E-B57C-B9F5A4B829FE}"/>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0</a:t>
            </a:r>
          </a:p>
        </p:txBody>
      </p:sp>
      <p:sp>
        <p:nvSpPr>
          <p:cNvPr id="9" name="progress-94">
            <a:extLst xmlns:a="http://schemas.openxmlformats.org/drawingml/2006/main">
              <a:ext uri="{FF2B5EF4-FFF2-40B4-BE49-F238E27FC236}">
                <a16:creationId xmlns:a16="http://schemas.microsoft.com/office/drawing/2014/main" id="{C928608F-0989-42EF-8BA4-55AB7528272E}"/>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0" name="sidebar-divider">
            <a:extLst xmlns:a="http://schemas.openxmlformats.org/drawingml/2006/main">
              <a:ext uri="{FF2B5EF4-FFF2-40B4-BE49-F238E27FC236}">
                <a16:creationId xmlns:a16="http://schemas.microsoft.com/office/drawing/2014/main" id="{11C42A84-A264-44A8-BE8D-8FCB43FA19B7}"/>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1" name="progress-95">
            <a:extLst xmlns:a="http://schemas.openxmlformats.org/drawingml/2006/main">
              <a:ext uri="{FF2B5EF4-FFF2-40B4-BE49-F238E27FC236}">
                <a16:creationId xmlns:a16="http://schemas.microsoft.com/office/drawing/2014/main" id="{89F52011-7D1B-43E7-B855-A2C8DD1356BC}"/>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 Opening</a:t>
            </a:r>
          </a:p>
        </p:txBody>
      </p:sp>
      <p:sp>
        <p:nvSpPr>
          <p:cNvPr id="12" name="progress-96">
            <a:extLst xmlns:a="http://schemas.openxmlformats.org/drawingml/2006/main">
              <a:ext uri="{FF2B5EF4-FFF2-40B4-BE49-F238E27FC236}">
                <a16:creationId xmlns:a16="http://schemas.microsoft.com/office/drawing/2014/main" id="{02B02E3F-3690-4299-B929-0E2D70363149}"/>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2. My opinion</a:t>
            </a:r>
          </a:p>
        </p:txBody>
      </p:sp>
      <p:sp>
        <p:nvSpPr>
          <p:cNvPr id="13" name="progress-97">
            <a:extLst xmlns:a="http://schemas.openxmlformats.org/drawingml/2006/main">
              <a:ext uri="{FF2B5EF4-FFF2-40B4-BE49-F238E27FC236}">
                <a16:creationId xmlns:a16="http://schemas.microsoft.com/office/drawing/2014/main" id="{6860B314-EBCD-4AB8-89B2-DECB42081224}"/>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3. Against</a:t>
            </a:r>
          </a:p>
        </p:txBody>
      </p:sp>
      <p:sp>
        <p:nvSpPr>
          <p:cNvPr id="14" name="progress-98">
            <a:extLst xmlns:a="http://schemas.openxmlformats.org/drawingml/2006/main">
              <a:ext uri="{FF2B5EF4-FFF2-40B4-BE49-F238E27FC236}">
                <a16:creationId xmlns:a16="http://schemas.microsoft.com/office/drawing/2014/main" id="{EBFEC15B-4642-45D2-9654-FD1CCF823C80}"/>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4. If + since</a:t>
            </a:r>
          </a:p>
        </p:txBody>
      </p:sp>
      <p:sp>
        <p:nvSpPr>
          <p:cNvPr id="15" name="progress-99">
            <a:extLst xmlns:a="http://schemas.openxmlformats.org/drawingml/2006/main">
              <a:ext uri="{FF2B5EF4-FFF2-40B4-BE49-F238E27FC236}">
                <a16:creationId xmlns:a16="http://schemas.microsoft.com/office/drawing/2014/main" id="{7674E93A-7D36-4439-A0D4-AEF2F54EE9E5}"/>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5. For</a:t>
            </a:r>
          </a:p>
        </p:txBody>
      </p:sp>
      <p:sp>
        <p:nvSpPr>
          <p:cNvPr id="16" name="progress-100">
            <a:extLst xmlns:a="http://schemas.openxmlformats.org/drawingml/2006/main">
              <a:ext uri="{FF2B5EF4-FFF2-40B4-BE49-F238E27FC236}">
                <a16:creationId xmlns:a16="http://schemas.microsoft.com/office/drawing/2014/main" id="{3B0F6C70-E538-4478-BB3F-3864D8EB3AB3}"/>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17" name="progress-101">
            <a:extLst xmlns:a="http://schemas.openxmlformats.org/drawingml/2006/main">
              <a:ext uri="{FF2B5EF4-FFF2-40B4-BE49-F238E27FC236}">
                <a16:creationId xmlns:a16="http://schemas.microsoft.com/office/drawing/2014/main" id="{6DBD2B59-974A-4581-A722-F9A2B5E72959}"/>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18" name="progress-102">
            <a:extLst xmlns:a="http://schemas.openxmlformats.org/drawingml/2006/main">
              <a:ext uri="{FF2B5EF4-FFF2-40B4-BE49-F238E27FC236}">
                <a16:creationId xmlns:a16="http://schemas.microsoft.com/office/drawing/2014/main" id="{3D354AC5-B3C4-4613-A86E-468A82C1A05D}"/>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19" name="progress-103">
            <a:extLst xmlns:a="http://schemas.openxmlformats.org/drawingml/2006/main">
              <a:ext uri="{FF2B5EF4-FFF2-40B4-BE49-F238E27FC236}">
                <a16:creationId xmlns:a16="http://schemas.microsoft.com/office/drawing/2014/main" id="{2D90DBB1-3538-49F3-AD0C-9577E680B3DC}"/>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0" name="progress-104">
            <a:extLst xmlns:a="http://schemas.openxmlformats.org/drawingml/2006/main">
              <a:ext uri="{FF2B5EF4-FFF2-40B4-BE49-F238E27FC236}">
                <a16:creationId xmlns:a16="http://schemas.microsoft.com/office/drawing/2014/main" id="{05DF109E-794F-4377-B93A-5A97027BF70B}"/>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1" name="progress-105">
            <a:extLst xmlns:a="http://schemas.openxmlformats.org/drawingml/2006/main">
              <a:ext uri="{FF2B5EF4-FFF2-40B4-BE49-F238E27FC236}">
                <a16:creationId xmlns:a16="http://schemas.microsoft.com/office/drawing/2014/main" id="{F2F8F5B3-3265-43A5-840C-A3836C32B464}"/>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2" name="text-106">
            <a:extLst xmlns:a="http://schemas.openxmlformats.org/drawingml/2006/main">
              <a:ext uri="{FF2B5EF4-FFF2-40B4-BE49-F238E27FC236}">
                <a16:creationId xmlns:a16="http://schemas.microsoft.com/office/drawing/2014/main" id="{CB6AEBD2-6ACE-4686-A31A-68DC8AD4A009}"/>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5 / 50</a:t>
            </a:r>
          </a:p>
        </p:txBody>
      </p:sp>
    </p:spTree>
    <p:extLst>
      <p:ext uri="{BB962C8B-B14F-4D97-AF65-F5344CB8AC3E}">
        <p14:creationId xmlns:p14="http://schemas.microsoft.com/office/powerpoint/2010/main" val="1971997447"/>
      </p:ext>
    </p:extLst>
  </p:cSld>
</p:sld>
</file>

<file path=ppt/slides/slide6.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3" name="text-107">
            <a:extLst xmlns:a="http://schemas.openxmlformats.org/drawingml/2006/main">
              <a:ext uri="{FF2B5EF4-FFF2-40B4-BE49-F238E27FC236}">
                <a16:creationId xmlns:a16="http://schemas.microsoft.com/office/drawing/2014/main" id="{843E6186-14D7-41C8-802E-25AF2397BCD2}"/>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c20ed47e12004581"/>
              </a:rPr>
              <a:t>⌂</a:t>
            </a:r>
          </a:p>
        </p:txBody>
      </p:sp>
      <p:sp>
        <p:nvSpPr>
          <p:cNvPr id="2" name="title-108">
            <a:extLst xmlns:a="http://schemas.openxmlformats.org/drawingml/2006/main">
              <a:ext uri="{FF2B5EF4-FFF2-40B4-BE49-F238E27FC236}">
                <a16:creationId xmlns:a16="http://schemas.microsoft.com/office/drawing/2014/main" id="{241F6E92-183B-4327-843D-B263789C3045}"/>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Words for this topic</a:t>
            </a:r>
          </a:p>
        </p:txBody>
      </p:sp>
      <p:sp>
        <p:nvSpPr>
          <p:cNvPr id="3" name="text-109">
            <a:extLst xmlns:a="http://schemas.openxmlformats.org/drawingml/2006/main">
              <a:ext uri="{FF2B5EF4-FFF2-40B4-BE49-F238E27FC236}">
                <a16:creationId xmlns:a16="http://schemas.microsoft.com/office/drawing/2014/main" id="{9E17ADAF-817A-4FAF-99E3-ED9B438C07DF}"/>
              </a:ext>
            </a:extLst>
          </p:cNvPr>
          <p:cNvSpPr>
            <a:spLocks xmlns:a="http://schemas.openxmlformats.org/drawingml/2006/main" noGrp="1"/>
          </p:cNvSpPr>
          <p:nvPr/>
        </p:nvSpPr>
        <p:spPr>
          <a:xfrm xmlns:a="http://schemas.openxmlformats.org/drawingml/2006/main">
            <a:off x="2755344" y="1438275"/>
            <a:ext cx="8616791"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105" b="1">
                <a:solidFill>
                  <a:srgbClr val="F7F7F2"/>
                </a:solidFill>
                <a:latin typeface="Nunito"/>
                <a:ea typeface="Nunito"/>
                <a:cs typeface="Nunito"/>
              </a:defRPr>
            </a:pPr>
            <a:r>
              <a:rPr sz="3105" b="1">
                <a:solidFill>
                  <a:srgbClr val="F7F7F2"/>
                </a:solidFill>
                <a:latin typeface="Nunito"/>
                <a:ea typeface="Nunito"/>
                <a:cs typeface="Nunito"/>
              </a:rPr>
              <a:t>games / play / team</a:t>
            </a:r>
          </a:p>
          <a:p xmlns:a="http://schemas.openxmlformats.org/drawingml/2006/main">
            <a:pPr algn="ctr">
              <a:defRPr sz="3105" b="1">
                <a:solidFill>
                  <a:srgbClr val="F7F7F2"/>
                </a:solidFill>
                <a:latin typeface="Nunito"/>
                <a:ea typeface="Nunito"/>
                <a:cs typeface="Nunito"/>
              </a:defRPr>
            </a:pPr>
            <a:r>
              <a:rPr sz="3105" b="1">
                <a:solidFill>
                  <a:srgbClr val="F7F7F2"/>
                </a:solidFill>
                <a:latin typeface="Nunito"/>
                <a:ea typeface="Nunito"/>
                <a:cs typeface="Nunito"/>
              </a:rPr>
              <a:t>friends / help / mistakes</a:t>
            </a:r>
          </a:p>
        </p:txBody>
      </p:sp>
      <p:sp>
        <p:nvSpPr>
          <p:cNvPr id="4" name="text-110">
            <a:extLst xmlns:a="http://schemas.openxmlformats.org/drawingml/2006/main">
              <a:ext uri="{FF2B5EF4-FFF2-40B4-BE49-F238E27FC236}">
                <a16:creationId xmlns:a16="http://schemas.microsoft.com/office/drawing/2014/main" id="{A81DC463-361E-4312-86DC-260B168294C5}"/>
              </a:ext>
            </a:extLst>
          </p:cNvPr>
          <p:cNvSpPr>
            <a:spLocks xmlns:a="http://schemas.openxmlformats.org/drawingml/2006/main" noGrp="1"/>
          </p:cNvSpPr>
          <p:nvPr/>
        </p:nvSpPr>
        <p:spPr>
          <a:xfrm xmlns:a="http://schemas.openxmlformats.org/drawingml/2006/main">
            <a:off x="2809685" y="4524375"/>
            <a:ext cx="8508111"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A9BDD2"/>
                </a:solidFill>
                <a:latin typeface="Nunito"/>
                <a:ea typeface="Nunito"/>
                <a:cs typeface="Nunito"/>
              </a:defRPr>
            </a:pPr>
            <a:r>
              <a:rPr sz="2228" b="1">
                <a:solidFill>
                  <a:srgbClr val="A9BDD2"/>
                </a:solidFill>
                <a:latin typeface="Nunito"/>
                <a:ea typeface="Nunito"/>
                <a:cs typeface="Nunito"/>
              </a:rPr>
              <a:t>Choose words you know how to use.</a:t>
            </a:r>
          </a:p>
        </p:txBody>
      </p:sp>
      <p:sp>
        <p:nvSpPr>
          <p:cNvPr id="5" name="progress-111">
            <a:extLst xmlns:a="http://schemas.openxmlformats.org/drawingml/2006/main">
              <a:ext uri="{FF2B5EF4-FFF2-40B4-BE49-F238E27FC236}">
                <a16:creationId xmlns:a16="http://schemas.microsoft.com/office/drawing/2014/main" id="{8CC8BC07-77AA-4926-8B91-26491A213FBE}"/>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6" name="progress-112">
            <a:extLst xmlns:a="http://schemas.openxmlformats.org/drawingml/2006/main">
              <a:ext uri="{FF2B5EF4-FFF2-40B4-BE49-F238E27FC236}">
                <a16:creationId xmlns:a16="http://schemas.microsoft.com/office/drawing/2014/main" id="{45B491A7-4B58-403C-A728-6388294F92B4}"/>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0 / 10</a:t>
            </a:r>
          </a:p>
        </p:txBody>
      </p:sp>
      <p:sp>
        <p:nvSpPr>
          <p:cNvPr id="7" name="progress-113">
            <a:extLst xmlns:a="http://schemas.openxmlformats.org/drawingml/2006/main">
              <a:ext uri="{FF2B5EF4-FFF2-40B4-BE49-F238E27FC236}">
                <a16:creationId xmlns:a16="http://schemas.microsoft.com/office/drawing/2014/main" id="{41304169-F167-4EC6-BA05-CF1D14ACB668}"/>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8" name="progress-114">
            <a:extLst xmlns:a="http://schemas.openxmlformats.org/drawingml/2006/main">
              <a:ext uri="{FF2B5EF4-FFF2-40B4-BE49-F238E27FC236}">
                <a16:creationId xmlns:a16="http://schemas.microsoft.com/office/drawing/2014/main" id="{62A24B7F-B7F0-49FE-BEFC-9CFC82DF9B23}"/>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0</a:t>
            </a:r>
          </a:p>
        </p:txBody>
      </p:sp>
      <p:sp>
        <p:nvSpPr>
          <p:cNvPr id="9" name="progress-115">
            <a:extLst xmlns:a="http://schemas.openxmlformats.org/drawingml/2006/main">
              <a:ext uri="{FF2B5EF4-FFF2-40B4-BE49-F238E27FC236}">
                <a16:creationId xmlns:a16="http://schemas.microsoft.com/office/drawing/2014/main" id="{98095F34-29E5-4D0C-AEA7-83474A38BA17}"/>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0" name="sidebar-divider">
            <a:extLst xmlns:a="http://schemas.openxmlformats.org/drawingml/2006/main">
              <a:ext uri="{FF2B5EF4-FFF2-40B4-BE49-F238E27FC236}">
                <a16:creationId xmlns:a16="http://schemas.microsoft.com/office/drawing/2014/main" id="{0470AB0F-EEBF-47AC-8A9F-0874874DB9A5}"/>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1" name="progress-116">
            <a:extLst xmlns:a="http://schemas.openxmlformats.org/drawingml/2006/main">
              <a:ext uri="{FF2B5EF4-FFF2-40B4-BE49-F238E27FC236}">
                <a16:creationId xmlns:a16="http://schemas.microsoft.com/office/drawing/2014/main" id="{E4942087-C246-4639-B351-9519D18436D2}"/>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 Opening</a:t>
            </a:r>
          </a:p>
        </p:txBody>
      </p:sp>
      <p:sp>
        <p:nvSpPr>
          <p:cNvPr id="12" name="progress-117">
            <a:extLst xmlns:a="http://schemas.openxmlformats.org/drawingml/2006/main">
              <a:ext uri="{FF2B5EF4-FFF2-40B4-BE49-F238E27FC236}">
                <a16:creationId xmlns:a16="http://schemas.microsoft.com/office/drawing/2014/main" id="{66AABA7E-023C-4AE8-B619-1B9C2D4351AA}"/>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2. My opinion</a:t>
            </a:r>
          </a:p>
        </p:txBody>
      </p:sp>
      <p:sp>
        <p:nvSpPr>
          <p:cNvPr id="13" name="progress-118">
            <a:extLst xmlns:a="http://schemas.openxmlformats.org/drawingml/2006/main">
              <a:ext uri="{FF2B5EF4-FFF2-40B4-BE49-F238E27FC236}">
                <a16:creationId xmlns:a16="http://schemas.microsoft.com/office/drawing/2014/main" id="{F1366186-5757-4F45-B3FB-47067B61B4A5}"/>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3. Against</a:t>
            </a:r>
          </a:p>
        </p:txBody>
      </p:sp>
      <p:sp>
        <p:nvSpPr>
          <p:cNvPr id="14" name="progress-119">
            <a:extLst xmlns:a="http://schemas.openxmlformats.org/drawingml/2006/main">
              <a:ext uri="{FF2B5EF4-FFF2-40B4-BE49-F238E27FC236}">
                <a16:creationId xmlns:a16="http://schemas.microsoft.com/office/drawing/2014/main" id="{79F20DED-D782-4308-AF5C-8752C8A1EA35}"/>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4. If + since</a:t>
            </a:r>
          </a:p>
        </p:txBody>
      </p:sp>
      <p:sp>
        <p:nvSpPr>
          <p:cNvPr id="15" name="progress-120">
            <a:extLst xmlns:a="http://schemas.openxmlformats.org/drawingml/2006/main">
              <a:ext uri="{FF2B5EF4-FFF2-40B4-BE49-F238E27FC236}">
                <a16:creationId xmlns:a16="http://schemas.microsoft.com/office/drawing/2014/main" id="{DE1F26F0-7EC3-48C1-A956-EFCD926250A9}"/>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5. For</a:t>
            </a:r>
          </a:p>
        </p:txBody>
      </p:sp>
      <p:sp>
        <p:nvSpPr>
          <p:cNvPr id="16" name="progress-121">
            <a:extLst xmlns:a="http://schemas.openxmlformats.org/drawingml/2006/main">
              <a:ext uri="{FF2B5EF4-FFF2-40B4-BE49-F238E27FC236}">
                <a16:creationId xmlns:a16="http://schemas.microsoft.com/office/drawing/2014/main" id="{0D544742-DFF4-4536-AFAD-672A4CAFD1F7}"/>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17" name="progress-122">
            <a:extLst xmlns:a="http://schemas.openxmlformats.org/drawingml/2006/main">
              <a:ext uri="{FF2B5EF4-FFF2-40B4-BE49-F238E27FC236}">
                <a16:creationId xmlns:a16="http://schemas.microsoft.com/office/drawing/2014/main" id="{4FA2DADA-3FAD-4432-AADE-99893FD9507A}"/>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18" name="progress-123">
            <a:extLst xmlns:a="http://schemas.openxmlformats.org/drawingml/2006/main">
              <a:ext uri="{FF2B5EF4-FFF2-40B4-BE49-F238E27FC236}">
                <a16:creationId xmlns:a16="http://schemas.microsoft.com/office/drawing/2014/main" id="{850C9739-42B8-446F-8E45-2628C96627F9}"/>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19" name="progress-124">
            <a:extLst xmlns:a="http://schemas.openxmlformats.org/drawingml/2006/main">
              <a:ext uri="{FF2B5EF4-FFF2-40B4-BE49-F238E27FC236}">
                <a16:creationId xmlns:a16="http://schemas.microsoft.com/office/drawing/2014/main" id="{42E5788E-57EA-4BF5-B177-AF9279C8213D}"/>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0" name="progress-125">
            <a:extLst xmlns:a="http://schemas.openxmlformats.org/drawingml/2006/main">
              <a:ext uri="{FF2B5EF4-FFF2-40B4-BE49-F238E27FC236}">
                <a16:creationId xmlns:a16="http://schemas.microsoft.com/office/drawing/2014/main" id="{BD9EE28D-573C-4897-AE85-3F8198AC39D1}"/>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1" name="progress-126">
            <a:extLst xmlns:a="http://schemas.openxmlformats.org/drawingml/2006/main">
              <a:ext uri="{FF2B5EF4-FFF2-40B4-BE49-F238E27FC236}">
                <a16:creationId xmlns:a16="http://schemas.microsoft.com/office/drawing/2014/main" id="{7B30CD2F-6338-4545-9989-DA55C2317548}"/>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2" name="text-127">
            <a:extLst xmlns:a="http://schemas.openxmlformats.org/drawingml/2006/main">
              <a:ext uri="{FF2B5EF4-FFF2-40B4-BE49-F238E27FC236}">
                <a16:creationId xmlns:a16="http://schemas.microsoft.com/office/drawing/2014/main" id="{8B5EDC42-DF15-457E-A394-A998ED5035AE}"/>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6 / 50</a:t>
            </a:r>
          </a:p>
        </p:txBody>
      </p:sp>
    </p:spTree>
    <p:extLst>
      <p:ext uri="{BB962C8B-B14F-4D97-AF65-F5344CB8AC3E}">
        <p14:creationId xmlns:p14="http://schemas.microsoft.com/office/powerpoint/2010/main" val="1434637618"/>
      </p:ext>
    </p:extLst>
  </p:cSld>
</p:sld>
</file>

<file path=ppt/slides/slide7.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5" name="text-128">
            <a:extLst xmlns:a="http://schemas.openxmlformats.org/drawingml/2006/main">
              <a:ext uri="{FF2B5EF4-FFF2-40B4-BE49-F238E27FC236}">
                <a16:creationId xmlns:a16="http://schemas.microsoft.com/office/drawing/2014/main" id="{9A58BFFA-0307-4BE2-8446-3771FF7D06CE}"/>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a599372f54d14ec5"/>
              </a:rPr>
              <a:t>⌂</a:t>
            </a:r>
          </a:p>
        </p:txBody>
      </p:sp>
      <p:sp>
        <p:nvSpPr>
          <p:cNvPr id="2" name="title-129">
            <a:extLst xmlns:a="http://schemas.openxmlformats.org/drawingml/2006/main">
              <a:ext uri="{FF2B5EF4-FFF2-40B4-BE49-F238E27FC236}">
                <a16:creationId xmlns:a16="http://schemas.microsoft.com/office/drawing/2014/main" id="{FD2A43BE-4536-4CB4-B8CC-5E50B2F51C35}"/>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A short plan</a:t>
            </a:r>
          </a:p>
        </p:txBody>
      </p:sp>
      <p:sp>
        <p:nvSpPr>
          <p:cNvPr id="3" name="text-130">
            <a:extLst xmlns:a="http://schemas.openxmlformats.org/drawingml/2006/main">
              <a:ext uri="{FF2B5EF4-FFF2-40B4-BE49-F238E27FC236}">
                <a16:creationId xmlns:a16="http://schemas.microsoft.com/office/drawing/2014/main" id="{9053DA2F-14B2-43A1-9DD6-DF0E2860A746}"/>
              </a:ext>
            </a:extLst>
          </p:cNvPr>
          <p:cNvSpPr>
            <a:spLocks xmlns:a="http://schemas.openxmlformats.org/drawingml/2006/main" noGrp="1"/>
          </p:cNvSpPr>
          <p:nvPr/>
        </p:nvSpPr>
        <p:spPr>
          <a:xfrm xmlns:a="http://schemas.openxmlformats.org/drawingml/2006/main">
            <a:off x="2794159" y="1562100"/>
            <a:ext cx="8539162"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038" b="1">
                <a:solidFill>
                  <a:srgbClr val="F7F7F2"/>
                </a:solidFill>
                <a:latin typeface="Nunito"/>
                <a:ea typeface="Nunito"/>
                <a:cs typeface="Nunito"/>
              </a:defRPr>
            </a:pPr>
            <a:r>
              <a:rPr sz="3038" b="1">
                <a:solidFill>
                  <a:srgbClr val="F7F7F2"/>
                </a:solidFill>
                <a:latin typeface="Nunito"/>
                <a:ea typeface="Nunito"/>
                <a:cs typeface="Nunito"/>
              </a:rPr>
              <a:t>One idea against. One idea for.</a:t>
            </a:r>
          </a:p>
        </p:txBody>
      </p:sp>
      <p:sp>
        <p:nvSpPr>
          <p:cNvPr id="4" name="text-131">
            <a:extLst xmlns:a="http://schemas.openxmlformats.org/drawingml/2006/main">
              <a:ext uri="{FF2B5EF4-FFF2-40B4-BE49-F238E27FC236}">
                <a16:creationId xmlns:a16="http://schemas.microsoft.com/office/drawing/2014/main" id="{301E4FD4-4916-42FE-96CB-9C715547C531}"/>
              </a:ext>
            </a:extLst>
          </p:cNvPr>
          <p:cNvSpPr>
            <a:spLocks xmlns:a="http://schemas.openxmlformats.org/drawingml/2006/main" noGrp="1"/>
          </p:cNvSpPr>
          <p:nvPr/>
        </p:nvSpPr>
        <p:spPr>
          <a:xfrm xmlns:a="http://schemas.openxmlformats.org/drawingml/2006/main">
            <a:off x="2871788" y="3143250"/>
            <a:ext cx="838390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93" b="1">
                <a:solidFill>
                  <a:srgbClr val="A9BDD2"/>
                </a:solidFill>
                <a:latin typeface="Nunito"/>
                <a:ea typeface="Nunito"/>
                <a:cs typeface="Nunito"/>
              </a:defRPr>
            </a:pPr>
            <a:r>
              <a:rPr sz="2093" b="1">
                <a:solidFill>
                  <a:srgbClr val="A9BDD2"/>
                </a:solidFill>
                <a:latin typeface="Nunito"/>
                <a:ea typeface="Nunito"/>
                <a:cs typeface="Nunito"/>
              </a:rPr>
              <a:t>What is one problem? What is one benefit?</a:t>
            </a:r>
          </a:p>
        </p:txBody>
      </p:sp>
      <p:sp>
        <p:nvSpPr>
          <p:cNvPr id="5" name="text-132">
            <a:extLst xmlns:a="http://schemas.openxmlformats.org/drawingml/2006/main">
              <a:ext uri="{FF2B5EF4-FFF2-40B4-BE49-F238E27FC236}">
                <a16:creationId xmlns:a16="http://schemas.microsoft.com/office/drawing/2014/main" id="{FBAD94A3-0BBA-44B9-84E2-C635392DBD9D}"/>
              </a:ext>
            </a:extLst>
          </p:cNvPr>
          <p:cNvSpPr>
            <a:spLocks xmlns:a="http://schemas.openxmlformats.org/drawingml/2006/main" noGrp="1"/>
          </p:cNvSpPr>
          <p:nvPr/>
        </p:nvSpPr>
        <p:spPr>
          <a:xfrm xmlns:a="http://schemas.openxmlformats.org/drawingml/2006/main">
            <a:off x="2871788" y="4343400"/>
            <a:ext cx="838390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5738" b="1">
                <a:solidFill>
                  <a:srgbClr val="FFC857"/>
                </a:solidFill>
                <a:latin typeface="Nunito"/>
                <a:ea typeface="Nunito"/>
                <a:cs typeface="Nunito"/>
              </a:defRPr>
            </a:pPr>
            <a:r>
              <a:rPr sz="5738" b="1">
                <a:solidFill>
                  <a:srgbClr val="FFC857"/>
                </a:solidFill>
                <a:latin typeface="Nunito"/>
                <a:ea typeface="Nunito"/>
                <a:cs typeface="Nunito"/>
              </a:rPr>
              <a:t>02:00</a:t>
            </a:r>
          </a:p>
        </p:txBody>
      </p:sp>
      <p:sp>
        <p:nvSpPr>
          <p:cNvPr id="6" name="text-133">
            <a:extLst xmlns:a="http://schemas.openxmlformats.org/drawingml/2006/main">
              <a:ext uri="{FF2B5EF4-FFF2-40B4-BE49-F238E27FC236}">
                <a16:creationId xmlns:a16="http://schemas.microsoft.com/office/drawing/2014/main" id="{6275ACA7-0C54-4C99-B908-F8D916DBA851}"/>
              </a:ext>
            </a:extLst>
          </p:cNvPr>
          <p:cNvSpPr>
            <a:spLocks xmlns:a="http://schemas.openxmlformats.org/drawingml/2006/main" noGrp="1"/>
          </p:cNvSpPr>
          <p:nvPr/>
        </p:nvSpPr>
        <p:spPr>
          <a:xfrm xmlns:a="http://schemas.openxmlformats.org/drawingml/2006/main">
            <a:off x="2871788" y="5553075"/>
            <a:ext cx="838390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20" b="1">
                <a:solidFill>
                  <a:srgbClr val="4EE5FF"/>
                </a:solidFill>
                <a:latin typeface="Nunito"/>
                <a:ea typeface="Nunito"/>
                <a:cs typeface="Nunito"/>
              </a:defRPr>
            </a:pPr>
            <a:r>
              <a:rPr sz="1620" b="1">
                <a:solidFill>
                  <a:srgbClr val="4EE5FF"/>
                </a:solidFill>
                <a:latin typeface="Nunito"/>
                <a:ea typeface="Nunito"/>
                <a:cs typeface="Nunito"/>
                <a:hlinkClick xmlns:r="http://schemas.openxmlformats.org/officeDocument/2006/relationships" r:id="Rcbd587c1dcd84cbc"/>
              </a:rPr>
              <a:t>Live timer on the website</a:t>
            </a:r>
          </a:p>
        </p:txBody>
      </p:sp>
      <p:sp>
        <p:nvSpPr>
          <p:cNvPr id="7" name="progress-134">
            <a:extLst xmlns:a="http://schemas.openxmlformats.org/drawingml/2006/main">
              <a:ext uri="{FF2B5EF4-FFF2-40B4-BE49-F238E27FC236}">
                <a16:creationId xmlns:a16="http://schemas.microsoft.com/office/drawing/2014/main" id="{22083713-5D04-4064-828C-D1EBF43C8785}"/>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8" name="progress-135">
            <a:extLst xmlns:a="http://schemas.openxmlformats.org/drawingml/2006/main">
              <a:ext uri="{FF2B5EF4-FFF2-40B4-BE49-F238E27FC236}">
                <a16:creationId xmlns:a16="http://schemas.microsoft.com/office/drawing/2014/main" id="{F7D40FA7-D0B3-445E-8764-FB10F121796C}"/>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0 / 10</a:t>
            </a:r>
          </a:p>
        </p:txBody>
      </p:sp>
      <p:sp>
        <p:nvSpPr>
          <p:cNvPr id="9" name="progress-136">
            <a:extLst xmlns:a="http://schemas.openxmlformats.org/drawingml/2006/main">
              <a:ext uri="{FF2B5EF4-FFF2-40B4-BE49-F238E27FC236}">
                <a16:creationId xmlns:a16="http://schemas.microsoft.com/office/drawing/2014/main" id="{96C15062-BA50-4BDD-A6F5-50963F1696F2}"/>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0" name="progress-137">
            <a:extLst xmlns:a="http://schemas.openxmlformats.org/drawingml/2006/main">
              <a:ext uri="{FF2B5EF4-FFF2-40B4-BE49-F238E27FC236}">
                <a16:creationId xmlns:a16="http://schemas.microsoft.com/office/drawing/2014/main" id="{643AE640-CBB0-466D-8028-F9B0906B62C0}"/>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0</a:t>
            </a:r>
          </a:p>
        </p:txBody>
      </p:sp>
      <p:sp>
        <p:nvSpPr>
          <p:cNvPr id="11" name="progress-138">
            <a:extLst xmlns:a="http://schemas.openxmlformats.org/drawingml/2006/main">
              <a:ext uri="{FF2B5EF4-FFF2-40B4-BE49-F238E27FC236}">
                <a16:creationId xmlns:a16="http://schemas.microsoft.com/office/drawing/2014/main" id="{BD10377B-4572-41F9-974D-FE71E6347F9A}"/>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2" name="sidebar-divider">
            <a:extLst xmlns:a="http://schemas.openxmlformats.org/drawingml/2006/main">
              <a:ext uri="{FF2B5EF4-FFF2-40B4-BE49-F238E27FC236}">
                <a16:creationId xmlns:a16="http://schemas.microsoft.com/office/drawing/2014/main" id="{55B7F697-0986-458C-94BC-18B5DC1725DB}"/>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3" name="progress-139">
            <a:extLst xmlns:a="http://schemas.openxmlformats.org/drawingml/2006/main">
              <a:ext uri="{FF2B5EF4-FFF2-40B4-BE49-F238E27FC236}">
                <a16:creationId xmlns:a16="http://schemas.microsoft.com/office/drawing/2014/main" id="{62D99DB2-C19A-46D1-B28F-608E5BE082EF}"/>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 Opening</a:t>
            </a:r>
          </a:p>
        </p:txBody>
      </p:sp>
      <p:sp>
        <p:nvSpPr>
          <p:cNvPr id="14" name="progress-140">
            <a:extLst xmlns:a="http://schemas.openxmlformats.org/drawingml/2006/main">
              <a:ext uri="{FF2B5EF4-FFF2-40B4-BE49-F238E27FC236}">
                <a16:creationId xmlns:a16="http://schemas.microsoft.com/office/drawing/2014/main" id="{14C973C7-BDDD-42E7-A1EB-3B1286640726}"/>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2. My opinion</a:t>
            </a:r>
          </a:p>
        </p:txBody>
      </p:sp>
      <p:sp>
        <p:nvSpPr>
          <p:cNvPr id="15" name="progress-141">
            <a:extLst xmlns:a="http://schemas.openxmlformats.org/drawingml/2006/main">
              <a:ext uri="{FF2B5EF4-FFF2-40B4-BE49-F238E27FC236}">
                <a16:creationId xmlns:a16="http://schemas.microsoft.com/office/drawing/2014/main" id="{C96E93C1-0B2B-45C8-B367-EDDD8D8F5C7D}"/>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3. Against</a:t>
            </a:r>
          </a:p>
        </p:txBody>
      </p:sp>
      <p:sp>
        <p:nvSpPr>
          <p:cNvPr id="16" name="progress-142">
            <a:extLst xmlns:a="http://schemas.openxmlformats.org/drawingml/2006/main">
              <a:ext uri="{FF2B5EF4-FFF2-40B4-BE49-F238E27FC236}">
                <a16:creationId xmlns:a16="http://schemas.microsoft.com/office/drawing/2014/main" id="{DB026CD7-DB39-42F8-9F72-51F9C02A05D0}"/>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4. If + since</a:t>
            </a:r>
          </a:p>
        </p:txBody>
      </p:sp>
      <p:sp>
        <p:nvSpPr>
          <p:cNvPr id="17" name="progress-143">
            <a:extLst xmlns:a="http://schemas.openxmlformats.org/drawingml/2006/main">
              <a:ext uri="{FF2B5EF4-FFF2-40B4-BE49-F238E27FC236}">
                <a16:creationId xmlns:a16="http://schemas.microsoft.com/office/drawing/2014/main" id="{3D3DB63E-2B09-41BF-9E15-5E967729E5D8}"/>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5. For</a:t>
            </a:r>
          </a:p>
        </p:txBody>
      </p:sp>
      <p:sp>
        <p:nvSpPr>
          <p:cNvPr id="18" name="progress-144">
            <a:extLst xmlns:a="http://schemas.openxmlformats.org/drawingml/2006/main">
              <a:ext uri="{FF2B5EF4-FFF2-40B4-BE49-F238E27FC236}">
                <a16:creationId xmlns:a16="http://schemas.microsoft.com/office/drawing/2014/main" id="{52F9E073-91AC-49F9-9179-0E7E9D75E53B}"/>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19" name="progress-145">
            <a:extLst xmlns:a="http://schemas.openxmlformats.org/drawingml/2006/main">
              <a:ext uri="{FF2B5EF4-FFF2-40B4-BE49-F238E27FC236}">
                <a16:creationId xmlns:a16="http://schemas.microsoft.com/office/drawing/2014/main" id="{FD48800C-311B-4F55-A5A9-144E64682449}"/>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20" name="progress-146">
            <a:extLst xmlns:a="http://schemas.openxmlformats.org/drawingml/2006/main">
              <a:ext uri="{FF2B5EF4-FFF2-40B4-BE49-F238E27FC236}">
                <a16:creationId xmlns:a16="http://schemas.microsoft.com/office/drawing/2014/main" id="{A6FD90D2-4F36-4FE7-93EF-2FF1FF2C65CA}"/>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21" name="progress-147">
            <a:extLst xmlns:a="http://schemas.openxmlformats.org/drawingml/2006/main">
              <a:ext uri="{FF2B5EF4-FFF2-40B4-BE49-F238E27FC236}">
                <a16:creationId xmlns:a16="http://schemas.microsoft.com/office/drawing/2014/main" id="{5CAE2CF6-D31C-4320-9A3D-A0D279B80BA1}"/>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2" name="progress-148">
            <a:extLst xmlns:a="http://schemas.openxmlformats.org/drawingml/2006/main">
              <a:ext uri="{FF2B5EF4-FFF2-40B4-BE49-F238E27FC236}">
                <a16:creationId xmlns:a16="http://schemas.microsoft.com/office/drawing/2014/main" id="{DA2496D9-7816-4475-8D63-B5A30D430D5E}"/>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3" name="progress-149">
            <a:extLst xmlns:a="http://schemas.openxmlformats.org/drawingml/2006/main">
              <a:ext uri="{FF2B5EF4-FFF2-40B4-BE49-F238E27FC236}">
                <a16:creationId xmlns:a16="http://schemas.microsoft.com/office/drawing/2014/main" id="{29D3EDAF-E2A5-46CC-9C5C-9ADDD42AB6DD}"/>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4" name="text-150">
            <a:extLst xmlns:a="http://schemas.openxmlformats.org/drawingml/2006/main">
              <a:ext uri="{FF2B5EF4-FFF2-40B4-BE49-F238E27FC236}">
                <a16:creationId xmlns:a16="http://schemas.microsoft.com/office/drawing/2014/main" id="{AAE6B42F-DE93-4DE8-A212-D2C0E813B40D}"/>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7 / 50</a:t>
            </a:r>
          </a:p>
        </p:txBody>
      </p:sp>
    </p:spTree>
    <p:extLst>
      <p:ext uri="{BB962C8B-B14F-4D97-AF65-F5344CB8AC3E}">
        <p14:creationId xmlns:p14="http://schemas.microsoft.com/office/powerpoint/2010/main" val="89555274"/>
      </p:ext>
    </p:extLst>
  </p:cSld>
</p:sld>
</file>

<file path=ppt/slides/slide8.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5" name="text-151">
            <a:extLst xmlns:a="http://schemas.openxmlformats.org/drawingml/2006/main">
              <a:ext uri="{FF2B5EF4-FFF2-40B4-BE49-F238E27FC236}">
                <a16:creationId xmlns:a16="http://schemas.microsoft.com/office/drawing/2014/main" id="{09493E2B-4294-4872-AEC0-CB36B7434688}"/>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43c01ad88855479b"/>
              </a:rPr>
              <a:t>⌂</a:t>
            </a:r>
          </a:p>
        </p:txBody>
      </p:sp>
      <p:sp>
        <p:nvSpPr>
          <p:cNvPr id="2" name="title-152">
            <a:extLst xmlns:a="http://schemas.openxmlformats.org/drawingml/2006/main">
              <a:ext uri="{FF2B5EF4-FFF2-40B4-BE49-F238E27FC236}">
                <a16:creationId xmlns:a16="http://schemas.microsoft.com/office/drawing/2014/main" id="{F2F7271E-17FF-4BEC-9CE8-46FC5A9DA82A}"/>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First sentence · Opening</a:t>
            </a:r>
          </a:p>
        </p:txBody>
      </p:sp>
      <p:sp>
        <p:nvSpPr>
          <p:cNvPr id="3" name="text-153">
            <a:extLst xmlns:a="http://schemas.openxmlformats.org/drawingml/2006/main">
              <a:ext uri="{FF2B5EF4-FFF2-40B4-BE49-F238E27FC236}">
                <a16:creationId xmlns:a16="http://schemas.microsoft.com/office/drawing/2014/main" id="{57A9DE2D-5EFD-4ECB-8B8E-6CDC47926642}"/>
              </a:ext>
            </a:extLst>
          </p:cNvPr>
          <p:cNvSpPr>
            <a:spLocks xmlns:a="http://schemas.openxmlformats.org/drawingml/2006/main" noGrp="1"/>
          </p:cNvSpPr>
          <p:nvPr/>
        </p:nvSpPr>
        <p:spPr>
          <a:xfrm xmlns:a="http://schemas.openxmlformats.org/drawingml/2006/main">
            <a:off x="2794159" y="1562100"/>
            <a:ext cx="8539162"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038" b="1">
                <a:solidFill>
                  <a:srgbClr val="F7F7F2"/>
                </a:solidFill>
                <a:latin typeface="Nunito"/>
                <a:ea typeface="Nunito"/>
                <a:cs typeface="Nunito"/>
              </a:defRPr>
            </a:pPr>
            <a:r>
              <a:rPr sz="3038" b="1">
                <a:solidFill>
                  <a:srgbClr val="F7F7F2"/>
                </a:solidFill>
                <a:latin typeface="Nunito"/>
                <a:ea typeface="Nunito"/>
                <a:cs typeface="Nunito"/>
              </a:rPr>
              <a:t>School games ...</a:t>
            </a:r>
          </a:p>
        </p:txBody>
      </p:sp>
      <p:sp>
        <p:nvSpPr>
          <p:cNvPr id="4" name="text-154">
            <a:extLst xmlns:a="http://schemas.openxmlformats.org/drawingml/2006/main">
              <a:ext uri="{FF2B5EF4-FFF2-40B4-BE49-F238E27FC236}">
                <a16:creationId xmlns:a16="http://schemas.microsoft.com/office/drawing/2014/main" id="{9BAF0A57-2F7F-495C-B82A-23C0FA67398C}"/>
              </a:ext>
            </a:extLst>
          </p:cNvPr>
          <p:cNvSpPr>
            <a:spLocks xmlns:a="http://schemas.openxmlformats.org/drawingml/2006/main" noGrp="1"/>
          </p:cNvSpPr>
          <p:nvPr/>
        </p:nvSpPr>
        <p:spPr>
          <a:xfrm xmlns:a="http://schemas.openxmlformats.org/drawingml/2006/main">
            <a:off x="2871788" y="3143250"/>
            <a:ext cx="838390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93" b="1">
                <a:solidFill>
                  <a:srgbClr val="A9BDD2"/>
                </a:solidFill>
                <a:latin typeface="Nunito"/>
                <a:ea typeface="Nunito"/>
                <a:cs typeface="Nunito"/>
              </a:defRPr>
            </a:pPr>
            <a:r>
              <a:rPr sz="2093" b="1">
                <a:solidFill>
                  <a:srgbClr val="A9BDD2"/>
                </a:solidFill>
                <a:latin typeface="Nunito"/>
                <a:ea typeface="Nunito"/>
                <a:cs typeface="Nunito"/>
              </a:rPr>
              <a:t>Introduce the topic. Do not give your opinion yet.</a:t>
            </a:r>
          </a:p>
        </p:txBody>
      </p:sp>
      <p:sp>
        <p:nvSpPr>
          <p:cNvPr id="5" name="text-155">
            <a:extLst xmlns:a="http://schemas.openxmlformats.org/drawingml/2006/main">
              <a:ext uri="{FF2B5EF4-FFF2-40B4-BE49-F238E27FC236}">
                <a16:creationId xmlns:a16="http://schemas.microsoft.com/office/drawing/2014/main" id="{4E098C3D-C0EC-4ECC-AAE3-77C1DC1B8BC9}"/>
              </a:ext>
            </a:extLst>
          </p:cNvPr>
          <p:cNvSpPr>
            <a:spLocks xmlns:a="http://schemas.openxmlformats.org/drawingml/2006/main" noGrp="1"/>
          </p:cNvSpPr>
          <p:nvPr/>
        </p:nvSpPr>
        <p:spPr>
          <a:xfrm xmlns:a="http://schemas.openxmlformats.org/drawingml/2006/main">
            <a:off x="2871788" y="4343400"/>
            <a:ext cx="838390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5738" b="1">
                <a:solidFill>
                  <a:srgbClr val="FFC857"/>
                </a:solidFill>
                <a:latin typeface="Nunito"/>
                <a:ea typeface="Nunito"/>
                <a:cs typeface="Nunito"/>
              </a:defRPr>
            </a:pPr>
            <a:r>
              <a:rPr sz="5738" b="1">
                <a:solidFill>
                  <a:srgbClr val="FFC857"/>
                </a:solidFill>
                <a:latin typeface="Nunito"/>
                <a:ea typeface="Nunito"/>
                <a:cs typeface="Nunito"/>
              </a:rPr>
              <a:t>00:45</a:t>
            </a:r>
          </a:p>
        </p:txBody>
      </p:sp>
      <p:sp>
        <p:nvSpPr>
          <p:cNvPr id="6" name="text-156">
            <a:extLst xmlns:a="http://schemas.openxmlformats.org/drawingml/2006/main">
              <a:ext uri="{FF2B5EF4-FFF2-40B4-BE49-F238E27FC236}">
                <a16:creationId xmlns:a16="http://schemas.microsoft.com/office/drawing/2014/main" id="{DADF1A19-0F23-47D2-A26C-193E37196950}"/>
              </a:ext>
            </a:extLst>
          </p:cNvPr>
          <p:cNvSpPr>
            <a:spLocks xmlns:a="http://schemas.openxmlformats.org/drawingml/2006/main" noGrp="1"/>
          </p:cNvSpPr>
          <p:nvPr/>
        </p:nvSpPr>
        <p:spPr>
          <a:xfrm xmlns:a="http://schemas.openxmlformats.org/drawingml/2006/main">
            <a:off x="2871788" y="5553075"/>
            <a:ext cx="838390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20" b="1">
                <a:solidFill>
                  <a:srgbClr val="4EE5FF"/>
                </a:solidFill>
                <a:latin typeface="Nunito"/>
                <a:ea typeface="Nunito"/>
                <a:cs typeface="Nunito"/>
              </a:defRPr>
            </a:pPr>
            <a:r>
              <a:rPr sz="1620" b="1">
                <a:solidFill>
                  <a:srgbClr val="4EE5FF"/>
                </a:solidFill>
                <a:latin typeface="Nunito"/>
                <a:ea typeface="Nunito"/>
                <a:cs typeface="Nunito"/>
                <a:hlinkClick xmlns:r="http://schemas.openxmlformats.org/officeDocument/2006/relationships" r:id="R86ec8e65f57a4326"/>
              </a:rPr>
              <a:t>Live timer on the website</a:t>
            </a:r>
          </a:p>
        </p:txBody>
      </p:sp>
      <p:sp>
        <p:nvSpPr>
          <p:cNvPr id="7" name="progress-157">
            <a:extLst xmlns:a="http://schemas.openxmlformats.org/drawingml/2006/main">
              <a:ext uri="{FF2B5EF4-FFF2-40B4-BE49-F238E27FC236}">
                <a16:creationId xmlns:a16="http://schemas.microsoft.com/office/drawing/2014/main" id="{57EFDD72-A6F9-4F99-BB93-E9CA7615DA1C}"/>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8" name="progress-158">
            <a:extLst xmlns:a="http://schemas.openxmlformats.org/drawingml/2006/main">
              <a:ext uri="{FF2B5EF4-FFF2-40B4-BE49-F238E27FC236}">
                <a16:creationId xmlns:a16="http://schemas.microsoft.com/office/drawing/2014/main" id="{8C3E87B9-BC08-4128-A7B3-E769A2CCB48B}"/>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0 / 10</a:t>
            </a:r>
          </a:p>
        </p:txBody>
      </p:sp>
      <p:sp>
        <p:nvSpPr>
          <p:cNvPr id="9" name="progress-159">
            <a:extLst xmlns:a="http://schemas.openxmlformats.org/drawingml/2006/main">
              <a:ext uri="{FF2B5EF4-FFF2-40B4-BE49-F238E27FC236}">
                <a16:creationId xmlns:a16="http://schemas.microsoft.com/office/drawing/2014/main" id="{A13B6CEF-9907-4986-B206-EC2D9296D5EA}"/>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0" name="progress-160">
            <a:extLst xmlns:a="http://schemas.openxmlformats.org/drawingml/2006/main">
              <a:ext uri="{FF2B5EF4-FFF2-40B4-BE49-F238E27FC236}">
                <a16:creationId xmlns:a16="http://schemas.microsoft.com/office/drawing/2014/main" id="{C02DD622-862D-4158-A407-B2CB9AF9B228}"/>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0</a:t>
            </a:r>
          </a:p>
        </p:txBody>
      </p:sp>
      <p:sp>
        <p:nvSpPr>
          <p:cNvPr id="11" name="progress-161">
            <a:extLst xmlns:a="http://schemas.openxmlformats.org/drawingml/2006/main">
              <a:ext uri="{FF2B5EF4-FFF2-40B4-BE49-F238E27FC236}">
                <a16:creationId xmlns:a16="http://schemas.microsoft.com/office/drawing/2014/main" id="{2829564F-A8FC-4DD3-9C86-3A73B05F05C9}"/>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2" name="sidebar-divider">
            <a:extLst xmlns:a="http://schemas.openxmlformats.org/drawingml/2006/main">
              <a:ext uri="{FF2B5EF4-FFF2-40B4-BE49-F238E27FC236}">
                <a16:creationId xmlns:a16="http://schemas.microsoft.com/office/drawing/2014/main" id="{7AF23E09-EBC3-46D1-8069-9E0AD3AC1FDE}"/>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3" name="progress-162">
            <a:extLst xmlns:a="http://schemas.openxmlformats.org/drawingml/2006/main">
              <a:ext uri="{FF2B5EF4-FFF2-40B4-BE49-F238E27FC236}">
                <a16:creationId xmlns:a16="http://schemas.microsoft.com/office/drawing/2014/main" id="{C50EE25C-F240-4C3D-974F-1E5E46FC1A02}"/>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4EE5FF"/>
                </a:solidFill>
                <a:latin typeface="Nunito"/>
                <a:ea typeface="Nunito"/>
                <a:cs typeface="Nunito"/>
              </a:defRPr>
            </a:pPr>
            <a:r>
              <a:rPr sz="1275" b="1">
                <a:solidFill>
                  <a:srgbClr val="4EE5FF"/>
                </a:solidFill>
                <a:latin typeface="Nunito"/>
                <a:ea typeface="Nunito"/>
                <a:cs typeface="Nunito"/>
              </a:rPr>
              <a:t>› 1. Opening</a:t>
            </a:r>
          </a:p>
        </p:txBody>
      </p:sp>
      <p:sp>
        <p:nvSpPr>
          <p:cNvPr id="14" name="progress-163">
            <a:extLst xmlns:a="http://schemas.openxmlformats.org/drawingml/2006/main">
              <a:ext uri="{FF2B5EF4-FFF2-40B4-BE49-F238E27FC236}">
                <a16:creationId xmlns:a16="http://schemas.microsoft.com/office/drawing/2014/main" id="{BFE8C507-48DA-4F6B-B27D-54B43E6E45BB}"/>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2. My opinion</a:t>
            </a:r>
          </a:p>
        </p:txBody>
      </p:sp>
      <p:sp>
        <p:nvSpPr>
          <p:cNvPr id="15" name="progress-164">
            <a:extLst xmlns:a="http://schemas.openxmlformats.org/drawingml/2006/main">
              <a:ext uri="{FF2B5EF4-FFF2-40B4-BE49-F238E27FC236}">
                <a16:creationId xmlns:a16="http://schemas.microsoft.com/office/drawing/2014/main" id="{F2096987-D8DB-4840-B4B8-482F0B8C2473}"/>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3. Against</a:t>
            </a:r>
          </a:p>
        </p:txBody>
      </p:sp>
      <p:sp>
        <p:nvSpPr>
          <p:cNvPr id="16" name="progress-165">
            <a:extLst xmlns:a="http://schemas.openxmlformats.org/drawingml/2006/main">
              <a:ext uri="{FF2B5EF4-FFF2-40B4-BE49-F238E27FC236}">
                <a16:creationId xmlns:a16="http://schemas.microsoft.com/office/drawing/2014/main" id="{B1DEFC90-75AC-4686-A692-0E8D7F4C8911}"/>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4. If + since</a:t>
            </a:r>
          </a:p>
        </p:txBody>
      </p:sp>
      <p:sp>
        <p:nvSpPr>
          <p:cNvPr id="17" name="progress-166">
            <a:extLst xmlns:a="http://schemas.openxmlformats.org/drawingml/2006/main">
              <a:ext uri="{FF2B5EF4-FFF2-40B4-BE49-F238E27FC236}">
                <a16:creationId xmlns:a16="http://schemas.microsoft.com/office/drawing/2014/main" id="{B53D664D-8CEA-4914-A7D7-939EF02E9C65}"/>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5. For</a:t>
            </a:r>
          </a:p>
        </p:txBody>
      </p:sp>
      <p:sp>
        <p:nvSpPr>
          <p:cNvPr id="18" name="progress-167">
            <a:extLst xmlns:a="http://schemas.openxmlformats.org/drawingml/2006/main">
              <a:ext uri="{FF2B5EF4-FFF2-40B4-BE49-F238E27FC236}">
                <a16:creationId xmlns:a16="http://schemas.microsoft.com/office/drawing/2014/main" id="{5F899023-4F07-4B61-89DB-3B75C7DF404C}"/>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19" name="progress-168">
            <a:extLst xmlns:a="http://schemas.openxmlformats.org/drawingml/2006/main">
              <a:ext uri="{FF2B5EF4-FFF2-40B4-BE49-F238E27FC236}">
                <a16:creationId xmlns:a16="http://schemas.microsoft.com/office/drawing/2014/main" id="{B1BB9CD8-45C5-43C8-A58C-A4E436EFA87D}"/>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20" name="progress-169">
            <a:extLst xmlns:a="http://schemas.openxmlformats.org/drawingml/2006/main">
              <a:ext uri="{FF2B5EF4-FFF2-40B4-BE49-F238E27FC236}">
                <a16:creationId xmlns:a16="http://schemas.microsoft.com/office/drawing/2014/main" id="{5FB7F77E-9B29-49C1-8B57-B8352F7619A4}"/>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21" name="progress-170">
            <a:extLst xmlns:a="http://schemas.openxmlformats.org/drawingml/2006/main">
              <a:ext uri="{FF2B5EF4-FFF2-40B4-BE49-F238E27FC236}">
                <a16:creationId xmlns:a16="http://schemas.microsoft.com/office/drawing/2014/main" id="{7ECA6375-72CE-4737-920E-4E31FE23537B}"/>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2" name="progress-171">
            <a:extLst xmlns:a="http://schemas.openxmlformats.org/drawingml/2006/main">
              <a:ext uri="{FF2B5EF4-FFF2-40B4-BE49-F238E27FC236}">
                <a16:creationId xmlns:a16="http://schemas.microsoft.com/office/drawing/2014/main" id="{E51D3DD9-692B-46E9-AE4A-25B9C65AAAF0}"/>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3" name="progress-172">
            <a:extLst xmlns:a="http://schemas.openxmlformats.org/drawingml/2006/main">
              <a:ext uri="{FF2B5EF4-FFF2-40B4-BE49-F238E27FC236}">
                <a16:creationId xmlns:a16="http://schemas.microsoft.com/office/drawing/2014/main" id="{01B096CE-AF07-4DF0-B9AA-9A21FD50B8B5}"/>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4" name="text-173">
            <a:extLst xmlns:a="http://schemas.openxmlformats.org/drawingml/2006/main">
              <a:ext uri="{FF2B5EF4-FFF2-40B4-BE49-F238E27FC236}">
                <a16:creationId xmlns:a16="http://schemas.microsoft.com/office/drawing/2014/main" id="{8327B504-7CDD-4E21-957C-55107F50EC6B}"/>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8 / 50</a:t>
            </a:r>
          </a:p>
        </p:txBody>
      </p:sp>
    </p:spTree>
    <p:extLst>
      <p:ext uri="{BB962C8B-B14F-4D97-AF65-F5344CB8AC3E}">
        <p14:creationId xmlns:p14="http://schemas.microsoft.com/office/powerpoint/2010/main" val="1071797725"/>
      </p:ext>
    </p:extLst>
  </p:cSld>
</p:sld>
</file>

<file path=ppt/slides/slide9.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3" name="text-174">
            <a:extLst xmlns:a="http://schemas.openxmlformats.org/drawingml/2006/main">
              <a:ext uri="{FF2B5EF4-FFF2-40B4-BE49-F238E27FC236}">
                <a16:creationId xmlns:a16="http://schemas.microsoft.com/office/drawing/2014/main" id="{747AF5B9-850F-4FD4-9977-251E5DAE027A}"/>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b6ad10fbd59e4ca1"/>
              </a:rPr>
              <a:t>⌂</a:t>
            </a:r>
          </a:p>
        </p:txBody>
      </p:sp>
      <p:sp>
        <p:nvSpPr>
          <p:cNvPr id="2" name="title-175">
            <a:extLst xmlns:a="http://schemas.openxmlformats.org/drawingml/2006/main">
              <a:ext uri="{FF2B5EF4-FFF2-40B4-BE49-F238E27FC236}">
                <a16:creationId xmlns:a16="http://schemas.microsoft.com/office/drawing/2014/main" id="{6D247709-EEFD-4DDE-AC72-BB704103A6A4}"/>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First sentence · Our essay so far</a:t>
            </a:r>
          </a:p>
        </p:txBody>
      </p:sp>
      <p:sp>
        <p:nvSpPr>
          <p:cNvPr id="3" name="text-176">
            <a:extLst xmlns:a="http://schemas.openxmlformats.org/drawingml/2006/main">
              <a:ext uri="{FF2B5EF4-FFF2-40B4-BE49-F238E27FC236}">
                <a16:creationId xmlns:a16="http://schemas.microsoft.com/office/drawing/2014/main" id="{E2831AEA-046A-4074-B783-DCC619529FB4}"/>
              </a:ext>
            </a:extLst>
          </p:cNvPr>
          <p:cNvSpPr>
            <a:spLocks xmlns:a="http://schemas.openxmlformats.org/drawingml/2006/main" noGrp="1"/>
          </p:cNvSpPr>
          <p:nvPr/>
        </p:nvSpPr>
        <p:spPr>
          <a:xfrm xmlns:a="http://schemas.openxmlformats.org/drawingml/2006/main">
            <a:off x="2778633" y="1257300"/>
            <a:ext cx="8570214"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School games are part of school life, but some students play better than others.</a:t>
            </a:r>
          </a:p>
        </p:txBody>
      </p:sp>
      <p:sp>
        <p:nvSpPr>
          <p:cNvPr id="4" name="text-177">
            <a:extLst xmlns:a="http://schemas.openxmlformats.org/drawingml/2006/main">
              <a:ext uri="{FF2B5EF4-FFF2-40B4-BE49-F238E27FC236}">
                <a16:creationId xmlns:a16="http://schemas.microsoft.com/office/drawing/2014/main" id="{DC81771B-1BAA-4B9B-8CA6-7FA14DD88B13}"/>
              </a:ext>
            </a:extLst>
          </p:cNvPr>
          <p:cNvSpPr>
            <a:spLocks xmlns:a="http://schemas.openxmlformats.org/drawingml/2006/main" noGrp="1"/>
          </p:cNvSpPr>
          <p:nvPr/>
        </p:nvSpPr>
        <p:spPr>
          <a:xfrm xmlns:a="http://schemas.openxmlformats.org/drawingml/2006/main">
            <a:off x="2794159" y="5934075"/>
            <a:ext cx="8539162"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85" b="1">
                <a:solidFill>
                  <a:srgbClr val="DFFF5B"/>
                </a:solidFill>
                <a:latin typeface="Nunito"/>
                <a:ea typeface="Nunito"/>
                <a:cs typeface="Nunito"/>
              </a:defRPr>
            </a:pPr>
            <a:r>
              <a:rPr sz="1485" b="1">
                <a:solidFill>
                  <a:srgbClr val="DFFF5B"/>
                </a:solidFill>
                <a:latin typeface="Nunito"/>
                <a:ea typeface="Nunito"/>
                <a:cs typeface="Nunito"/>
              </a:rPr>
              <a:t>1/10 sentences · 14 words</a:t>
            </a:r>
          </a:p>
        </p:txBody>
      </p:sp>
      <p:sp>
        <p:nvSpPr>
          <p:cNvPr id="5" name="progress-178">
            <a:extLst xmlns:a="http://schemas.openxmlformats.org/drawingml/2006/main">
              <a:ext uri="{FF2B5EF4-FFF2-40B4-BE49-F238E27FC236}">
                <a16:creationId xmlns:a16="http://schemas.microsoft.com/office/drawing/2014/main" id="{A04B8546-4031-4076-8B60-317E28AD53E4}"/>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6" name="progress-179">
            <a:extLst xmlns:a="http://schemas.openxmlformats.org/drawingml/2006/main">
              <a:ext uri="{FF2B5EF4-FFF2-40B4-BE49-F238E27FC236}">
                <a16:creationId xmlns:a16="http://schemas.microsoft.com/office/drawing/2014/main" id="{F3605AC3-749E-42D6-AA9E-F9EB43C73CD3}"/>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 / 10</a:t>
            </a:r>
          </a:p>
        </p:txBody>
      </p:sp>
      <p:sp>
        <p:nvSpPr>
          <p:cNvPr id="7" name="progress-180">
            <a:extLst xmlns:a="http://schemas.openxmlformats.org/drawingml/2006/main">
              <a:ext uri="{FF2B5EF4-FFF2-40B4-BE49-F238E27FC236}">
                <a16:creationId xmlns:a16="http://schemas.microsoft.com/office/drawing/2014/main" id="{BE0A7EB5-6511-443D-B87B-929E0F52B90A}"/>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8" name="progress-181">
            <a:extLst xmlns:a="http://schemas.openxmlformats.org/drawingml/2006/main">
              <a:ext uri="{FF2B5EF4-FFF2-40B4-BE49-F238E27FC236}">
                <a16:creationId xmlns:a16="http://schemas.microsoft.com/office/drawing/2014/main" id="{FF917F64-2D9C-463A-B834-521E92D7AFC6}"/>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14</a:t>
            </a:r>
          </a:p>
        </p:txBody>
      </p:sp>
      <p:sp>
        <p:nvSpPr>
          <p:cNvPr id="9" name="progress-182">
            <a:extLst xmlns:a="http://schemas.openxmlformats.org/drawingml/2006/main">
              <a:ext uri="{FF2B5EF4-FFF2-40B4-BE49-F238E27FC236}">
                <a16:creationId xmlns:a16="http://schemas.microsoft.com/office/drawing/2014/main" id="{B0170CFA-85C3-4ABD-B8A7-72A3BD7210D3}"/>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0" name="sidebar-divider">
            <a:extLst xmlns:a="http://schemas.openxmlformats.org/drawingml/2006/main">
              <a:ext uri="{FF2B5EF4-FFF2-40B4-BE49-F238E27FC236}">
                <a16:creationId xmlns:a16="http://schemas.microsoft.com/office/drawing/2014/main" id="{6AC03C13-CD84-4A41-B592-BFEB1FFB1A9F}"/>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1" name="progress-183">
            <a:extLst xmlns:a="http://schemas.openxmlformats.org/drawingml/2006/main">
              <a:ext uri="{FF2B5EF4-FFF2-40B4-BE49-F238E27FC236}">
                <a16:creationId xmlns:a16="http://schemas.microsoft.com/office/drawing/2014/main" id="{55FA6F7A-DBEC-41E3-B93E-D0698990AB33}"/>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2" name="progress-184">
            <a:extLst xmlns:a="http://schemas.openxmlformats.org/drawingml/2006/main">
              <a:ext uri="{FF2B5EF4-FFF2-40B4-BE49-F238E27FC236}">
                <a16:creationId xmlns:a16="http://schemas.microsoft.com/office/drawing/2014/main" id="{3DB435B4-589E-4013-83B2-66621731FF01}"/>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2. My opinion</a:t>
            </a:r>
          </a:p>
        </p:txBody>
      </p:sp>
      <p:sp>
        <p:nvSpPr>
          <p:cNvPr id="13" name="progress-185">
            <a:extLst xmlns:a="http://schemas.openxmlformats.org/drawingml/2006/main">
              <a:ext uri="{FF2B5EF4-FFF2-40B4-BE49-F238E27FC236}">
                <a16:creationId xmlns:a16="http://schemas.microsoft.com/office/drawing/2014/main" id="{79F74642-2154-4887-BA79-7CD103C5DBA8}"/>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3. Against</a:t>
            </a:r>
          </a:p>
        </p:txBody>
      </p:sp>
      <p:sp>
        <p:nvSpPr>
          <p:cNvPr id="14" name="progress-186">
            <a:extLst xmlns:a="http://schemas.openxmlformats.org/drawingml/2006/main">
              <a:ext uri="{FF2B5EF4-FFF2-40B4-BE49-F238E27FC236}">
                <a16:creationId xmlns:a16="http://schemas.microsoft.com/office/drawing/2014/main" id="{E5F42EFB-3C96-4D83-B727-EB53166BBCDD}"/>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4. If + since</a:t>
            </a:r>
          </a:p>
        </p:txBody>
      </p:sp>
      <p:sp>
        <p:nvSpPr>
          <p:cNvPr id="15" name="progress-187">
            <a:extLst xmlns:a="http://schemas.openxmlformats.org/drawingml/2006/main">
              <a:ext uri="{FF2B5EF4-FFF2-40B4-BE49-F238E27FC236}">
                <a16:creationId xmlns:a16="http://schemas.microsoft.com/office/drawing/2014/main" id="{F0A51D23-BE34-4D53-B4FE-61346889D46D}"/>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5. For</a:t>
            </a:r>
          </a:p>
        </p:txBody>
      </p:sp>
      <p:sp>
        <p:nvSpPr>
          <p:cNvPr id="16" name="progress-188">
            <a:extLst xmlns:a="http://schemas.openxmlformats.org/drawingml/2006/main">
              <a:ext uri="{FF2B5EF4-FFF2-40B4-BE49-F238E27FC236}">
                <a16:creationId xmlns:a16="http://schemas.microsoft.com/office/drawing/2014/main" id="{8768F3B6-26F3-4DB9-BEEA-F3803E8C9569}"/>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17" name="progress-189">
            <a:extLst xmlns:a="http://schemas.openxmlformats.org/drawingml/2006/main">
              <a:ext uri="{FF2B5EF4-FFF2-40B4-BE49-F238E27FC236}">
                <a16:creationId xmlns:a16="http://schemas.microsoft.com/office/drawing/2014/main" id="{D790E22E-5F9D-424E-B7DA-BB4C85AA3E9A}"/>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18" name="progress-190">
            <a:extLst xmlns:a="http://schemas.openxmlformats.org/drawingml/2006/main">
              <a:ext uri="{FF2B5EF4-FFF2-40B4-BE49-F238E27FC236}">
                <a16:creationId xmlns:a16="http://schemas.microsoft.com/office/drawing/2014/main" id="{155F758F-88DC-4D85-BFDC-71E531255057}"/>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19" name="progress-191">
            <a:extLst xmlns:a="http://schemas.openxmlformats.org/drawingml/2006/main">
              <a:ext uri="{FF2B5EF4-FFF2-40B4-BE49-F238E27FC236}">
                <a16:creationId xmlns:a16="http://schemas.microsoft.com/office/drawing/2014/main" id="{5DE4D38B-8D79-4F91-885A-C12E10F37782}"/>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0" name="progress-192">
            <a:extLst xmlns:a="http://schemas.openxmlformats.org/drawingml/2006/main">
              <a:ext uri="{FF2B5EF4-FFF2-40B4-BE49-F238E27FC236}">
                <a16:creationId xmlns:a16="http://schemas.microsoft.com/office/drawing/2014/main" id="{AA897600-31CB-43A3-A8E8-4D65BE745C71}"/>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1" name="progress-193">
            <a:extLst xmlns:a="http://schemas.openxmlformats.org/drawingml/2006/main">
              <a:ext uri="{FF2B5EF4-FFF2-40B4-BE49-F238E27FC236}">
                <a16:creationId xmlns:a16="http://schemas.microsoft.com/office/drawing/2014/main" id="{D058FC68-DE77-446C-A774-98B64EB513B4}"/>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2" name="text-194">
            <a:extLst xmlns:a="http://schemas.openxmlformats.org/drawingml/2006/main">
              <a:ext uri="{FF2B5EF4-FFF2-40B4-BE49-F238E27FC236}">
                <a16:creationId xmlns:a16="http://schemas.microsoft.com/office/drawing/2014/main" id="{EB3B016C-9474-4F9E-B7E8-2FD8E0833190}"/>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9 / 50</a:t>
            </a:r>
          </a:p>
        </p:txBody>
      </p:sp>
    </p:spTree>
    <p:extLst>
      <p:ext uri="{BB962C8B-B14F-4D97-AF65-F5344CB8AC3E}">
        <p14:creationId xmlns:p14="http://schemas.microsoft.com/office/powerpoint/2010/main" val="2017342852"/>
      </p:ext>
    </p:extLst>
  </p:cSld>
</p:sld>
</file>

<file path=ppt/slides/slide10.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5" name="text-195">
            <a:extLst xmlns:a="http://schemas.openxmlformats.org/drawingml/2006/main">
              <a:ext uri="{FF2B5EF4-FFF2-40B4-BE49-F238E27FC236}">
                <a16:creationId xmlns:a16="http://schemas.microsoft.com/office/drawing/2014/main" id="{CE7A6CAC-E47F-42AF-91F3-0999DD6BA139}"/>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3c1655655b7142c8"/>
              </a:rPr>
              <a:t>⌂</a:t>
            </a:r>
          </a:p>
        </p:txBody>
      </p:sp>
      <p:sp>
        <p:nvSpPr>
          <p:cNvPr id="2" name="title-196">
            <a:extLst xmlns:a="http://schemas.openxmlformats.org/drawingml/2006/main">
              <a:ext uri="{FF2B5EF4-FFF2-40B4-BE49-F238E27FC236}">
                <a16:creationId xmlns:a16="http://schemas.microsoft.com/office/drawing/2014/main" id="{D9CD3CB9-B241-4DDB-8E44-F1CBB9316CA4}"/>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Second sentence · My opinion</a:t>
            </a:r>
          </a:p>
        </p:txBody>
      </p:sp>
      <p:sp>
        <p:nvSpPr>
          <p:cNvPr id="3" name="text-197">
            <a:extLst xmlns:a="http://schemas.openxmlformats.org/drawingml/2006/main">
              <a:ext uri="{FF2B5EF4-FFF2-40B4-BE49-F238E27FC236}">
                <a16:creationId xmlns:a16="http://schemas.microsoft.com/office/drawing/2014/main" id="{F73747A9-C472-49B2-87B8-1778F255F2B3}"/>
              </a:ext>
            </a:extLst>
          </p:cNvPr>
          <p:cNvSpPr>
            <a:spLocks xmlns:a="http://schemas.openxmlformats.org/drawingml/2006/main" noGrp="1"/>
          </p:cNvSpPr>
          <p:nvPr/>
        </p:nvSpPr>
        <p:spPr>
          <a:xfrm xmlns:a="http://schemas.openxmlformats.org/drawingml/2006/main">
            <a:off x="2794159" y="1562100"/>
            <a:ext cx="8539162"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038" b="1">
                <a:solidFill>
                  <a:srgbClr val="F7F7F2"/>
                </a:solidFill>
                <a:latin typeface="Nunito"/>
                <a:ea typeface="Nunito"/>
                <a:cs typeface="Nunito"/>
              </a:defRPr>
            </a:pPr>
            <a:r>
              <a:rPr sz="3038" b="1">
                <a:solidFill>
                  <a:srgbClr val="F7F7F2"/>
                </a:solidFill>
                <a:latin typeface="Nunito"/>
                <a:ea typeface="Nunito"/>
                <a:cs typeface="Nunito"/>
              </a:rPr>
              <a:t>I claim that ...</a:t>
            </a:r>
          </a:p>
        </p:txBody>
      </p:sp>
      <p:sp>
        <p:nvSpPr>
          <p:cNvPr id="4" name="text-198">
            <a:extLst xmlns:a="http://schemas.openxmlformats.org/drawingml/2006/main">
              <a:ext uri="{FF2B5EF4-FFF2-40B4-BE49-F238E27FC236}">
                <a16:creationId xmlns:a16="http://schemas.microsoft.com/office/drawing/2014/main" id="{6921F30B-030C-494F-9153-9AE8267634C8}"/>
              </a:ext>
            </a:extLst>
          </p:cNvPr>
          <p:cNvSpPr>
            <a:spLocks xmlns:a="http://schemas.openxmlformats.org/drawingml/2006/main" noGrp="1"/>
          </p:cNvSpPr>
          <p:nvPr/>
        </p:nvSpPr>
        <p:spPr>
          <a:xfrm xmlns:a="http://schemas.openxmlformats.org/drawingml/2006/main">
            <a:off x="2871788" y="3143250"/>
            <a:ext cx="838390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93" b="1">
                <a:solidFill>
                  <a:srgbClr val="A9BDD2"/>
                </a:solidFill>
                <a:latin typeface="Nunito"/>
                <a:ea typeface="Nunito"/>
                <a:cs typeface="Nunito"/>
              </a:defRPr>
            </a:pPr>
            <a:r>
              <a:rPr sz="2093" b="1">
                <a:solidFill>
                  <a:srgbClr val="A9BDD2"/>
                </a:solidFill>
                <a:latin typeface="Nunito"/>
                <a:ea typeface="Nunito"/>
                <a:cs typeface="Nunito"/>
              </a:rPr>
              <a:t>Should every student have a chance to play?</a:t>
            </a:r>
          </a:p>
        </p:txBody>
      </p:sp>
      <p:sp>
        <p:nvSpPr>
          <p:cNvPr id="5" name="text-199">
            <a:extLst xmlns:a="http://schemas.openxmlformats.org/drawingml/2006/main">
              <a:ext uri="{FF2B5EF4-FFF2-40B4-BE49-F238E27FC236}">
                <a16:creationId xmlns:a16="http://schemas.microsoft.com/office/drawing/2014/main" id="{A42DFC28-5682-409C-8EF5-4E765553A39E}"/>
              </a:ext>
            </a:extLst>
          </p:cNvPr>
          <p:cNvSpPr>
            <a:spLocks xmlns:a="http://schemas.openxmlformats.org/drawingml/2006/main" noGrp="1"/>
          </p:cNvSpPr>
          <p:nvPr/>
        </p:nvSpPr>
        <p:spPr>
          <a:xfrm xmlns:a="http://schemas.openxmlformats.org/drawingml/2006/main">
            <a:off x="2871788" y="4343400"/>
            <a:ext cx="838390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5738" b="1">
                <a:solidFill>
                  <a:srgbClr val="FFC857"/>
                </a:solidFill>
                <a:latin typeface="Nunito"/>
                <a:ea typeface="Nunito"/>
                <a:cs typeface="Nunito"/>
              </a:defRPr>
            </a:pPr>
            <a:r>
              <a:rPr sz="5738" b="1">
                <a:solidFill>
                  <a:srgbClr val="FFC857"/>
                </a:solidFill>
                <a:latin typeface="Nunito"/>
                <a:ea typeface="Nunito"/>
                <a:cs typeface="Nunito"/>
              </a:rPr>
              <a:t>00:45</a:t>
            </a:r>
          </a:p>
        </p:txBody>
      </p:sp>
      <p:sp>
        <p:nvSpPr>
          <p:cNvPr id="6" name="text-200">
            <a:extLst xmlns:a="http://schemas.openxmlformats.org/drawingml/2006/main">
              <a:ext uri="{FF2B5EF4-FFF2-40B4-BE49-F238E27FC236}">
                <a16:creationId xmlns:a16="http://schemas.microsoft.com/office/drawing/2014/main" id="{FD9FB875-E8E9-4AAB-A225-E8382214F21F}"/>
              </a:ext>
            </a:extLst>
          </p:cNvPr>
          <p:cNvSpPr>
            <a:spLocks xmlns:a="http://schemas.openxmlformats.org/drawingml/2006/main" noGrp="1"/>
          </p:cNvSpPr>
          <p:nvPr/>
        </p:nvSpPr>
        <p:spPr>
          <a:xfrm xmlns:a="http://schemas.openxmlformats.org/drawingml/2006/main">
            <a:off x="2871788" y="5553075"/>
            <a:ext cx="838390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20" b="1">
                <a:solidFill>
                  <a:srgbClr val="4EE5FF"/>
                </a:solidFill>
                <a:latin typeface="Nunito"/>
                <a:ea typeface="Nunito"/>
                <a:cs typeface="Nunito"/>
              </a:defRPr>
            </a:pPr>
            <a:r>
              <a:rPr sz="1620" b="1">
                <a:solidFill>
                  <a:srgbClr val="4EE5FF"/>
                </a:solidFill>
                <a:latin typeface="Nunito"/>
                <a:ea typeface="Nunito"/>
                <a:cs typeface="Nunito"/>
                <a:hlinkClick xmlns:r="http://schemas.openxmlformats.org/officeDocument/2006/relationships" r:id="R11f26946f644471f"/>
              </a:rPr>
              <a:t>Live timer on the website</a:t>
            </a:r>
          </a:p>
        </p:txBody>
      </p:sp>
      <p:sp>
        <p:nvSpPr>
          <p:cNvPr id="7" name="progress-201">
            <a:extLst xmlns:a="http://schemas.openxmlformats.org/drawingml/2006/main">
              <a:ext uri="{FF2B5EF4-FFF2-40B4-BE49-F238E27FC236}">
                <a16:creationId xmlns:a16="http://schemas.microsoft.com/office/drawing/2014/main" id="{CE75EEA9-36E0-46EC-A053-59DBAEF6B724}"/>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8" name="progress-202">
            <a:extLst xmlns:a="http://schemas.openxmlformats.org/drawingml/2006/main">
              <a:ext uri="{FF2B5EF4-FFF2-40B4-BE49-F238E27FC236}">
                <a16:creationId xmlns:a16="http://schemas.microsoft.com/office/drawing/2014/main" id="{885128E9-C112-4D09-ACED-C7EE702C23C4}"/>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 / 10</a:t>
            </a:r>
          </a:p>
        </p:txBody>
      </p:sp>
      <p:sp>
        <p:nvSpPr>
          <p:cNvPr id="9" name="progress-203">
            <a:extLst xmlns:a="http://schemas.openxmlformats.org/drawingml/2006/main">
              <a:ext uri="{FF2B5EF4-FFF2-40B4-BE49-F238E27FC236}">
                <a16:creationId xmlns:a16="http://schemas.microsoft.com/office/drawing/2014/main" id="{B39A84CD-24F4-451F-A372-247859E8A4E7}"/>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0" name="progress-204">
            <a:extLst xmlns:a="http://schemas.openxmlformats.org/drawingml/2006/main">
              <a:ext uri="{FF2B5EF4-FFF2-40B4-BE49-F238E27FC236}">
                <a16:creationId xmlns:a16="http://schemas.microsoft.com/office/drawing/2014/main" id="{65B49C4A-4FF1-44DB-A7E8-AFE131CBE9D6}"/>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14</a:t>
            </a:r>
          </a:p>
        </p:txBody>
      </p:sp>
      <p:sp>
        <p:nvSpPr>
          <p:cNvPr id="11" name="progress-205">
            <a:extLst xmlns:a="http://schemas.openxmlformats.org/drawingml/2006/main">
              <a:ext uri="{FF2B5EF4-FFF2-40B4-BE49-F238E27FC236}">
                <a16:creationId xmlns:a16="http://schemas.microsoft.com/office/drawing/2014/main" id="{582B1003-F6E5-4027-A67E-91F706A0F563}"/>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2" name="sidebar-divider">
            <a:extLst xmlns:a="http://schemas.openxmlformats.org/drawingml/2006/main">
              <a:ext uri="{FF2B5EF4-FFF2-40B4-BE49-F238E27FC236}">
                <a16:creationId xmlns:a16="http://schemas.microsoft.com/office/drawing/2014/main" id="{14C9D1FD-D10A-4C9C-BDC7-77E150FB1F88}"/>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3" name="progress-206">
            <a:extLst xmlns:a="http://schemas.openxmlformats.org/drawingml/2006/main">
              <a:ext uri="{FF2B5EF4-FFF2-40B4-BE49-F238E27FC236}">
                <a16:creationId xmlns:a16="http://schemas.microsoft.com/office/drawing/2014/main" id="{A7746C4C-45EA-4704-922B-22A6EF0D6594}"/>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4" name="progress-207">
            <a:extLst xmlns:a="http://schemas.openxmlformats.org/drawingml/2006/main">
              <a:ext uri="{FF2B5EF4-FFF2-40B4-BE49-F238E27FC236}">
                <a16:creationId xmlns:a16="http://schemas.microsoft.com/office/drawing/2014/main" id="{C4056BA8-DB9F-46CB-B913-A37AAA3CBD46}"/>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4EE5FF"/>
                </a:solidFill>
                <a:latin typeface="Nunito"/>
                <a:ea typeface="Nunito"/>
                <a:cs typeface="Nunito"/>
              </a:defRPr>
            </a:pPr>
            <a:r>
              <a:rPr sz="1275" b="1">
                <a:solidFill>
                  <a:srgbClr val="4EE5FF"/>
                </a:solidFill>
                <a:latin typeface="Nunito"/>
                <a:ea typeface="Nunito"/>
                <a:cs typeface="Nunito"/>
              </a:rPr>
              <a:t>› 2. My opinion</a:t>
            </a:r>
          </a:p>
        </p:txBody>
      </p:sp>
      <p:sp>
        <p:nvSpPr>
          <p:cNvPr id="15" name="progress-208">
            <a:extLst xmlns:a="http://schemas.openxmlformats.org/drawingml/2006/main">
              <a:ext uri="{FF2B5EF4-FFF2-40B4-BE49-F238E27FC236}">
                <a16:creationId xmlns:a16="http://schemas.microsoft.com/office/drawing/2014/main" id="{827D4971-66AB-4348-90FE-D02FA1F4790B}"/>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3. Against</a:t>
            </a:r>
          </a:p>
        </p:txBody>
      </p:sp>
      <p:sp>
        <p:nvSpPr>
          <p:cNvPr id="16" name="progress-209">
            <a:extLst xmlns:a="http://schemas.openxmlformats.org/drawingml/2006/main">
              <a:ext uri="{FF2B5EF4-FFF2-40B4-BE49-F238E27FC236}">
                <a16:creationId xmlns:a16="http://schemas.microsoft.com/office/drawing/2014/main" id="{7853B8B9-11C1-4118-BEA7-9FD6130CB53A}"/>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4. If + since</a:t>
            </a:r>
          </a:p>
        </p:txBody>
      </p:sp>
      <p:sp>
        <p:nvSpPr>
          <p:cNvPr id="17" name="progress-210">
            <a:extLst xmlns:a="http://schemas.openxmlformats.org/drawingml/2006/main">
              <a:ext uri="{FF2B5EF4-FFF2-40B4-BE49-F238E27FC236}">
                <a16:creationId xmlns:a16="http://schemas.microsoft.com/office/drawing/2014/main" id="{C24802DE-2AB8-4FEF-A350-3EDA130A04A7}"/>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5. For</a:t>
            </a:r>
          </a:p>
        </p:txBody>
      </p:sp>
      <p:sp>
        <p:nvSpPr>
          <p:cNvPr id="18" name="progress-211">
            <a:extLst xmlns:a="http://schemas.openxmlformats.org/drawingml/2006/main">
              <a:ext uri="{FF2B5EF4-FFF2-40B4-BE49-F238E27FC236}">
                <a16:creationId xmlns:a16="http://schemas.microsoft.com/office/drawing/2014/main" id="{D88AA97A-E59B-44E8-A557-2BD8EAC38472}"/>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19" name="progress-212">
            <a:extLst xmlns:a="http://schemas.openxmlformats.org/drawingml/2006/main">
              <a:ext uri="{FF2B5EF4-FFF2-40B4-BE49-F238E27FC236}">
                <a16:creationId xmlns:a16="http://schemas.microsoft.com/office/drawing/2014/main" id="{F31DA3B1-C600-414A-A95F-613DE1EB45D5}"/>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20" name="progress-213">
            <a:extLst xmlns:a="http://schemas.openxmlformats.org/drawingml/2006/main">
              <a:ext uri="{FF2B5EF4-FFF2-40B4-BE49-F238E27FC236}">
                <a16:creationId xmlns:a16="http://schemas.microsoft.com/office/drawing/2014/main" id="{C1FC6009-BF19-44A8-B8AA-D341DB8AC85F}"/>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21" name="progress-214">
            <a:extLst xmlns:a="http://schemas.openxmlformats.org/drawingml/2006/main">
              <a:ext uri="{FF2B5EF4-FFF2-40B4-BE49-F238E27FC236}">
                <a16:creationId xmlns:a16="http://schemas.microsoft.com/office/drawing/2014/main" id="{C777AFF8-F20D-4A92-A3A5-67A21B880DD8}"/>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2" name="progress-215">
            <a:extLst xmlns:a="http://schemas.openxmlformats.org/drawingml/2006/main">
              <a:ext uri="{FF2B5EF4-FFF2-40B4-BE49-F238E27FC236}">
                <a16:creationId xmlns:a16="http://schemas.microsoft.com/office/drawing/2014/main" id="{05947F21-8F47-46BD-8995-4FC9E5F2B0BD}"/>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3" name="progress-216">
            <a:extLst xmlns:a="http://schemas.openxmlformats.org/drawingml/2006/main">
              <a:ext uri="{FF2B5EF4-FFF2-40B4-BE49-F238E27FC236}">
                <a16:creationId xmlns:a16="http://schemas.microsoft.com/office/drawing/2014/main" id="{3AE473AB-5AA1-406F-9E45-B198AC3C707C}"/>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4" name="text-217">
            <a:extLst xmlns:a="http://schemas.openxmlformats.org/drawingml/2006/main">
              <a:ext uri="{FF2B5EF4-FFF2-40B4-BE49-F238E27FC236}">
                <a16:creationId xmlns:a16="http://schemas.microsoft.com/office/drawing/2014/main" id="{E9BFB069-43BC-4632-984F-060CDC0A8622}"/>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10 / 50</a:t>
            </a:r>
          </a:p>
        </p:txBody>
      </p:sp>
    </p:spTree>
    <p:extLst>
      <p:ext uri="{BB962C8B-B14F-4D97-AF65-F5344CB8AC3E}">
        <p14:creationId xmlns:p14="http://schemas.microsoft.com/office/powerpoint/2010/main" val="1687673413"/>
      </p:ext>
    </p:extLst>
  </p:cSld>
</p:sld>
</file>

<file path=ppt/slides/slide11.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3" name="text-218">
            <a:extLst xmlns:a="http://schemas.openxmlformats.org/drawingml/2006/main">
              <a:ext uri="{FF2B5EF4-FFF2-40B4-BE49-F238E27FC236}">
                <a16:creationId xmlns:a16="http://schemas.microsoft.com/office/drawing/2014/main" id="{F0843B7B-0A66-477D-8567-E3861373EAC9}"/>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e66b87e687f34533"/>
              </a:rPr>
              <a:t>⌂</a:t>
            </a:r>
          </a:p>
        </p:txBody>
      </p:sp>
      <p:sp>
        <p:nvSpPr>
          <p:cNvPr id="2" name="title-219">
            <a:extLst xmlns:a="http://schemas.openxmlformats.org/drawingml/2006/main">
              <a:ext uri="{FF2B5EF4-FFF2-40B4-BE49-F238E27FC236}">
                <a16:creationId xmlns:a16="http://schemas.microsoft.com/office/drawing/2014/main" id="{82468A9A-0981-405D-9109-80D80D8D8A20}"/>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Second sentence · Our essay so far</a:t>
            </a:r>
          </a:p>
        </p:txBody>
      </p:sp>
      <p:sp>
        <p:nvSpPr>
          <p:cNvPr id="3" name="text-220">
            <a:extLst xmlns:a="http://schemas.openxmlformats.org/drawingml/2006/main">
              <a:ext uri="{FF2B5EF4-FFF2-40B4-BE49-F238E27FC236}">
                <a16:creationId xmlns:a16="http://schemas.microsoft.com/office/drawing/2014/main" id="{B1EF4ECB-0578-4FB2-A4B2-E461054C5639}"/>
              </a:ext>
            </a:extLst>
          </p:cNvPr>
          <p:cNvSpPr>
            <a:spLocks xmlns:a="http://schemas.openxmlformats.org/drawingml/2006/main" noGrp="1"/>
          </p:cNvSpPr>
          <p:nvPr/>
        </p:nvSpPr>
        <p:spPr>
          <a:xfrm xmlns:a="http://schemas.openxmlformats.org/drawingml/2006/main">
            <a:off x="2778633" y="1257300"/>
            <a:ext cx="8570214"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School games are part of school life, but some students play better than others. I claim that every student should have a chance to play.</a:t>
            </a:r>
          </a:p>
        </p:txBody>
      </p:sp>
      <p:sp>
        <p:nvSpPr>
          <p:cNvPr id="4" name="text-221">
            <a:extLst xmlns:a="http://schemas.openxmlformats.org/drawingml/2006/main">
              <a:ext uri="{FF2B5EF4-FFF2-40B4-BE49-F238E27FC236}">
                <a16:creationId xmlns:a16="http://schemas.microsoft.com/office/drawing/2014/main" id="{5E51C1F2-09F0-40CD-A15C-F94562FD790D}"/>
              </a:ext>
            </a:extLst>
          </p:cNvPr>
          <p:cNvSpPr>
            <a:spLocks xmlns:a="http://schemas.openxmlformats.org/drawingml/2006/main" noGrp="1"/>
          </p:cNvSpPr>
          <p:nvPr/>
        </p:nvSpPr>
        <p:spPr>
          <a:xfrm xmlns:a="http://schemas.openxmlformats.org/drawingml/2006/main">
            <a:off x="2794159" y="5934075"/>
            <a:ext cx="8539162"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85" b="1">
                <a:solidFill>
                  <a:srgbClr val="DFFF5B"/>
                </a:solidFill>
                <a:latin typeface="Nunito"/>
                <a:ea typeface="Nunito"/>
                <a:cs typeface="Nunito"/>
              </a:defRPr>
            </a:pPr>
            <a:r>
              <a:rPr sz="1485" b="1">
                <a:solidFill>
                  <a:srgbClr val="DFFF5B"/>
                </a:solidFill>
                <a:latin typeface="Nunito"/>
                <a:ea typeface="Nunito"/>
                <a:cs typeface="Nunito"/>
              </a:rPr>
              <a:t>2/10 sentences · 25 words</a:t>
            </a:r>
          </a:p>
        </p:txBody>
      </p:sp>
      <p:sp>
        <p:nvSpPr>
          <p:cNvPr id="5" name="progress-222">
            <a:extLst xmlns:a="http://schemas.openxmlformats.org/drawingml/2006/main">
              <a:ext uri="{FF2B5EF4-FFF2-40B4-BE49-F238E27FC236}">
                <a16:creationId xmlns:a16="http://schemas.microsoft.com/office/drawing/2014/main" id="{1850829C-1CC8-46EE-9727-541AE89AA979}"/>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6" name="progress-223">
            <a:extLst xmlns:a="http://schemas.openxmlformats.org/drawingml/2006/main">
              <a:ext uri="{FF2B5EF4-FFF2-40B4-BE49-F238E27FC236}">
                <a16:creationId xmlns:a16="http://schemas.microsoft.com/office/drawing/2014/main" id="{997C686D-3EC8-4F2D-8FAF-B05663AA078E}"/>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2 / 10</a:t>
            </a:r>
          </a:p>
        </p:txBody>
      </p:sp>
      <p:sp>
        <p:nvSpPr>
          <p:cNvPr id="7" name="progress-224">
            <a:extLst xmlns:a="http://schemas.openxmlformats.org/drawingml/2006/main">
              <a:ext uri="{FF2B5EF4-FFF2-40B4-BE49-F238E27FC236}">
                <a16:creationId xmlns:a16="http://schemas.microsoft.com/office/drawing/2014/main" id="{E9CE6521-0C5A-4204-BFD5-E61641B9CD58}"/>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8" name="progress-225">
            <a:extLst xmlns:a="http://schemas.openxmlformats.org/drawingml/2006/main">
              <a:ext uri="{FF2B5EF4-FFF2-40B4-BE49-F238E27FC236}">
                <a16:creationId xmlns:a16="http://schemas.microsoft.com/office/drawing/2014/main" id="{DB9A2628-649C-4C79-AC08-479B222D2509}"/>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25</a:t>
            </a:r>
          </a:p>
        </p:txBody>
      </p:sp>
      <p:sp>
        <p:nvSpPr>
          <p:cNvPr id="9" name="progress-226">
            <a:extLst xmlns:a="http://schemas.openxmlformats.org/drawingml/2006/main">
              <a:ext uri="{FF2B5EF4-FFF2-40B4-BE49-F238E27FC236}">
                <a16:creationId xmlns:a16="http://schemas.microsoft.com/office/drawing/2014/main" id="{92B5BAEA-3DA6-41C7-89F6-D55F62AF06BF}"/>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0" name="sidebar-divider">
            <a:extLst xmlns:a="http://schemas.openxmlformats.org/drawingml/2006/main">
              <a:ext uri="{FF2B5EF4-FFF2-40B4-BE49-F238E27FC236}">
                <a16:creationId xmlns:a16="http://schemas.microsoft.com/office/drawing/2014/main" id="{DE85167E-6649-47CB-89F3-ADB6216A75C7}"/>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1" name="progress-227">
            <a:extLst xmlns:a="http://schemas.openxmlformats.org/drawingml/2006/main">
              <a:ext uri="{FF2B5EF4-FFF2-40B4-BE49-F238E27FC236}">
                <a16:creationId xmlns:a16="http://schemas.microsoft.com/office/drawing/2014/main" id="{71BE18BA-78CC-4751-B820-0E95DB7541AC}"/>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2" name="progress-228">
            <a:extLst xmlns:a="http://schemas.openxmlformats.org/drawingml/2006/main">
              <a:ext uri="{FF2B5EF4-FFF2-40B4-BE49-F238E27FC236}">
                <a16:creationId xmlns:a16="http://schemas.microsoft.com/office/drawing/2014/main" id="{7072A7B5-6A39-444E-974E-147C1EE89FA3}"/>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3" name="progress-229">
            <a:extLst xmlns:a="http://schemas.openxmlformats.org/drawingml/2006/main">
              <a:ext uri="{FF2B5EF4-FFF2-40B4-BE49-F238E27FC236}">
                <a16:creationId xmlns:a16="http://schemas.microsoft.com/office/drawing/2014/main" id="{7B346516-F7BE-4082-B306-AC4C7392CFDA}"/>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3. Against</a:t>
            </a:r>
          </a:p>
        </p:txBody>
      </p:sp>
      <p:sp>
        <p:nvSpPr>
          <p:cNvPr id="14" name="progress-230">
            <a:extLst xmlns:a="http://schemas.openxmlformats.org/drawingml/2006/main">
              <a:ext uri="{FF2B5EF4-FFF2-40B4-BE49-F238E27FC236}">
                <a16:creationId xmlns:a16="http://schemas.microsoft.com/office/drawing/2014/main" id="{9DB00B1F-DB3D-48DA-BDDA-D670670FFC07}"/>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4. If + since</a:t>
            </a:r>
          </a:p>
        </p:txBody>
      </p:sp>
      <p:sp>
        <p:nvSpPr>
          <p:cNvPr id="15" name="progress-231">
            <a:extLst xmlns:a="http://schemas.openxmlformats.org/drawingml/2006/main">
              <a:ext uri="{FF2B5EF4-FFF2-40B4-BE49-F238E27FC236}">
                <a16:creationId xmlns:a16="http://schemas.microsoft.com/office/drawing/2014/main" id="{7CE5E250-D514-4D64-A45E-922A44A7A5BA}"/>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5. For</a:t>
            </a:r>
          </a:p>
        </p:txBody>
      </p:sp>
      <p:sp>
        <p:nvSpPr>
          <p:cNvPr id="16" name="progress-232">
            <a:extLst xmlns:a="http://schemas.openxmlformats.org/drawingml/2006/main">
              <a:ext uri="{FF2B5EF4-FFF2-40B4-BE49-F238E27FC236}">
                <a16:creationId xmlns:a16="http://schemas.microsoft.com/office/drawing/2014/main" id="{7DF292FC-D694-4735-9ECA-D4665D28722B}"/>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17" name="progress-233">
            <a:extLst xmlns:a="http://schemas.openxmlformats.org/drawingml/2006/main">
              <a:ext uri="{FF2B5EF4-FFF2-40B4-BE49-F238E27FC236}">
                <a16:creationId xmlns:a16="http://schemas.microsoft.com/office/drawing/2014/main" id="{47D83C3F-E892-4783-A50A-CC77FAC8A5A9}"/>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18" name="progress-234">
            <a:extLst xmlns:a="http://schemas.openxmlformats.org/drawingml/2006/main">
              <a:ext uri="{FF2B5EF4-FFF2-40B4-BE49-F238E27FC236}">
                <a16:creationId xmlns:a16="http://schemas.microsoft.com/office/drawing/2014/main" id="{B3BECDAA-A4B8-4381-B957-A8679F46AE1C}"/>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19" name="progress-235">
            <a:extLst xmlns:a="http://schemas.openxmlformats.org/drawingml/2006/main">
              <a:ext uri="{FF2B5EF4-FFF2-40B4-BE49-F238E27FC236}">
                <a16:creationId xmlns:a16="http://schemas.microsoft.com/office/drawing/2014/main" id="{231F23AA-13C6-4ED0-AB39-21C66EFF202F}"/>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0" name="progress-236">
            <a:extLst xmlns:a="http://schemas.openxmlformats.org/drawingml/2006/main">
              <a:ext uri="{FF2B5EF4-FFF2-40B4-BE49-F238E27FC236}">
                <a16:creationId xmlns:a16="http://schemas.microsoft.com/office/drawing/2014/main" id="{C691683B-BD48-451A-83FF-B1C563285A5F}"/>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1" name="progress-237">
            <a:extLst xmlns:a="http://schemas.openxmlformats.org/drawingml/2006/main">
              <a:ext uri="{FF2B5EF4-FFF2-40B4-BE49-F238E27FC236}">
                <a16:creationId xmlns:a16="http://schemas.microsoft.com/office/drawing/2014/main" id="{97E3864C-F4C3-41C8-B08F-2AA189E213A4}"/>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2" name="text-238">
            <a:extLst xmlns:a="http://schemas.openxmlformats.org/drawingml/2006/main">
              <a:ext uri="{FF2B5EF4-FFF2-40B4-BE49-F238E27FC236}">
                <a16:creationId xmlns:a16="http://schemas.microsoft.com/office/drawing/2014/main" id="{9A9496A5-A978-4CE1-8AD4-75A41B62D943}"/>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11 / 50</a:t>
            </a:r>
          </a:p>
        </p:txBody>
      </p:sp>
    </p:spTree>
    <p:extLst>
      <p:ext uri="{BB962C8B-B14F-4D97-AF65-F5344CB8AC3E}">
        <p14:creationId xmlns:p14="http://schemas.microsoft.com/office/powerpoint/2010/main" val="1641594106"/>
      </p:ext>
    </p:extLst>
  </p:cSld>
</p:sld>
</file>

<file path=ppt/slides/slide12.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3" name="text-239">
            <a:extLst xmlns:a="http://schemas.openxmlformats.org/drawingml/2006/main">
              <a:ext uri="{FF2B5EF4-FFF2-40B4-BE49-F238E27FC236}">
                <a16:creationId xmlns:a16="http://schemas.microsoft.com/office/drawing/2014/main" id="{99252322-CC58-4F59-B853-9CB0CF6A6156}"/>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ed2ea88f13624bc1"/>
              </a:rPr>
              <a:t>⌂</a:t>
            </a:r>
          </a:p>
        </p:txBody>
      </p:sp>
      <p:sp>
        <p:nvSpPr>
          <p:cNvPr id="2" name="title-240">
            <a:extLst xmlns:a="http://schemas.openxmlformats.org/drawingml/2006/main">
              <a:ext uri="{FF2B5EF4-FFF2-40B4-BE49-F238E27FC236}">
                <a16:creationId xmlns:a16="http://schemas.microsoft.com/office/drawing/2014/main" id="{2164B9A8-E801-4E8F-A8DC-8EFCD345C0C4}"/>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A short break</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5c058a627bb44cf5"/>
          <a:stretch xmlns:a="http://schemas.openxmlformats.org/drawingml/2006/main"/>
        </p:blipFill>
        <p:spPr>
          <a:xfrm xmlns:a="http://schemas.openxmlformats.org/drawingml/2006/main">
            <a:off x="5588794" y="1304925"/>
            <a:ext cx="3619500" cy="3619500"/>
          </a:xfrm>
          <a:prstGeom xmlns:a="http://schemas.openxmlformats.org/drawingml/2006/main" prst="rect">
            <a:avLst/>
          </a:prstGeom>
        </p:spPr>
      </p:pic>
      <p:sp>
        <p:nvSpPr>
          <p:cNvPr id="4" name="text-241">
            <a:extLst xmlns:a="http://schemas.openxmlformats.org/drawingml/2006/main">
              <a:ext uri="{FF2B5EF4-FFF2-40B4-BE49-F238E27FC236}">
                <a16:creationId xmlns:a16="http://schemas.microsoft.com/office/drawing/2014/main" id="{5797D2D0-D4B5-47BB-80B9-AD78B472AE28}"/>
              </a:ext>
            </a:extLst>
          </p:cNvPr>
          <p:cNvSpPr>
            <a:spLocks xmlns:a="http://schemas.openxmlformats.org/drawingml/2006/main" noGrp="1"/>
          </p:cNvSpPr>
          <p:nvPr/>
        </p:nvSpPr>
        <p:spPr>
          <a:xfrm xmlns:a="http://schemas.openxmlformats.org/drawingml/2006/main">
            <a:off x="2716530" y="5143500"/>
            <a:ext cx="869442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30" b="1">
                <a:solidFill>
                  <a:srgbClr val="FFC857"/>
                </a:solidFill>
                <a:latin typeface="Nunito"/>
                <a:ea typeface="Nunito"/>
                <a:cs typeface="Nunito"/>
              </a:defRPr>
            </a:pPr>
            <a:r>
              <a:rPr sz="2430" b="1">
                <a:solidFill>
                  <a:srgbClr val="FFC857"/>
                </a:solidFill>
                <a:latin typeface="Nunito"/>
                <a:ea typeface="Nunito"/>
                <a:cs typeface="Nunito"/>
              </a:rPr>
              <a:t>Planning is half the game. Aiming helps too.</a:t>
            </a:r>
          </a:p>
        </p:txBody>
      </p:sp>
      <p:sp>
        <p:nvSpPr>
          <p:cNvPr id="5" name="progress-242">
            <a:extLst xmlns:a="http://schemas.openxmlformats.org/drawingml/2006/main">
              <a:ext uri="{FF2B5EF4-FFF2-40B4-BE49-F238E27FC236}">
                <a16:creationId xmlns:a16="http://schemas.microsoft.com/office/drawing/2014/main" id="{A5B982A9-02C0-4358-B5D2-411DF9D9235F}"/>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6" name="progress-243">
            <a:extLst xmlns:a="http://schemas.openxmlformats.org/drawingml/2006/main">
              <a:ext uri="{FF2B5EF4-FFF2-40B4-BE49-F238E27FC236}">
                <a16:creationId xmlns:a16="http://schemas.microsoft.com/office/drawing/2014/main" id="{BE3AB7F5-5EF9-4738-8A55-431DFDC57086}"/>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2 / 10</a:t>
            </a:r>
          </a:p>
        </p:txBody>
      </p:sp>
      <p:sp>
        <p:nvSpPr>
          <p:cNvPr id="7" name="progress-244">
            <a:extLst xmlns:a="http://schemas.openxmlformats.org/drawingml/2006/main">
              <a:ext uri="{FF2B5EF4-FFF2-40B4-BE49-F238E27FC236}">
                <a16:creationId xmlns:a16="http://schemas.microsoft.com/office/drawing/2014/main" id="{C69B60FC-6935-4C3E-9729-5354E143B586}"/>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8" name="progress-245">
            <a:extLst xmlns:a="http://schemas.openxmlformats.org/drawingml/2006/main">
              <a:ext uri="{FF2B5EF4-FFF2-40B4-BE49-F238E27FC236}">
                <a16:creationId xmlns:a16="http://schemas.microsoft.com/office/drawing/2014/main" id="{D8404634-848E-4176-86F5-C824E144A924}"/>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25</a:t>
            </a:r>
          </a:p>
        </p:txBody>
      </p:sp>
      <p:sp>
        <p:nvSpPr>
          <p:cNvPr id="9" name="progress-246">
            <a:extLst xmlns:a="http://schemas.openxmlformats.org/drawingml/2006/main">
              <a:ext uri="{FF2B5EF4-FFF2-40B4-BE49-F238E27FC236}">
                <a16:creationId xmlns:a16="http://schemas.microsoft.com/office/drawing/2014/main" id="{5D38EA4C-2A73-42C0-93A5-CEC49C49D1E3}"/>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0" name="sidebar-divider">
            <a:extLst xmlns:a="http://schemas.openxmlformats.org/drawingml/2006/main">
              <a:ext uri="{FF2B5EF4-FFF2-40B4-BE49-F238E27FC236}">
                <a16:creationId xmlns:a16="http://schemas.microsoft.com/office/drawing/2014/main" id="{AEA7AAD7-51CE-4080-B839-CFE87882E86E}"/>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1" name="progress-247">
            <a:extLst xmlns:a="http://schemas.openxmlformats.org/drawingml/2006/main">
              <a:ext uri="{FF2B5EF4-FFF2-40B4-BE49-F238E27FC236}">
                <a16:creationId xmlns:a16="http://schemas.microsoft.com/office/drawing/2014/main" id="{1FDFCAC3-2A7E-4711-ADAF-85EC060A65CF}"/>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2" name="progress-248">
            <a:extLst xmlns:a="http://schemas.openxmlformats.org/drawingml/2006/main">
              <a:ext uri="{FF2B5EF4-FFF2-40B4-BE49-F238E27FC236}">
                <a16:creationId xmlns:a16="http://schemas.microsoft.com/office/drawing/2014/main" id="{2467BA93-4834-46C9-9CC3-8E19152975B6}"/>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3" name="progress-249">
            <a:extLst xmlns:a="http://schemas.openxmlformats.org/drawingml/2006/main">
              <a:ext uri="{FF2B5EF4-FFF2-40B4-BE49-F238E27FC236}">
                <a16:creationId xmlns:a16="http://schemas.microsoft.com/office/drawing/2014/main" id="{8A4CBF84-5F85-4592-B4D1-F9BD4BF5C15E}"/>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3. Against</a:t>
            </a:r>
          </a:p>
        </p:txBody>
      </p:sp>
      <p:sp>
        <p:nvSpPr>
          <p:cNvPr id="14" name="progress-250">
            <a:extLst xmlns:a="http://schemas.openxmlformats.org/drawingml/2006/main">
              <a:ext uri="{FF2B5EF4-FFF2-40B4-BE49-F238E27FC236}">
                <a16:creationId xmlns:a16="http://schemas.microsoft.com/office/drawing/2014/main" id="{0236CD61-FCB2-4FF3-A887-257FB3E777BE}"/>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4. If + since</a:t>
            </a:r>
          </a:p>
        </p:txBody>
      </p:sp>
      <p:sp>
        <p:nvSpPr>
          <p:cNvPr id="15" name="progress-251">
            <a:extLst xmlns:a="http://schemas.openxmlformats.org/drawingml/2006/main">
              <a:ext uri="{FF2B5EF4-FFF2-40B4-BE49-F238E27FC236}">
                <a16:creationId xmlns:a16="http://schemas.microsoft.com/office/drawing/2014/main" id="{22F1C8F5-00D2-4A3F-954D-98DD44F99909}"/>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5. For</a:t>
            </a:r>
          </a:p>
        </p:txBody>
      </p:sp>
      <p:sp>
        <p:nvSpPr>
          <p:cNvPr id="16" name="progress-252">
            <a:extLst xmlns:a="http://schemas.openxmlformats.org/drawingml/2006/main">
              <a:ext uri="{FF2B5EF4-FFF2-40B4-BE49-F238E27FC236}">
                <a16:creationId xmlns:a16="http://schemas.microsoft.com/office/drawing/2014/main" id="{9B6A00F3-0FDA-460D-9ADF-D3ECCDDF5C21}"/>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17" name="progress-253">
            <a:extLst xmlns:a="http://schemas.openxmlformats.org/drawingml/2006/main">
              <a:ext uri="{FF2B5EF4-FFF2-40B4-BE49-F238E27FC236}">
                <a16:creationId xmlns:a16="http://schemas.microsoft.com/office/drawing/2014/main" id="{CE1E81BF-3D53-4FD9-86AF-A51EFAAC51DC}"/>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18" name="progress-254">
            <a:extLst xmlns:a="http://schemas.openxmlformats.org/drawingml/2006/main">
              <a:ext uri="{FF2B5EF4-FFF2-40B4-BE49-F238E27FC236}">
                <a16:creationId xmlns:a16="http://schemas.microsoft.com/office/drawing/2014/main" id="{153C8868-67E6-4BF5-88E8-B61735324D33}"/>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19" name="progress-255">
            <a:extLst xmlns:a="http://schemas.openxmlformats.org/drawingml/2006/main">
              <a:ext uri="{FF2B5EF4-FFF2-40B4-BE49-F238E27FC236}">
                <a16:creationId xmlns:a16="http://schemas.microsoft.com/office/drawing/2014/main" id="{22F4E16B-0112-4FDB-87C9-F7303D62F39F}"/>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0" name="progress-256">
            <a:extLst xmlns:a="http://schemas.openxmlformats.org/drawingml/2006/main">
              <a:ext uri="{FF2B5EF4-FFF2-40B4-BE49-F238E27FC236}">
                <a16:creationId xmlns:a16="http://schemas.microsoft.com/office/drawing/2014/main" id="{768997D9-D14E-42A2-B7C9-8E2C4A17DA75}"/>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1" name="progress-257">
            <a:extLst xmlns:a="http://schemas.openxmlformats.org/drawingml/2006/main">
              <a:ext uri="{FF2B5EF4-FFF2-40B4-BE49-F238E27FC236}">
                <a16:creationId xmlns:a16="http://schemas.microsoft.com/office/drawing/2014/main" id="{6826515F-75B1-4402-99E2-0F2104D8F91D}"/>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2" name="text-258">
            <a:extLst xmlns:a="http://schemas.openxmlformats.org/drawingml/2006/main">
              <a:ext uri="{FF2B5EF4-FFF2-40B4-BE49-F238E27FC236}">
                <a16:creationId xmlns:a16="http://schemas.microsoft.com/office/drawing/2014/main" id="{BADE5021-645C-49D4-9F1B-1C4361A41AFA}"/>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12 / 50</a:t>
            </a:r>
          </a:p>
        </p:txBody>
      </p:sp>
    </p:spTree>
    <p:extLst>
      <p:ext uri="{BB962C8B-B14F-4D97-AF65-F5344CB8AC3E}">
        <p14:creationId xmlns:p14="http://schemas.microsoft.com/office/powerpoint/2010/main" val="1907865577"/>
      </p:ext>
    </p:extLst>
  </p:cSld>
</p:sld>
</file>

<file path=ppt/slides/slide13.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5" name="text-259">
            <a:extLst xmlns:a="http://schemas.openxmlformats.org/drawingml/2006/main">
              <a:ext uri="{FF2B5EF4-FFF2-40B4-BE49-F238E27FC236}">
                <a16:creationId xmlns:a16="http://schemas.microsoft.com/office/drawing/2014/main" id="{07BFA4CB-738E-43A8-AA61-2B6C7B8BD03C}"/>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f5da8c0e6d3e4fa7"/>
              </a:rPr>
              <a:t>⌂</a:t>
            </a:r>
          </a:p>
        </p:txBody>
      </p:sp>
      <p:sp>
        <p:nvSpPr>
          <p:cNvPr id="2" name="title-260">
            <a:extLst xmlns:a="http://schemas.openxmlformats.org/drawingml/2006/main">
              <a:ext uri="{FF2B5EF4-FFF2-40B4-BE49-F238E27FC236}">
                <a16:creationId xmlns:a16="http://schemas.microsoft.com/office/drawing/2014/main" id="{66B02AF6-77C9-4C88-9002-EC724F8C72FE}"/>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Third sentence · Against</a:t>
            </a:r>
          </a:p>
        </p:txBody>
      </p:sp>
      <p:sp>
        <p:nvSpPr>
          <p:cNvPr id="3" name="text-261">
            <a:extLst xmlns:a="http://schemas.openxmlformats.org/drawingml/2006/main">
              <a:ext uri="{FF2B5EF4-FFF2-40B4-BE49-F238E27FC236}">
                <a16:creationId xmlns:a16="http://schemas.microsoft.com/office/drawing/2014/main" id="{31351306-47A7-4412-A691-8E32CBC8880A}"/>
              </a:ext>
            </a:extLst>
          </p:cNvPr>
          <p:cNvSpPr>
            <a:spLocks xmlns:a="http://schemas.openxmlformats.org/drawingml/2006/main" noGrp="1"/>
          </p:cNvSpPr>
          <p:nvPr/>
        </p:nvSpPr>
        <p:spPr>
          <a:xfrm xmlns:a="http://schemas.openxmlformats.org/drawingml/2006/main">
            <a:off x="2794159" y="1562100"/>
            <a:ext cx="8539162"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038" b="1">
                <a:solidFill>
                  <a:srgbClr val="F7F7F2"/>
                </a:solidFill>
                <a:latin typeface="Nunito"/>
                <a:ea typeface="Nunito"/>
                <a:cs typeface="Nunito"/>
              </a:defRPr>
            </a:pPr>
            <a:r>
              <a:rPr sz="3038" b="1">
                <a:solidFill>
                  <a:srgbClr val="F7F7F2"/>
                </a:solidFill>
                <a:latin typeface="Nunito"/>
                <a:ea typeface="Nunito"/>
                <a:cs typeface="Nunito"/>
              </a:rPr>
              <a:t>On the one hand, ...</a:t>
            </a:r>
          </a:p>
        </p:txBody>
      </p:sp>
      <p:sp>
        <p:nvSpPr>
          <p:cNvPr id="4" name="text-262">
            <a:extLst xmlns:a="http://schemas.openxmlformats.org/drawingml/2006/main">
              <a:ext uri="{FF2B5EF4-FFF2-40B4-BE49-F238E27FC236}">
                <a16:creationId xmlns:a16="http://schemas.microsoft.com/office/drawing/2014/main" id="{A9B84F44-4A2D-45DE-B321-2BBCBFEDA655}"/>
              </a:ext>
            </a:extLst>
          </p:cNvPr>
          <p:cNvSpPr>
            <a:spLocks xmlns:a="http://schemas.openxmlformats.org/drawingml/2006/main" noGrp="1"/>
          </p:cNvSpPr>
          <p:nvPr/>
        </p:nvSpPr>
        <p:spPr>
          <a:xfrm xmlns:a="http://schemas.openxmlformats.org/drawingml/2006/main">
            <a:off x="2871788" y="3143250"/>
            <a:ext cx="838390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93" b="1">
                <a:solidFill>
                  <a:srgbClr val="A9BDD2"/>
                </a:solidFill>
                <a:latin typeface="Nunito"/>
                <a:ea typeface="Nunito"/>
                <a:cs typeface="Nunito"/>
              </a:defRPr>
            </a:pPr>
            <a:r>
              <a:rPr sz="2093" b="1">
                <a:solidFill>
                  <a:srgbClr val="A9BDD2"/>
                </a:solidFill>
                <a:latin typeface="Nunito"/>
                <a:ea typeface="Nunito"/>
                <a:cs typeface="Nunito"/>
              </a:rPr>
              <a:t>What may happen if some players make mistakes?</a:t>
            </a:r>
          </a:p>
        </p:txBody>
      </p:sp>
      <p:sp>
        <p:nvSpPr>
          <p:cNvPr id="5" name="text-263">
            <a:extLst xmlns:a="http://schemas.openxmlformats.org/drawingml/2006/main">
              <a:ext uri="{FF2B5EF4-FFF2-40B4-BE49-F238E27FC236}">
                <a16:creationId xmlns:a16="http://schemas.microsoft.com/office/drawing/2014/main" id="{6F22F564-CD71-47E4-81C1-20DB624129A5}"/>
              </a:ext>
            </a:extLst>
          </p:cNvPr>
          <p:cNvSpPr>
            <a:spLocks xmlns:a="http://schemas.openxmlformats.org/drawingml/2006/main" noGrp="1"/>
          </p:cNvSpPr>
          <p:nvPr/>
        </p:nvSpPr>
        <p:spPr>
          <a:xfrm xmlns:a="http://schemas.openxmlformats.org/drawingml/2006/main">
            <a:off x="2871788" y="4343400"/>
            <a:ext cx="838390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5738" b="1">
                <a:solidFill>
                  <a:srgbClr val="FFC857"/>
                </a:solidFill>
                <a:latin typeface="Nunito"/>
                <a:ea typeface="Nunito"/>
                <a:cs typeface="Nunito"/>
              </a:defRPr>
            </a:pPr>
            <a:r>
              <a:rPr sz="5738" b="1">
                <a:solidFill>
                  <a:srgbClr val="FFC857"/>
                </a:solidFill>
                <a:latin typeface="Nunito"/>
                <a:ea typeface="Nunito"/>
                <a:cs typeface="Nunito"/>
              </a:rPr>
              <a:t>00:45</a:t>
            </a:r>
          </a:p>
        </p:txBody>
      </p:sp>
      <p:sp>
        <p:nvSpPr>
          <p:cNvPr id="6" name="text-264">
            <a:extLst xmlns:a="http://schemas.openxmlformats.org/drawingml/2006/main">
              <a:ext uri="{FF2B5EF4-FFF2-40B4-BE49-F238E27FC236}">
                <a16:creationId xmlns:a16="http://schemas.microsoft.com/office/drawing/2014/main" id="{1E6EBE37-9D47-4BFE-B950-530502F293BD}"/>
              </a:ext>
            </a:extLst>
          </p:cNvPr>
          <p:cNvSpPr>
            <a:spLocks xmlns:a="http://schemas.openxmlformats.org/drawingml/2006/main" noGrp="1"/>
          </p:cNvSpPr>
          <p:nvPr/>
        </p:nvSpPr>
        <p:spPr>
          <a:xfrm xmlns:a="http://schemas.openxmlformats.org/drawingml/2006/main">
            <a:off x="2871788" y="5553075"/>
            <a:ext cx="838390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20" b="1">
                <a:solidFill>
                  <a:srgbClr val="4EE5FF"/>
                </a:solidFill>
                <a:latin typeface="Nunito"/>
                <a:ea typeface="Nunito"/>
                <a:cs typeface="Nunito"/>
              </a:defRPr>
            </a:pPr>
            <a:r>
              <a:rPr sz="1620" b="1">
                <a:solidFill>
                  <a:srgbClr val="4EE5FF"/>
                </a:solidFill>
                <a:latin typeface="Nunito"/>
                <a:ea typeface="Nunito"/>
                <a:cs typeface="Nunito"/>
                <a:hlinkClick xmlns:r="http://schemas.openxmlformats.org/officeDocument/2006/relationships" r:id="Rf04d81d0e4834a7a"/>
              </a:rPr>
              <a:t>Live timer on the website</a:t>
            </a:r>
          </a:p>
        </p:txBody>
      </p:sp>
      <p:sp>
        <p:nvSpPr>
          <p:cNvPr id="7" name="progress-265">
            <a:extLst xmlns:a="http://schemas.openxmlformats.org/drawingml/2006/main">
              <a:ext uri="{FF2B5EF4-FFF2-40B4-BE49-F238E27FC236}">
                <a16:creationId xmlns:a16="http://schemas.microsoft.com/office/drawing/2014/main" id="{620BE73C-926C-4F28-9795-895610C33F60}"/>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8" name="progress-266">
            <a:extLst xmlns:a="http://schemas.openxmlformats.org/drawingml/2006/main">
              <a:ext uri="{FF2B5EF4-FFF2-40B4-BE49-F238E27FC236}">
                <a16:creationId xmlns:a16="http://schemas.microsoft.com/office/drawing/2014/main" id="{D6780B94-6396-4136-9944-9E4347209E84}"/>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2 / 10</a:t>
            </a:r>
          </a:p>
        </p:txBody>
      </p:sp>
      <p:sp>
        <p:nvSpPr>
          <p:cNvPr id="9" name="progress-267">
            <a:extLst xmlns:a="http://schemas.openxmlformats.org/drawingml/2006/main">
              <a:ext uri="{FF2B5EF4-FFF2-40B4-BE49-F238E27FC236}">
                <a16:creationId xmlns:a16="http://schemas.microsoft.com/office/drawing/2014/main" id="{17B7D9E6-DDBD-4898-A8A5-16DD0A441A39}"/>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0" name="progress-268">
            <a:extLst xmlns:a="http://schemas.openxmlformats.org/drawingml/2006/main">
              <a:ext uri="{FF2B5EF4-FFF2-40B4-BE49-F238E27FC236}">
                <a16:creationId xmlns:a16="http://schemas.microsoft.com/office/drawing/2014/main" id="{E1163839-A78F-47A2-816B-6C64080462C0}"/>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25</a:t>
            </a:r>
          </a:p>
        </p:txBody>
      </p:sp>
      <p:sp>
        <p:nvSpPr>
          <p:cNvPr id="11" name="progress-269">
            <a:extLst xmlns:a="http://schemas.openxmlformats.org/drawingml/2006/main">
              <a:ext uri="{FF2B5EF4-FFF2-40B4-BE49-F238E27FC236}">
                <a16:creationId xmlns:a16="http://schemas.microsoft.com/office/drawing/2014/main" id="{A740A99E-8D2B-4C70-952B-AB27CFACD545}"/>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2" name="sidebar-divider">
            <a:extLst xmlns:a="http://schemas.openxmlformats.org/drawingml/2006/main">
              <a:ext uri="{FF2B5EF4-FFF2-40B4-BE49-F238E27FC236}">
                <a16:creationId xmlns:a16="http://schemas.microsoft.com/office/drawing/2014/main" id="{D41F5E2D-F583-40A1-B8DC-021B7E699E75}"/>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3" name="progress-270">
            <a:extLst xmlns:a="http://schemas.openxmlformats.org/drawingml/2006/main">
              <a:ext uri="{FF2B5EF4-FFF2-40B4-BE49-F238E27FC236}">
                <a16:creationId xmlns:a16="http://schemas.microsoft.com/office/drawing/2014/main" id="{32BBFFF1-AB0F-4635-834E-A4D3D05572E5}"/>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4" name="progress-271">
            <a:extLst xmlns:a="http://schemas.openxmlformats.org/drawingml/2006/main">
              <a:ext uri="{FF2B5EF4-FFF2-40B4-BE49-F238E27FC236}">
                <a16:creationId xmlns:a16="http://schemas.microsoft.com/office/drawing/2014/main" id="{83DDC0E8-C136-4492-B06D-B99EB7F40A6C}"/>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5" name="progress-272">
            <a:extLst xmlns:a="http://schemas.openxmlformats.org/drawingml/2006/main">
              <a:ext uri="{FF2B5EF4-FFF2-40B4-BE49-F238E27FC236}">
                <a16:creationId xmlns:a16="http://schemas.microsoft.com/office/drawing/2014/main" id="{C0702363-0E6F-4FA8-86CC-7D8E3B899BC0}"/>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4EE5FF"/>
                </a:solidFill>
                <a:latin typeface="Nunito"/>
                <a:ea typeface="Nunito"/>
                <a:cs typeface="Nunito"/>
              </a:defRPr>
            </a:pPr>
            <a:r>
              <a:rPr sz="1275" b="1">
                <a:solidFill>
                  <a:srgbClr val="4EE5FF"/>
                </a:solidFill>
                <a:latin typeface="Nunito"/>
                <a:ea typeface="Nunito"/>
                <a:cs typeface="Nunito"/>
              </a:rPr>
              <a:t>› 3. Against</a:t>
            </a:r>
          </a:p>
        </p:txBody>
      </p:sp>
      <p:sp>
        <p:nvSpPr>
          <p:cNvPr id="16" name="progress-273">
            <a:extLst xmlns:a="http://schemas.openxmlformats.org/drawingml/2006/main">
              <a:ext uri="{FF2B5EF4-FFF2-40B4-BE49-F238E27FC236}">
                <a16:creationId xmlns:a16="http://schemas.microsoft.com/office/drawing/2014/main" id="{6D67C841-E184-4EDF-97D3-F8533C521C2E}"/>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4. If + since</a:t>
            </a:r>
          </a:p>
        </p:txBody>
      </p:sp>
      <p:sp>
        <p:nvSpPr>
          <p:cNvPr id="17" name="progress-274">
            <a:extLst xmlns:a="http://schemas.openxmlformats.org/drawingml/2006/main">
              <a:ext uri="{FF2B5EF4-FFF2-40B4-BE49-F238E27FC236}">
                <a16:creationId xmlns:a16="http://schemas.microsoft.com/office/drawing/2014/main" id="{0C264C74-9D2F-4B50-84D9-A38A75A36D15}"/>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5. For</a:t>
            </a:r>
          </a:p>
        </p:txBody>
      </p:sp>
      <p:sp>
        <p:nvSpPr>
          <p:cNvPr id="18" name="progress-275">
            <a:extLst xmlns:a="http://schemas.openxmlformats.org/drawingml/2006/main">
              <a:ext uri="{FF2B5EF4-FFF2-40B4-BE49-F238E27FC236}">
                <a16:creationId xmlns:a16="http://schemas.microsoft.com/office/drawing/2014/main" id="{C2203107-146D-468D-9ABA-807EC00B9145}"/>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19" name="progress-276">
            <a:extLst xmlns:a="http://schemas.openxmlformats.org/drawingml/2006/main">
              <a:ext uri="{FF2B5EF4-FFF2-40B4-BE49-F238E27FC236}">
                <a16:creationId xmlns:a16="http://schemas.microsoft.com/office/drawing/2014/main" id="{FAC2C901-1DA3-455E-98DE-B44AAF64950D}"/>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20" name="progress-277">
            <a:extLst xmlns:a="http://schemas.openxmlformats.org/drawingml/2006/main">
              <a:ext uri="{FF2B5EF4-FFF2-40B4-BE49-F238E27FC236}">
                <a16:creationId xmlns:a16="http://schemas.microsoft.com/office/drawing/2014/main" id="{E0B63D6E-D526-412F-8E9D-30EDFBDF4F3A}"/>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21" name="progress-278">
            <a:extLst xmlns:a="http://schemas.openxmlformats.org/drawingml/2006/main">
              <a:ext uri="{FF2B5EF4-FFF2-40B4-BE49-F238E27FC236}">
                <a16:creationId xmlns:a16="http://schemas.microsoft.com/office/drawing/2014/main" id="{AE6BF03E-5578-495B-94F4-1CF5F8B3BB4A}"/>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2" name="progress-279">
            <a:extLst xmlns:a="http://schemas.openxmlformats.org/drawingml/2006/main">
              <a:ext uri="{FF2B5EF4-FFF2-40B4-BE49-F238E27FC236}">
                <a16:creationId xmlns:a16="http://schemas.microsoft.com/office/drawing/2014/main" id="{81AE9738-1CA6-47C8-BFA0-37F6BD7620CF}"/>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3" name="progress-280">
            <a:extLst xmlns:a="http://schemas.openxmlformats.org/drawingml/2006/main">
              <a:ext uri="{FF2B5EF4-FFF2-40B4-BE49-F238E27FC236}">
                <a16:creationId xmlns:a16="http://schemas.microsoft.com/office/drawing/2014/main" id="{BCDAB8CF-84B9-459D-85B4-190CEC82C27E}"/>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4" name="text-281">
            <a:extLst xmlns:a="http://schemas.openxmlformats.org/drawingml/2006/main">
              <a:ext uri="{FF2B5EF4-FFF2-40B4-BE49-F238E27FC236}">
                <a16:creationId xmlns:a16="http://schemas.microsoft.com/office/drawing/2014/main" id="{7759A8C0-6C8D-4548-BF91-692100B36544}"/>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13 / 50</a:t>
            </a:r>
          </a:p>
        </p:txBody>
      </p:sp>
    </p:spTree>
    <p:extLst>
      <p:ext uri="{BB962C8B-B14F-4D97-AF65-F5344CB8AC3E}">
        <p14:creationId xmlns:p14="http://schemas.microsoft.com/office/powerpoint/2010/main" val="572036452"/>
      </p:ext>
    </p:extLst>
  </p:cSld>
</p:sld>
</file>

<file path=ppt/slides/slide14.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4" name="text-282">
            <a:extLst xmlns:a="http://schemas.openxmlformats.org/drawingml/2006/main">
              <a:ext uri="{FF2B5EF4-FFF2-40B4-BE49-F238E27FC236}">
                <a16:creationId xmlns:a16="http://schemas.microsoft.com/office/drawing/2014/main" id="{F8F33EBF-412D-43C2-B22F-3609ECDE1686}"/>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ebc8bf16f1b94c07"/>
              </a:rPr>
              <a:t>⌂</a:t>
            </a:r>
          </a:p>
        </p:txBody>
      </p:sp>
      <p:sp>
        <p:nvSpPr>
          <p:cNvPr id="2" name="title-283">
            <a:extLst xmlns:a="http://schemas.openxmlformats.org/drawingml/2006/main">
              <a:ext uri="{FF2B5EF4-FFF2-40B4-BE49-F238E27FC236}">
                <a16:creationId xmlns:a16="http://schemas.microsoft.com/office/drawing/2014/main" id="{E84C1F27-13EF-4B2E-A23A-7A55D86649DD}"/>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Third sentence · Our essay so far</a:t>
            </a:r>
          </a:p>
        </p:txBody>
      </p:sp>
      <p:sp>
        <p:nvSpPr>
          <p:cNvPr id="3" name="text-284">
            <a:extLst xmlns:a="http://schemas.openxmlformats.org/drawingml/2006/main">
              <a:ext uri="{FF2B5EF4-FFF2-40B4-BE49-F238E27FC236}">
                <a16:creationId xmlns:a16="http://schemas.microsoft.com/office/drawing/2014/main" id="{9FE33D0B-C35E-458B-8A73-0ABD36B5BB47}"/>
              </a:ext>
            </a:extLst>
          </p:cNvPr>
          <p:cNvSpPr>
            <a:spLocks xmlns:a="http://schemas.openxmlformats.org/drawingml/2006/main" noGrp="1"/>
          </p:cNvSpPr>
          <p:nvPr/>
        </p:nvSpPr>
        <p:spPr>
          <a:xfrm xmlns:a="http://schemas.openxmlformats.org/drawingml/2006/main">
            <a:off x="2778633" y="1257300"/>
            <a:ext cx="8570214"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School games are part of school life, but some students play better than others. I claim that every student should have a chance to play.</a:t>
            </a:r>
          </a:p>
        </p:txBody>
      </p:sp>
      <p:sp>
        <p:nvSpPr>
          <p:cNvPr id="4" name="text-285">
            <a:extLst xmlns:a="http://schemas.openxmlformats.org/drawingml/2006/main">
              <a:ext uri="{FF2B5EF4-FFF2-40B4-BE49-F238E27FC236}">
                <a16:creationId xmlns:a16="http://schemas.microsoft.com/office/drawing/2014/main" id="{7965BBAF-F245-4D56-BEDE-E6ACC536531C}"/>
              </a:ext>
            </a:extLst>
          </p:cNvPr>
          <p:cNvSpPr>
            <a:spLocks xmlns:a="http://schemas.openxmlformats.org/drawingml/2006/main" noGrp="1"/>
          </p:cNvSpPr>
          <p:nvPr/>
        </p:nvSpPr>
        <p:spPr>
          <a:xfrm xmlns:a="http://schemas.openxmlformats.org/drawingml/2006/main">
            <a:off x="2778633" y="2143125"/>
            <a:ext cx="8570214"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On the one hand, some students may make more mistakes during games.</a:t>
            </a:r>
          </a:p>
        </p:txBody>
      </p:sp>
      <p:sp>
        <p:nvSpPr>
          <p:cNvPr id="5" name="text-286">
            <a:extLst xmlns:a="http://schemas.openxmlformats.org/drawingml/2006/main">
              <a:ext uri="{FF2B5EF4-FFF2-40B4-BE49-F238E27FC236}">
                <a16:creationId xmlns:a16="http://schemas.microsoft.com/office/drawing/2014/main" id="{28406254-3C7C-455A-B5E6-3C73A2DB2D0D}"/>
              </a:ext>
            </a:extLst>
          </p:cNvPr>
          <p:cNvSpPr>
            <a:spLocks xmlns:a="http://schemas.openxmlformats.org/drawingml/2006/main" noGrp="1"/>
          </p:cNvSpPr>
          <p:nvPr/>
        </p:nvSpPr>
        <p:spPr>
          <a:xfrm xmlns:a="http://schemas.openxmlformats.org/drawingml/2006/main">
            <a:off x="2794159" y="5934075"/>
            <a:ext cx="8539162"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85" b="1">
                <a:solidFill>
                  <a:srgbClr val="DFFF5B"/>
                </a:solidFill>
                <a:latin typeface="Nunito"/>
                <a:ea typeface="Nunito"/>
                <a:cs typeface="Nunito"/>
              </a:defRPr>
            </a:pPr>
            <a:r>
              <a:rPr sz="1485" b="1">
                <a:solidFill>
                  <a:srgbClr val="DFFF5B"/>
                </a:solidFill>
                <a:latin typeface="Nunito"/>
                <a:ea typeface="Nunito"/>
                <a:cs typeface="Nunito"/>
              </a:rPr>
              <a:t>3/10 sentences · 37 words</a:t>
            </a:r>
          </a:p>
        </p:txBody>
      </p:sp>
      <p:sp>
        <p:nvSpPr>
          <p:cNvPr id="6" name="progress-287">
            <a:extLst xmlns:a="http://schemas.openxmlformats.org/drawingml/2006/main">
              <a:ext uri="{FF2B5EF4-FFF2-40B4-BE49-F238E27FC236}">
                <a16:creationId xmlns:a16="http://schemas.microsoft.com/office/drawing/2014/main" id="{A140A9EA-9965-4608-8B92-DC87E7240C0D}"/>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7" name="progress-288">
            <a:extLst xmlns:a="http://schemas.openxmlformats.org/drawingml/2006/main">
              <a:ext uri="{FF2B5EF4-FFF2-40B4-BE49-F238E27FC236}">
                <a16:creationId xmlns:a16="http://schemas.microsoft.com/office/drawing/2014/main" id="{C837EAE0-C639-427D-93A1-F9A3742A905F}"/>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3 / 10</a:t>
            </a:r>
          </a:p>
        </p:txBody>
      </p:sp>
      <p:sp>
        <p:nvSpPr>
          <p:cNvPr id="8" name="progress-289">
            <a:extLst xmlns:a="http://schemas.openxmlformats.org/drawingml/2006/main">
              <a:ext uri="{FF2B5EF4-FFF2-40B4-BE49-F238E27FC236}">
                <a16:creationId xmlns:a16="http://schemas.microsoft.com/office/drawing/2014/main" id="{A2CF6E2B-4CD5-4E10-BC80-7AD807FB623B}"/>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9" name="progress-290">
            <a:extLst xmlns:a="http://schemas.openxmlformats.org/drawingml/2006/main">
              <a:ext uri="{FF2B5EF4-FFF2-40B4-BE49-F238E27FC236}">
                <a16:creationId xmlns:a16="http://schemas.microsoft.com/office/drawing/2014/main" id="{24ECDBBB-040B-487E-9696-9F55A7B5A8AE}"/>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37</a:t>
            </a:r>
          </a:p>
        </p:txBody>
      </p:sp>
      <p:sp>
        <p:nvSpPr>
          <p:cNvPr id="10" name="progress-291">
            <a:extLst xmlns:a="http://schemas.openxmlformats.org/drawingml/2006/main">
              <a:ext uri="{FF2B5EF4-FFF2-40B4-BE49-F238E27FC236}">
                <a16:creationId xmlns:a16="http://schemas.microsoft.com/office/drawing/2014/main" id="{5C3F6E44-DAE2-4A86-846D-75366F2A4711}"/>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1" name="sidebar-divider">
            <a:extLst xmlns:a="http://schemas.openxmlformats.org/drawingml/2006/main">
              <a:ext uri="{FF2B5EF4-FFF2-40B4-BE49-F238E27FC236}">
                <a16:creationId xmlns:a16="http://schemas.microsoft.com/office/drawing/2014/main" id="{4A02E16A-58C4-4A6B-AEC6-3635A204E923}"/>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2" name="progress-292">
            <a:extLst xmlns:a="http://schemas.openxmlformats.org/drawingml/2006/main">
              <a:ext uri="{FF2B5EF4-FFF2-40B4-BE49-F238E27FC236}">
                <a16:creationId xmlns:a16="http://schemas.microsoft.com/office/drawing/2014/main" id="{92A2002C-7DF0-4132-ABCD-EF71B0987247}"/>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3" name="progress-293">
            <a:extLst xmlns:a="http://schemas.openxmlformats.org/drawingml/2006/main">
              <a:ext uri="{FF2B5EF4-FFF2-40B4-BE49-F238E27FC236}">
                <a16:creationId xmlns:a16="http://schemas.microsoft.com/office/drawing/2014/main" id="{0CE122D7-A78E-4BF9-A5D0-BEF05D3C194B}"/>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4" name="progress-294">
            <a:extLst xmlns:a="http://schemas.openxmlformats.org/drawingml/2006/main">
              <a:ext uri="{FF2B5EF4-FFF2-40B4-BE49-F238E27FC236}">
                <a16:creationId xmlns:a16="http://schemas.microsoft.com/office/drawing/2014/main" id="{F272772E-F0D5-44D6-B8C0-9C586EE01796}"/>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5" name="progress-295">
            <a:extLst xmlns:a="http://schemas.openxmlformats.org/drawingml/2006/main">
              <a:ext uri="{FF2B5EF4-FFF2-40B4-BE49-F238E27FC236}">
                <a16:creationId xmlns:a16="http://schemas.microsoft.com/office/drawing/2014/main" id="{6ED6B04C-A13C-4156-8545-169BD294BF11}"/>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4. If + since</a:t>
            </a:r>
          </a:p>
        </p:txBody>
      </p:sp>
      <p:sp>
        <p:nvSpPr>
          <p:cNvPr id="16" name="progress-296">
            <a:extLst xmlns:a="http://schemas.openxmlformats.org/drawingml/2006/main">
              <a:ext uri="{FF2B5EF4-FFF2-40B4-BE49-F238E27FC236}">
                <a16:creationId xmlns:a16="http://schemas.microsoft.com/office/drawing/2014/main" id="{FAB75FE1-A703-429C-91AF-B8D026E1E6C9}"/>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5. For</a:t>
            </a:r>
          </a:p>
        </p:txBody>
      </p:sp>
      <p:sp>
        <p:nvSpPr>
          <p:cNvPr id="17" name="progress-297">
            <a:extLst xmlns:a="http://schemas.openxmlformats.org/drawingml/2006/main">
              <a:ext uri="{FF2B5EF4-FFF2-40B4-BE49-F238E27FC236}">
                <a16:creationId xmlns:a16="http://schemas.microsoft.com/office/drawing/2014/main" id="{E91FC62E-EF60-45A0-935B-71F699614C3E}"/>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18" name="progress-298">
            <a:extLst xmlns:a="http://schemas.openxmlformats.org/drawingml/2006/main">
              <a:ext uri="{FF2B5EF4-FFF2-40B4-BE49-F238E27FC236}">
                <a16:creationId xmlns:a16="http://schemas.microsoft.com/office/drawing/2014/main" id="{0733DE9E-1688-4961-92F8-AED708FE5EF7}"/>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19" name="progress-299">
            <a:extLst xmlns:a="http://schemas.openxmlformats.org/drawingml/2006/main">
              <a:ext uri="{FF2B5EF4-FFF2-40B4-BE49-F238E27FC236}">
                <a16:creationId xmlns:a16="http://schemas.microsoft.com/office/drawing/2014/main" id="{F52012CB-C7DA-4A5A-ADE4-920275129811}"/>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20" name="progress-300">
            <a:extLst xmlns:a="http://schemas.openxmlformats.org/drawingml/2006/main">
              <a:ext uri="{FF2B5EF4-FFF2-40B4-BE49-F238E27FC236}">
                <a16:creationId xmlns:a16="http://schemas.microsoft.com/office/drawing/2014/main" id="{759F7776-2383-43F1-A08A-4D148E10A531}"/>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1" name="progress-301">
            <a:extLst xmlns:a="http://schemas.openxmlformats.org/drawingml/2006/main">
              <a:ext uri="{FF2B5EF4-FFF2-40B4-BE49-F238E27FC236}">
                <a16:creationId xmlns:a16="http://schemas.microsoft.com/office/drawing/2014/main" id="{D0052F50-9967-496F-BEAF-3BBE41A04D22}"/>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2" name="progress-302">
            <a:extLst xmlns:a="http://schemas.openxmlformats.org/drawingml/2006/main">
              <a:ext uri="{FF2B5EF4-FFF2-40B4-BE49-F238E27FC236}">
                <a16:creationId xmlns:a16="http://schemas.microsoft.com/office/drawing/2014/main" id="{8EF0089F-6364-4154-B7D4-B960F9A702EB}"/>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3" name="text-303">
            <a:extLst xmlns:a="http://schemas.openxmlformats.org/drawingml/2006/main">
              <a:ext uri="{FF2B5EF4-FFF2-40B4-BE49-F238E27FC236}">
                <a16:creationId xmlns:a16="http://schemas.microsoft.com/office/drawing/2014/main" id="{9788A6B1-83B8-464F-B346-48E3E6DAADDC}"/>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14 / 50</a:t>
            </a:r>
          </a:p>
        </p:txBody>
      </p:sp>
    </p:spTree>
    <p:extLst>
      <p:ext uri="{BB962C8B-B14F-4D97-AF65-F5344CB8AC3E}">
        <p14:creationId xmlns:p14="http://schemas.microsoft.com/office/powerpoint/2010/main" val="879208655"/>
      </p:ext>
    </p:extLst>
  </p:cSld>
</p:sld>
</file>

<file path=ppt/slides/slide15.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3" name="text-304">
            <a:extLst xmlns:a="http://schemas.openxmlformats.org/drawingml/2006/main">
              <a:ext uri="{FF2B5EF4-FFF2-40B4-BE49-F238E27FC236}">
                <a16:creationId xmlns:a16="http://schemas.microsoft.com/office/drawing/2014/main" id="{42FA0764-AC4E-41D9-80D6-2B63E71EFE0C}"/>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d2c94e257c7c43d2"/>
              </a:rPr>
              <a:t>⌂</a:t>
            </a:r>
          </a:p>
        </p:txBody>
      </p:sp>
      <p:sp>
        <p:nvSpPr>
          <p:cNvPr id="2" name="title-305">
            <a:extLst xmlns:a="http://schemas.openxmlformats.org/drawingml/2006/main">
              <a:ext uri="{FF2B5EF4-FFF2-40B4-BE49-F238E27FC236}">
                <a16:creationId xmlns:a16="http://schemas.microsoft.com/office/drawing/2014/main" id="{F82D48DA-225C-45D0-899B-ECB7FA7453CA}"/>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First Conditional</a:t>
            </a:r>
          </a:p>
        </p:txBody>
      </p:sp>
      <p:sp>
        <p:nvSpPr>
          <p:cNvPr id="3" name="text-306">
            <a:extLst xmlns:a="http://schemas.openxmlformats.org/drawingml/2006/main">
              <a:ext uri="{FF2B5EF4-FFF2-40B4-BE49-F238E27FC236}">
                <a16:creationId xmlns:a16="http://schemas.microsoft.com/office/drawing/2014/main" id="{E38B10FF-67CC-4FB3-8485-395A61A7BF19}"/>
              </a:ext>
            </a:extLst>
          </p:cNvPr>
          <p:cNvSpPr>
            <a:spLocks xmlns:a="http://schemas.openxmlformats.org/drawingml/2006/main" noGrp="1"/>
          </p:cNvSpPr>
          <p:nvPr/>
        </p:nvSpPr>
        <p:spPr>
          <a:xfrm xmlns:a="http://schemas.openxmlformats.org/drawingml/2006/main">
            <a:off x="2755344" y="1438275"/>
            <a:ext cx="8616791"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105" b="1">
                <a:solidFill>
                  <a:srgbClr val="F7F7F2"/>
                </a:solidFill>
                <a:latin typeface="Nunito"/>
                <a:ea typeface="Nunito"/>
                <a:cs typeface="Nunito"/>
              </a:defRPr>
            </a:pPr>
            <a:r>
              <a:rPr sz="3105" b="1">
                <a:solidFill>
                  <a:srgbClr val="F7F7F2"/>
                </a:solidFill>
                <a:latin typeface="Nunito"/>
                <a:ea typeface="Nunito"/>
                <a:cs typeface="Nunito"/>
              </a:rPr>
              <a:t>If + Present Simple, will + verb</a:t>
            </a:r>
          </a:p>
        </p:txBody>
      </p:sp>
      <p:sp>
        <p:nvSpPr>
          <p:cNvPr id="4" name="text-307">
            <a:extLst xmlns:a="http://schemas.openxmlformats.org/drawingml/2006/main">
              <a:ext uri="{FF2B5EF4-FFF2-40B4-BE49-F238E27FC236}">
                <a16:creationId xmlns:a16="http://schemas.microsoft.com/office/drawing/2014/main" id="{2326705A-5D6D-45A2-B40F-AF37824F85E2}"/>
              </a:ext>
            </a:extLst>
          </p:cNvPr>
          <p:cNvSpPr>
            <a:spLocks xmlns:a="http://schemas.openxmlformats.org/drawingml/2006/main" noGrp="1"/>
          </p:cNvSpPr>
          <p:nvPr/>
        </p:nvSpPr>
        <p:spPr>
          <a:xfrm xmlns:a="http://schemas.openxmlformats.org/drawingml/2006/main">
            <a:off x="2809685" y="4524375"/>
            <a:ext cx="8508111"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A9BDD2"/>
                </a:solidFill>
                <a:latin typeface="Nunito"/>
                <a:ea typeface="Nunito"/>
                <a:cs typeface="Nunito"/>
              </a:defRPr>
            </a:pPr>
            <a:r>
              <a:rPr sz="2228" b="1">
                <a:solidFill>
                  <a:srgbClr val="A9BDD2"/>
                </a:solidFill>
                <a:latin typeface="Nunito"/>
                <a:ea typeface="Nunito"/>
                <a:cs typeface="Nunito"/>
              </a:rPr>
              <a:t>A possible condition and result. No will after if.</a:t>
            </a:r>
          </a:p>
        </p:txBody>
      </p:sp>
      <p:sp>
        <p:nvSpPr>
          <p:cNvPr id="5" name="progress-308">
            <a:extLst xmlns:a="http://schemas.openxmlformats.org/drawingml/2006/main">
              <a:ext uri="{FF2B5EF4-FFF2-40B4-BE49-F238E27FC236}">
                <a16:creationId xmlns:a16="http://schemas.microsoft.com/office/drawing/2014/main" id="{6FAACC95-64EC-455C-B73C-26027769BEF9}"/>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6" name="progress-309">
            <a:extLst xmlns:a="http://schemas.openxmlformats.org/drawingml/2006/main">
              <a:ext uri="{FF2B5EF4-FFF2-40B4-BE49-F238E27FC236}">
                <a16:creationId xmlns:a16="http://schemas.microsoft.com/office/drawing/2014/main" id="{E9FEFBBD-BA2B-40BB-9377-F7BC80E31A8A}"/>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3 / 10</a:t>
            </a:r>
          </a:p>
        </p:txBody>
      </p:sp>
      <p:sp>
        <p:nvSpPr>
          <p:cNvPr id="7" name="progress-310">
            <a:extLst xmlns:a="http://schemas.openxmlformats.org/drawingml/2006/main">
              <a:ext uri="{FF2B5EF4-FFF2-40B4-BE49-F238E27FC236}">
                <a16:creationId xmlns:a16="http://schemas.microsoft.com/office/drawing/2014/main" id="{CAF60AAC-2299-4122-8CFF-67D31632456A}"/>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8" name="progress-311">
            <a:extLst xmlns:a="http://schemas.openxmlformats.org/drawingml/2006/main">
              <a:ext uri="{FF2B5EF4-FFF2-40B4-BE49-F238E27FC236}">
                <a16:creationId xmlns:a16="http://schemas.microsoft.com/office/drawing/2014/main" id="{56F0BAE4-0491-4662-AB40-E3B0894DF515}"/>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37</a:t>
            </a:r>
          </a:p>
        </p:txBody>
      </p:sp>
      <p:sp>
        <p:nvSpPr>
          <p:cNvPr id="9" name="progress-312">
            <a:extLst xmlns:a="http://schemas.openxmlformats.org/drawingml/2006/main">
              <a:ext uri="{FF2B5EF4-FFF2-40B4-BE49-F238E27FC236}">
                <a16:creationId xmlns:a16="http://schemas.microsoft.com/office/drawing/2014/main" id="{74F7550D-53B2-467D-9E29-A65F6AC7D3A4}"/>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0" name="sidebar-divider">
            <a:extLst xmlns:a="http://schemas.openxmlformats.org/drawingml/2006/main">
              <a:ext uri="{FF2B5EF4-FFF2-40B4-BE49-F238E27FC236}">
                <a16:creationId xmlns:a16="http://schemas.microsoft.com/office/drawing/2014/main" id="{5FB2676E-8F85-444B-8BE2-82E4A3D87CC5}"/>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1" name="progress-313">
            <a:extLst xmlns:a="http://schemas.openxmlformats.org/drawingml/2006/main">
              <a:ext uri="{FF2B5EF4-FFF2-40B4-BE49-F238E27FC236}">
                <a16:creationId xmlns:a16="http://schemas.microsoft.com/office/drawing/2014/main" id="{57DA76E0-5E40-49CB-A8DE-A269631F897F}"/>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2" name="progress-314">
            <a:extLst xmlns:a="http://schemas.openxmlformats.org/drawingml/2006/main">
              <a:ext uri="{FF2B5EF4-FFF2-40B4-BE49-F238E27FC236}">
                <a16:creationId xmlns:a16="http://schemas.microsoft.com/office/drawing/2014/main" id="{A44BA221-FF75-42B2-9E3B-958831172E12}"/>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3" name="progress-315">
            <a:extLst xmlns:a="http://schemas.openxmlformats.org/drawingml/2006/main">
              <a:ext uri="{FF2B5EF4-FFF2-40B4-BE49-F238E27FC236}">
                <a16:creationId xmlns:a16="http://schemas.microsoft.com/office/drawing/2014/main" id="{06D12748-B27A-4E93-B7FC-6B80080072D4}"/>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4" name="progress-316">
            <a:extLst xmlns:a="http://schemas.openxmlformats.org/drawingml/2006/main">
              <a:ext uri="{FF2B5EF4-FFF2-40B4-BE49-F238E27FC236}">
                <a16:creationId xmlns:a16="http://schemas.microsoft.com/office/drawing/2014/main" id="{2BBA5672-62E2-4579-B525-C35CFB7D00C1}"/>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4. If + since</a:t>
            </a:r>
          </a:p>
        </p:txBody>
      </p:sp>
      <p:sp>
        <p:nvSpPr>
          <p:cNvPr id="15" name="progress-317">
            <a:extLst xmlns:a="http://schemas.openxmlformats.org/drawingml/2006/main">
              <a:ext uri="{FF2B5EF4-FFF2-40B4-BE49-F238E27FC236}">
                <a16:creationId xmlns:a16="http://schemas.microsoft.com/office/drawing/2014/main" id="{39D2E00E-F5BA-4052-AEE9-9CE7CBE223BB}"/>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5. For</a:t>
            </a:r>
          </a:p>
        </p:txBody>
      </p:sp>
      <p:sp>
        <p:nvSpPr>
          <p:cNvPr id="16" name="progress-318">
            <a:extLst xmlns:a="http://schemas.openxmlformats.org/drawingml/2006/main">
              <a:ext uri="{FF2B5EF4-FFF2-40B4-BE49-F238E27FC236}">
                <a16:creationId xmlns:a16="http://schemas.microsoft.com/office/drawing/2014/main" id="{5338912E-4DE1-4F42-A217-23D27945D9B7}"/>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17" name="progress-319">
            <a:extLst xmlns:a="http://schemas.openxmlformats.org/drawingml/2006/main">
              <a:ext uri="{FF2B5EF4-FFF2-40B4-BE49-F238E27FC236}">
                <a16:creationId xmlns:a16="http://schemas.microsoft.com/office/drawing/2014/main" id="{A9A5CB02-BAE9-4465-9B08-504C2AA1AF61}"/>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18" name="progress-320">
            <a:extLst xmlns:a="http://schemas.openxmlformats.org/drawingml/2006/main">
              <a:ext uri="{FF2B5EF4-FFF2-40B4-BE49-F238E27FC236}">
                <a16:creationId xmlns:a16="http://schemas.microsoft.com/office/drawing/2014/main" id="{46CE7C4F-A393-44EE-A00D-A977BA6E3381}"/>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19" name="progress-321">
            <a:extLst xmlns:a="http://schemas.openxmlformats.org/drawingml/2006/main">
              <a:ext uri="{FF2B5EF4-FFF2-40B4-BE49-F238E27FC236}">
                <a16:creationId xmlns:a16="http://schemas.microsoft.com/office/drawing/2014/main" id="{D5544668-95DD-48E6-BAE9-C7260830D717}"/>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0" name="progress-322">
            <a:extLst xmlns:a="http://schemas.openxmlformats.org/drawingml/2006/main">
              <a:ext uri="{FF2B5EF4-FFF2-40B4-BE49-F238E27FC236}">
                <a16:creationId xmlns:a16="http://schemas.microsoft.com/office/drawing/2014/main" id="{C2FB6E0F-9CA6-4133-96A6-759614472AF6}"/>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1" name="progress-323">
            <a:extLst xmlns:a="http://schemas.openxmlformats.org/drawingml/2006/main">
              <a:ext uri="{FF2B5EF4-FFF2-40B4-BE49-F238E27FC236}">
                <a16:creationId xmlns:a16="http://schemas.microsoft.com/office/drawing/2014/main" id="{751DA8E0-B679-4533-BD59-2C26BB132651}"/>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2" name="text-324">
            <a:extLst xmlns:a="http://schemas.openxmlformats.org/drawingml/2006/main">
              <a:ext uri="{FF2B5EF4-FFF2-40B4-BE49-F238E27FC236}">
                <a16:creationId xmlns:a16="http://schemas.microsoft.com/office/drawing/2014/main" id="{380E4A4D-2936-45F9-A795-001211EABCC8}"/>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15 / 50</a:t>
            </a:r>
          </a:p>
        </p:txBody>
      </p:sp>
    </p:spTree>
    <p:extLst>
      <p:ext uri="{BB962C8B-B14F-4D97-AF65-F5344CB8AC3E}">
        <p14:creationId xmlns:p14="http://schemas.microsoft.com/office/powerpoint/2010/main" val="154136638"/>
      </p:ext>
    </p:extLst>
  </p:cSld>
</p:sld>
</file>

<file path=ppt/slides/slide16.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31" name="text-325">
            <a:extLst xmlns:a="http://schemas.openxmlformats.org/drawingml/2006/main">
              <a:ext uri="{FF2B5EF4-FFF2-40B4-BE49-F238E27FC236}">
                <a16:creationId xmlns:a16="http://schemas.microsoft.com/office/drawing/2014/main" id="{C6CD5E1A-2FB7-42FD-A4D5-9E7635D2F4FC}"/>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6c14b798ff5c4a43"/>
              </a:rPr>
              <a:t>⌂</a:t>
            </a:r>
          </a:p>
        </p:txBody>
      </p:sp>
      <p:sp>
        <p:nvSpPr>
          <p:cNvPr id="2" name="title-326">
            <a:extLst xmlns:a="http://schemas.openxmlformats.org/drawingml/2006/main">
              <a:ext uri="{FF2B5EF4-FFF2-40B4-BE49-F238E27FC236}">
                <a16:creationId xmlns:a16="http://schemas.microsoft.com/office/drawing/2014/main" id="{B84C5DB7-6D86-4191-A617-DB96F52FC511}"/>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A possible condition</a:t>
            </a:r>
          </a:p>
        </p:txBody>
      </p:sp>
      <p:sp>
        <p:nvSpPr>
          <p:cNvPr id="3" name="text-327">
            <a:extLst xmlns:a="http://schemas.openxmlformats.org/drawingml/2006/main">
              <a:ext uri="{FF2B5EF4-FFF2-40B4-BE49-F238E27FC236}">
                <a16:creationId xmlns:a16="http://schemas.microsoft.com/office/drawing/2014/main" id="{EB19318F-BE95-4DA9-98DC-A5F9988325D0}"/>
              </a:ext>
            </a:extLst>
          </p:cNvPr>
          <p:cNvSpPr>
            <a:spLocks xmlns:a="http://schemas.openxmlformats.org/drawingml/2006/main" noGrp="1"/>
          </p:cNvSpPr>
          <p:nvPr/>
        </p:nvSpPr>
        <p:spPr>
          <a:xfrm xmlns:a="http://schemas.openxmlformats.org/drawingml/2006/main">
            <a:off x="3243532" y="2085975"/>
            <a:ext cx="262028"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If</a:t>
            </a:r>
          </a:p>
        </p:txBody>
      </p:sp>
      <p:sp>
        <p:nvSpPr>
          <p:cNvPr id="4" name="text-328">
            <a:extLst xmlns:a="http://schemas.openxmlformats.org/drawingml/2006/main">
              <a:ext uri="{FF2B5EF4-FFF2-40B4-BE49-F238E27FC236}">
                <a16:creationId xmlns:a16="http://schemas.microsoft.com/office/drawing/2014/main" id="{4ACFEF29-C646-4AEE-80CE-03CF68EED536}"/>
              </a:ext>
            </a:extLst>
          </p:cNvPr>
          <p:cNvSpPr>
            <a:spLocks xmlns:a="http://schemas.openxmlformats.org/drawingml/2006/main" noGrp="1"/>
          </p:cNvSpPr>
          <p:nvPr/>
        </p:nvSpPr>
        <p:spPr>
          <a:xfrm xmlns:a="http://schemas.openxmlformats.org/drawingml/2006/main">
            <a:off x="3557979" y="2085975"/>
            <a:ext cx="1645299"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students</a:t>
            </a:r>
          </a:p>
        </p:txBody>
      </p:sp>
      <p:sp>
        <p:nvSpPr>
          <p:cNvPr id="5" name="text-329">
            <a:extLst xmlns:a="http://schemas.openxmlformats.org/drawingml/2006/main">
              <a:ext uri="{FF2B5EF4-FFF2-40B4-BE49-F238E27FC236}">
                <a16:creationId xmlns:a16="http://schemas.microsoft.com/office/drawing/2014/main" id="{CE7433BD-3F78-44CD-9804-E9BDAD0C196E}"/>
              </a:ext>
            </a:extLst>
          </p:cNvPr>
          <p:cNvSpPr>
            <a:spLocks xmlns:a="http://schemas.openxmlformats.org/drawingml/2006/main" noGrp="1"/>
          </p:cNvSpPr>
          <p:nvPr/>
        </p:nvSpPr>
        <p:spPr>
          <a:xfrm xmlns:a="http://schemas.openxmlformats.org/drawingml/2006/main">
            <a:off x="5255697" y="2085975"/>
            <a:ext cx="157044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practise,</a:t>
            </a:r>
          </a:p>
        </p:txBody>
      </p:sp>
      <p:sp>
        <p:nvSpPr>
          <p:cNvPr id="6" name="text-330">
            <a:extLst xmlns:a="http://schemas.openxmlformats.org/drawingml/2006/main">
              <a:ext uri="{FF2B5EF4-FFF2-40B4-BE49-F238E27FC236}">
                <a16:creationId xmlns:a16="http://schemas.microsoft.com/office/drawing/2014/main" id="{B50455E2-C32A-4920-9C0E-ABA6871AEAAE}"/>
              </a:ext>
            </a:extLst>
          </p:cNvPr>
          <p:cNvSpPr>
            <a:spLocks xmlns:a="http://schemas.openxmlformats.org/drawingml/2006/main" noGrp="1"/>
          </p:cNvSpPr>
          <p:nvPr/>
        </p:nvSpPr>
        <p:spPr>
          <a:xfrm xmlns:a="http://schemas.openxmlformats.org/drawingml/2006/main">
            <a:off x="6878561" y="2085975"/>
            <a:ext cx="841608"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they</a:t>
            </a:r>
          </a:p>
        </p:txBody>
      </p:sp>
      <p:sp>
        <p:nvSpPr>
          <p:cNvPr id="7" name="text-331">
            <a:extLst xmlns:a="http://schemas.openxmlformats.org/drawingml/2006/main">
              <a:ext uri="{FF2B5EF4-FFF2-40B4-BE49-F238E27FC236}">
                <a16:creationId xmlns:a16="http://schemas.microsoft.com/office/drawing/2014/main" id="{2D421AE0-C14C-461A-B58E-E8C0F3FED5F6}"/>
              </a:ext>
            </a:extLst>
          </p:cNvPr>
          <p:cNvSpPr>
            <a:spLocks xmlns:a="http://schemas.openxmlformats.org/drawingml/2006/main" noGrp="1"/>
          </p:cNvSpPr>
          <p:nvPr/>
        </p:nvSpPr>
        <p:spPr>
          <a:xfrm xmlns:a="http://schemas.openxmlformats.org/drawingml/2006/main">
            <a:off x="7788113" y="2085975"/>
            <a:ext cx="181291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DFFF5B"/>
                </a:solidFill>
                <a:latin typeface="Nunito"/>
                <a:ea typeface="Nunito"/>
                <a:cs typeface="Nunito"/>
              </a:defRPr>
            </a:pPr>
            <a:r>
              <a:rPr sz="2565" b="1">
                <a:solidFill>
                  <a:srgbClr val="DFFF5B"/>
                </a:solidFill>
                <a:latin typeface="Nunito"/>
                <a:ea typeface="Nunito"/>
                <a:cs typeface="Nunito"/>
              </a:rPr>
              <a:t> </a:t>
            </a:r>
          </a:p>
        </p:txBody>
      </p:sp>
      <p:sp>
        <p:nvSpPr>
          <p:cNvPr id="8" name="gap-line-16">
            <a:extLst xmlns:a="http://schemas.openxmlformats.org/drawingml/2006/main">
              <a:ext uri="{FF2B5EF4-FFF2-40B4-BE49-F238E27FC236}">
                <a16:creationId xmlns:a16="http://schemas.microsoft.com/office/drawing/2014/main" id="{6A56E286-3DA7-405F-AA22-4CC74A47A833}"/>
              </a:ext>
            </a:extLst>
          </p:cNvPr>
          <p:cNvSpPr>
            <a:spLocks xmlns:a="http://schemas.openxmlformats.org/drawingml/2006/main" noGrp="1"/>
          </p:cNvSpPr>
          <p:nvPr/>
        </p:nvSpPr>
        <p:spPr>
          <a:xfrm xmlns:a="http://schemas.openxmlformats.org/drawingml/2006/main">
            <a:off x="7788113" y="2628900"/>
            <a:ext cx="1812915" cy="0"/>
          </a:xfrm>
          <a:prstGeom xmlns:a="http://schemas.openxmlformats.org/drawingml/2006/main" prst="line">
            <a:avLst/>
          </a:prstGeom>
          <a:ln xmlns:a="http://schemas.openxmlformats.org/drawingml/2006/main" w="19050">
            <a:solidFill>
              <a:srgbClr val="4EE5FF"/>
            </a:solidFill>
          </a:ln>
        </p:spPr>
      </p:sp>
      <p:sp>
        <p:nvSpPr>
          <p:cNvPr id="9" name="text-332">
            <a:extLst xmlns:a="http://schemas.openxmlformats.org/drawingml/2006/main">
              <a:ext uri="{FF2B5EF4-FFF2-40B4-BE49-F238E27FC236}">
                <a16:creationId xmlns:a16="http://schemas.microsoft.com/office/drawing/2014/main" id="{E0B41268-6534-46D7-99C7-C7CEA6D24593}"/>
              </a:ext>
            </a:extLst>
          </p:cNvPr>
          <p:cNvSpPr>
            <a:spLocks xmlns:a="http://schemas.openxmlformats.org/drawingml/2006/main" noGrp="1"/>
          </p:cNvSpPr>
          <p:nvPr/>
        </p:nvSpPr>
        <p:spPr>
          <a:xfrm xmlns:a="http://schemas.openxmlformats.org/drawingml/2006/main">
            <a:off x="9668972" y="2085975"/>
            <a:ext cx="1214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better.</a:t>
            </a:r>
          </a:p>
        </p:txBody>
      </p:sp>
      <p:sp>
        <p:nvSpPr>
          <p:cNvPr id="10" name="text-333">
            <a:extLst xmlns:a="http://schemas.openxmlformats.org/drawingml/2006/main">
              <a:ext uri="{FF2B5EF4-FFF2-40B4-BE49-F238E27FC236}">
                <a16:creationId xmlns:a16="http://schemas.microsoft.com/office/drawing/2014/main" id="{0D133792-924A-41DE-A01D-57BAD9DBD0B8}"/>
              </a:ext>
            </a:extLst>
          </p:cNvPr>
          <p:cNvSpPr>
            <a:spLocks xmlns:a="http://schemas.openxmlformats.org/drawingml/2006/main" noGrp="1"/>
          </p:cNvSpPr>
          <p:nvPr/>
        </p:nvSpPr>
        <p:spPr>
          <a:xfrm xmlns:a="http://schemas.openxmlformats.org/drawingml/2006/main">
            <a:off x="2794159" y="3600450"/>
            <a:ext cx="2732532"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F7F7F2"/>
                </a:solidFill>
                <a:latin typeface="Nunito"/>
                <a:ea typeface="Nunito"/>
                <a:cs typeface="Nunito"/>
              </a:defRPr>
            </a:pPr>
            <a:r>
              <a:rPr sz="2228" b="1">
                <a:solidFill>
                  <a:srgbClr val="F7F7F2"/>
                </a:solidFill>
                <a:latin typeface="Nunito"/>
                <a:ea typeface="Nunito"/>
                <a:cs typeface="Nunito"/>
              </a:rPr>
              <a:t>A   play</a:t>
            </a:r>
          </a:p>
        </p:txBody>
      </p:sp>
      <p:sp>
        <p:nvSpPr>
          <p:cNvPr id="11" name="text-334">
            <a:extLst xmlns:a="http://schemas.openxmlformats.org/drawingml/2006/main">
              <a:ext uri="{FF2B5EF4-FFF2-40B4-BE49-F238E27FC236}">
                <a16:creationId xmlns:a16="http://schemas.microsoft.com/office/drawing/2014/main" id="{886709B9-5372-484B-9AC4-B5EDA6882CBB}"/>
              </a:ext>
            </a:extLst>
          </p:cNvPr>
          <p:cNvSpPr>
            <a:spLocks xmlns:a="http://schemas.openxmlformats.org/drawingml/2006/main" noGrp="1"/>
          </p:cNvSpPr>
          <p:nvPr/>
        </p:nvSpPr>
        <p:spPr>
          <a:xfrm xmlns:a="http://schemas.openxmlformats.org/drawingml/2006/main">
            <a:off x="5697474" y="3600450"/>
            <a:ext cx="2732532"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F7F7F2"/>
                </a:solidFill>
                <a:latin typeface="Nunito"/>
                <a:ea typeface="Nunito"/>
                <a:cs typeface="Nunito"/>
              </a:defRPr>
            </a:pPr>
            <a:r>
              <a:rPr sz="2228" b="1">
                <a:solidFill>
                  <a:srgbClr val="F7F7F2"/>
                </a:solidFill>
                <a:latin typeface="Nunito"/>
                <a:ea typeface="Nunito"/>
                <a:cs typeface="Nunito"/>
              </a:rPr>
              <a:t>B   will play</a:t>
            </a:r>
          </a:p>
        </p:txBody>
      </p:sp>
      <p:sp>
        <p:nvSpPr>
          <p:cNvPr id="12" name="text-335">
            <a:extLst xmlns:a="http://schemas.openxmlformats.org/drawingml/2006/main">
              <a:ext uri="{FF2B5EF4-FFF2-40B4-BE49-F238E27FC236}">
                <a16:creationId xmlns:a16="http://schemas.microsoft.com/office/drawing/2014/main" id="{649F3488-1677-4EE6-BF80-A4C243F8898D}"/>
              </a:ext>
            </a:extLst>
          </p:cNvPr>
          <p:cNvSpPr>
            <a:spLocks xmlns:a="http://schemas.openxmlformats.org/drawingml/2006/main" noGrp="1"/>
          </p:cNvSpPr>
          <p:nvPr/>
        </p:nvSpPr>
        <p:spPr>
          <a:xfrm xmlns:a="http://schemas.openxmlformats.org/drawingml/2006/main">
            <a:off x="8600789" y="3600450"/>
            <a:ext cx="2732532"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F7F7F2"/>
                </a:solidFill>
                <a:latin typeface="Nunito"/>
                <a:ea typeface="Nunito"/>
                <a:cs typeface="Nunito"/>
              </a:defRPr>
            </a:pPr>
            <a:r>
              <a:rPr sz="2228" b="1">
                <a:solidFill>
                  <a:srgbClr val="F7F7F2"/>
                </a:solidFill>
                <a:latin typeface="Nunito"/>
                <a:ea typeface="Nunito"/>
                <a:cs typeface="Nunito"/>
              </a:rPr>
              <a:t>C   played</a:t>
            </a:r>
          </a:p>
        </p:txBody>
      </p:sp>
      <p:sp>
        <p:nvSpPr>
          <p:cNvPr id="13" name="progress-336">
            <a:extLst xmlns:a="http://schemas.openxmlformats.org/drawingml/2006/main">
              <a:ext uri="{FF2B5EF4-FFF2-40B4-BE49-F238E27FC236}">
                <a16:creationId xmlns:a16="http://schemas.microsoft.com/office/drawing/2014/main" id="{C69C8E4F-EFB1-40CF-B709-808FAFE2E840}"/>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14" name="progress-337">
            <a:extLst xmlns:a="http://schemas.openxmlformats.org/drawingml/2006/main">
              <a:ext uri="{FF2B5EF4-FFF2-40B4-BE49-F238E27FC236}">
                <a16:creationId xmlns:a16="http://schemas.microsoft.com/office/drawing/2014/main" id="{B08B6EFE-1734-4E8E-A7ED-3D8E09374189}"/>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3 / 10</a:t>
            </a:r>
          </a:p>
        </p:txBody>
      </p:sp>
      <p:sp>
        <p:nvSpPr>
          <p:cNvPr id="15" name="progress-338">
            <a:extLst xmlns:a="http://schemas.openxmlformats.org/drawingml/2006/main">
              <a:ext uri="{FF2B5EF4-FFF2-40B4-BE49-F238E27FC236}">
                <a16:creationId xmlns:a16="http://schemas.microsoft.com/office/drawing/2014/main" id="{4E6D462A-7AA9-4F96-86F1-0BE7BA4B5310}"/>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6" name="progress-339">
            <a:extLst xmlns:a="http://schemas.openxmlformats.org/drawingml/2006/main">
              <a:ext uri="{FF2B5EF4-FFF2-40B4-BE49-F238E27FC236}">
                <a16:creationId xmlns:a16="http://schemas.microsoft.com/office/drawing/2014/main" id="{4698DFF0-EBBE-4228-ADB5-1DA8FA6D420E}"/>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37</a:t>
            </a:r>
          </a:p>
        </p:txBody>
      </p:sp>
      <p:sp>
        <p:nvSpPr>
          <p:cNvPr id="17" name="progress-340">
            <a:extLst xmlns:a="http://schemas.openxmlformats.org/drawingml/2006/main">
              <a:ext uri="{FF2B5EF4-FFF2-40B4-BE49-F238E27FC236}">
                <a16:creationId xmlns:a16="http://schemas.microsoft.com/office/drawing/2014/main" id="{C9DFB3AE-966E-4733-96C0-A49ABFFC9FE5}"/>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8" name="sidebar-divider">
            <a:extLst xmlns:a="http://schemas.openxmlformats.org/drawingml/2006/main">
              <a:ext uri="{FF2B5EF4-FFF2-40B4-BE49-F238E27FC236}">
                <a16:creationId xmlns:a16="http://schemas.microsoft.com/office/drawing/2014/main" id="{D94FB6EB-2B62-48E8-8C40-90D1F946F251}"/>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9" name="progress-341">
            <a:extLst xmlns:a="http://schemas.openxmlformats.org/drawingml/2006/main">
              <a:ext uri="{FF2B5EF4-FFF2-40B4-BE49-F238E27FC236}">
                <a16:creationId xmlns:a16="http://schemas.microsoft.com/office/drawing/2014/main" id="{6F5A3757-B3CF-45DC-A9DC-1D21B5966DB4}"/>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20" name="progress-342">
            <a:extLst xmlns:a="http://schemas.openxmlformats.org/drawingml/2006/main">
              <a:ext uri="{FF2B5EF4-FFF2-40B4-BE49-F238E27FC236}">
                <a16:creationId xmlns:a16="http://schemas.microsoft.com/office/drawing/2014/main" id="{806B619F-8519-40F3-987D-330339803851}"/>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21" name="progress-343">
            <a:extLst xmlns:a="http://schemas.openxmlformats.org/drawingml/2006/main">
              <a:ext uri="{FF2B5EF4-FFF2-40B4-BE49-F238E27FC236}">
                <a16:creationId xmlns:a16="http://schemas.microsoft.com/office/drawing/2014/main" id="{FAFE93C8-132A-4985-89D4-2DCA63ACB0A1}"/>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22" name="progress-344">
            <a:extLst xmlns:a="http://schemas.openxmlformats.org/drawingml/2006/main">
              <a:ext uri="{FF2B5EF4-FFF2-40B4-BE49-F238E27FC236}">
                <a16:creationId xmlns:a16="http://schemas.microsoft.com/office/drawing/2014/main" id="{28AD7ACB-BA96-4733-8D1F-0961CB1E1162}"/>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4. If + since</a:t>
            </a:r>
          </a:p>
        </p:txBody>
      </p:sp>
      <p:sp>
        <p:nvSpPr>
          <p:cNvPr id="23" name="progress-345">
            <a:extLst xmlns:a="http://schemas.openxmlformats.org/drawingml/2006/main">
              <a:ext uri="{FF2B5EF4-FFF2-40B4-BE49-F238E27FC236}">
                <a16:creationId xmlns:a16="http://schemas.microsoft.com/office/drawing/2014/main" id="{A3964C00-FD57-4417-B94D-B53FAC629AE7}"/>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5. For</a:t>
            </a:r>
          </a:p>
        </p:txBody>
      </p:sp>
      <p:sp>
        <p:nvSpPr>
          <p:cNvPr id="24" name="progress-346">
            <a:extLst xmlns:a="http://schemas.openxmlformats.org/drawingml/2006/main">
              <a:ext uri="{FF2B5EF4-FFF2-40B4-BE49-F238E27FC236}">
                <a16:creationId xmlns:a16="http://schemas.microsoft.com/office/drawing/2014/main" id="{DCC0C88E-F33B-43C4-A49A-A153496D73D7}"/>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25" name="progress-347">
            <a:extLst xmlns:a="http://schemas.openxmlformats.org/drawingml/2006/main">
              <a:ext uri="{FF2B5EF4-FFF2-40B4-BE49-F238E27FC236}">
                <a16:creationId xmlns:a16="http://schemas.microsoft.com/office/drawing/2014/main" id="{498CA519-FA1B-4754-9EA6-9CFE4F157374}"/>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26" name="progress-348">
            <a:extLst xmlns:a="http://schemas.openxmlformats.org/drawingml/2006/main">
              <a:ext uri="{FF2B5EF4-FFF2-40B4-BE49-F238E27FC236}">
                <a16:creationId xmlns:a16="http://schemas.microsoft.com/office/drawing/2014/main" id="{39160972-8B02-4ED5-A850-450055C1AD0D}"/>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27" name="progress-349">
            <a:extLst xmlns:a="http://schemas.openxmlformats.org/drawingml/2006/main">
              <a:ext uri="{FF2B5EF4-FFF2-40B4-BE49-F238E27FC236}">
                <a16:creationId xmlns:a16="http://schemas.microsoft.com/office/drawing/2014/main" id="{20814BE8-D960-4C6E-8AA0-EFF4F84C1104}"/>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8" name="progress-350">
            <a:extLst xmlns:a="http://schemas.openxmlformats.org/drawingml/2006/main">
              <a:ext uri="{FF2B5EF4-FFF2-40B4-BE49-F238E27FC236}">
                <a16:creationId xmlns:a16="http://schemas.microsoft.com/office/drawing/2014/main" id="{1757784E-9C3F-4400-9CE4-532EF0AF02C7}"/>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9" name="progress-351">
            <a:extLst xmlns:a="http://schemas.openxmlformats.org/drawingml/2006/main">
              <a:ext uri="{FF2B5EF4-FFF2-40B4-BE49-F238E27FC236}">
                <a16:creationId xmlns:a16="http://schemas.microsoft.com/office/drawing/2014/main" id="{D492E822-0BB4-41B1-8899-97E760907629}"/>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30" name="text-352">
            <a:extLst xmlns:a="http://schemas.openxmlformats.org/drawingml/2006/main">
              <a:ext uri="{FF2B5EF4-FFF2-40B4-BE49-F238E27FC236}">
                <a16:creationId xmlns:a16="http://schemas.microsoft.com/office/drawing/2014/main" id="{7E4D980E-CCD5-484C-B0A6-AF88DF513EEF}"/>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16 / 50</a:t>
            </a:r>
          </a:p>
        </p:txBody>
      </p:sp>
    </p:spTree>
    <p:extLst>
      <p:ext uri="{BB962C8B-B14F-4D97-AF65-F5344CB8AC3E}">
        <p14:creationId xmlns:p14="http://schemas.microsoft.com/office/powerpoint/2010/main" val="918313061"/>
      </p:ext>
    </p:extLst>
  </p:cSld>
</p:sld>
</file>

<file path=ppt/slides/slide17.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32" name="text-353">
            <a:extLst xmlns:a="http://schemas.openxmlformats.org/drawingml/2006/main">
              <a:ext uri="{FF2B5EF4-FFF2-40B4-BE49-F238E27FC236}">
                <a16:creationId xmlns:a16="http://schemas.microsoft.com/office/drawing/2014/main" id="{C1EB7EFA-C540-4D22-B316-BD35386F1FEF}"/>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22ea1a06a2944144"/>
              </a:rPr>
              <a:t>⌂</a:t>
            </a:r>
          </a:p>
        </p:txBody>
      </p:sp>
      <p:sp>
        <p:nvSpPr>
          <p:cNvPr id="2" name="title-354">
            <a:extLst xmlns:a="http://schemas.openxmlformats.org/drawingml/2006/main">
              <a:ext uri="{FF2B5EF4-FFF2-40B4-BE49-F238E27FC236}">
                <a16:creationId xmlns:a16="http://schemas.microsoft.com/office/drawing/2014/main" id="{EA96B39D-51E5-4313-9781-76AEFB606199}"/>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A possible condition</a:t>
            </a:r>
          </a:p>
        </p:txBody>
      </p:sp>
      <p:sp>
        <p:nvSpPr>
          <p:cNvPr id="3" name="text-355">
            <a:extLst xmlns:a="http://schemas.openxmlformats.org/drawingml/2006/main">
              <a:ext uri="{FF2B5EF4-FFF2-40B4-BE49-F238E27FC236}">
                <a16:creationId xmlns:a16="http://schemas.microsoft.com/office/drawing/2014/main" id="{C5606100-0320-4560-B457-3839800A4C99}"/>
              </a:ext>
            </a:extLst>
          </p:cNvPr>
          <p:cNvSpPr>
            <a:spLocks xmlns:a="http://schemas.openxmlformats.org/drawingml/2006/main" noGrp="1"/>
          </p:cNvSpPr>
          <p:nvPr/>
        </p:nvSpPr>
        <p:spPr>
          <a:xfrm xmlns:a="http://schemas.openxmlformats.org/drawingml/2006/main">
            <a:off x="3243532" y="2085975"/>
            <a:ext cx="262028"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If</a:t>
            </a:r>
          </a:p>
        </p:txBody>
      </p:sp>
      <p:sp>
        <p:nvSpPr>
          <p:cNvPr id="4" name="text-356">
            <a:extLst xmlns:a="http://schemas.openxmlformats.org/drawingml/2006/main">
              <a:ext uri="{FF2B5EF4-FFF2-40B4-BE49-F238E27FC236}">
                <a16:creationId xmlns:a16="http://schemas.microsoft.com/office/drawing/2014/main" id="{3C39117D-62EE-4951-B389-2E7E8FD5A3C2}"/>
              </a:ext>
            </a:extLst>
          </p:cNvPr>
          <p:cNvSpPr>
            <a:spLocks xmlns:a="http://schemas.openxmlformats.org/drawingml/2006/main" noGrp="1"/>
          </p:cNvSpPr>
          <p:nvPr/>
        </p:nvSpPr>
        <p:spPr>
          <a:xfrm xmlns:a="http://schemas.openxmlformats.org/drawingml/2006/main">
            <a:off x="3557979" y="2085975"/>
            <a:ext cx="1645299"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students</a:t>
            </a:r>
          </a:p>
        </p:txBody>
      </p:sp>
      <p:sp>
        <p:nvSpPr>
          <p:cNvPr id="5" name="text-357">
            <a:extLst xmlns:a="http://schemas.openxmlformats.org/drawingml/2006/main">
              <a:ext uri="{FF2B5EF4-FFF2-40B4-BE49-F238E27FC236}">
                <a16:creationId xmlns:a16="http://schemas.microsoft.com/office/drawing/2014/main" id="{4CC5F365-2E75-47DF-B1BE-339D1021564B}"/>
              </a:ext>
            </a:extLst>
          </p:cNvPr>
          <p:cNvSpPr>
            <a:spLocks xmlns:a="http://schemas.openxmlformats.org/drawingml/2006/main" noGrp="1"/>
          </p:cNvSpPr>
          <p:nvPr/>
        </p:nvSpPr>
        <p:spPr>
          <a:xfrm xmlns:a="http://schemas.openxmlformats.org/drawingml/2006/main">
            <a:off x="5255697" y="2085975"/>
            <a:ext cx="157044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practise,</a:t>
            </a:r>
          </a:p>
        </p:txBody>
      </p:sp>
      <p:sp>
        <p:nvSpPr>
          <p:cNvPr id="6" name="text-358">
            <a:extLst xmlns:a="http://schemas.openxmlformats.org/drawingml/2006/main">
              <a:ext uri="{FF2B5EF4-FFF2-40B4-BE49-F238E27FC236}">
                <a16:creationId xmlns:a16="http://schemas.microsoft.com/office/drawing/2014/main" id="{E4D158B1-0727-4ABF-ADAE-3C74E8EB7080}"/>
              </a:ext>
            </a:extLst>
          </p:cNvPr>
          <p:cNvSpPr>
            <a:spLocks xmlns:a="http://schemas.openxmlformats.org/drawingml/2006/main" noGrp="1"/>
          </p:cNvSpPr>
          <p:nvPr/>
        </p:nvSpPr>
        <p:spPr>
          <a:xfrm xmlns:a="http://schemas.openxmlformats.org/drawingml/2006/main">
            <a:off x="6878561" y="2085975"/>
            <a:ext cx="841608"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they</a:t>
            </a:r>
          </a:p>
        </p:txBody>
      </p:sp>
      <p:sp>
        <p:nvSpPr>
          <p:cNvPr id="7" name="text-359">
            <a:extLst xmlns:a="http://schemas.openxmlformats.org/drawingml/2006/main">
              <a:ext uri="{FF2B5EF4-FFF2-40B4-BE49-F238E27FC236}">
                <a16:creationId xmlns:a16="http://schemas.microsoft.com/office/drawing/2014/main" id="{657DD92F-D910-428D-9639-4DD2DF53697C}"/>
              </a:ext>
            </a:extLst>
          </p:cNvPr>
          <p:cNvSpPr>
            <a:spLocks xmlns:a="http://schemas.openxmlformats.org/drawingml/2006/main" noGrp="1"/>
          </p:cNvSpPr>
          <p:nvPr/>
        </p:nvSpPr>
        <p:spPr>
          <a:xfrm xmlns:a="http://schemas.openxmlformats.org/drawingml/2006/main">
            <a:off x="7788113" y="2085975"/>
            <a:ext cx="181291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DFFF5B"/>
                </a:solidFill>
                <a:latin typeface="Nunito"/>
                <a:ea typeface="Nunito"/>
                <a:cs typeface="Nunito"/>
              </a:defRPr>
            </a:pPr>
            <a:r>
              <a:rPr sz="2565" b="1">
                <a:solidFill>
                  <a:srgbClr val="DFFF5B"/>
                </a:solidFill>
                <a:latin typeface="Nunito"/>
                <a:ea typeface="Nunito"/>
                <a:cs typeface="Nunito"/>
              </a:rPr>
              <a:t>will play</a:t>
            </a:r>
          </a:p>
        </p:txBody>
      </p:sp>
      <p:sp>
        <p:nvSpPr>
          <p:cNvPr id="8" name="gap-line-17">
            <a:extLst xmlns:a="http://schemas.openxmlformats.org/drawingml/2006/main">
              <a:ext uri="{FF2B5EF4-FFF2-40B4-BE49-F238E27FC236}">
                <a16:creationId xmlns:a16="http://schemas.microsoft.com/office/drawing/2014/main" id="{0BBBC603-0282-47CA-B220-7B82135F0914}"/>
              </a:ext>
            </a:extLst>
          </p:cNvPr>
          <p:cNvSpPr>
            <a:spLocks xmlns:a="http://schemas.openxmlformats.org/drawingml/2006/main" noGrp="1"/>
          </p:cNvSpPr>
          <p:nvPr/>
        </p:nvSpPr>
        <p:spPr>
          <a:xfrm xmlns:a="http://schemas.openxmlformats.org/drawingml/2006/main">
            <a:off x="7788113" y="2628900"/>
            <a:ext cx="1812915" cy="0"/>
          </a:xfrm>
          <a:prstGeom xmlns:a="http://schemas.openxmlformats.org/drawingml/2006/main" prst="line">
            <a:avLst/>
          </a:prstGeom>
          <a:ln xmlns:a="http://schemas.openxmlformats.org/drawingml/2006/main" w="19050">
            <a:solidFill>
              <a:srgbClr val="DFFF5B"/>
            </a:solidFill>
          </a:ln>
        </p:spPr>
      </p:sp>
      <p:sp>
        <p:nvSpPr>
          <p:cNvPr id="9" name="text-360">
            <a:extLst xmlns:a="http://schemas.openxmlformats.org/drawingml/2006/main">
              <a:ext uri="{FF2B5EF4-FFF2-40B4-BE49-F238E27FC236}">
                <a16:creationId xmlns:a16="http://schemas.microsoft.com/office/drawing/2014/main" id="{95878DF0-E2C3-4CA1-80D5-F32FB4E72953}"/>
              </a:ext>
            </a:extLst>
          </p:cNvPr>
          <p:cNvSpPr>
            <a:spLocks xmlns:a="http://schemas.openxmlformats.org/drawingml/2006/main" noGrp="1"/>
          </p:cNvSpPr>
          <p:nvPr/>
        </p:nvSpPr>
        <p:spPr>
          <a:xfrm xmlns:a="http://schemas.openxmlformats.org/drawingml/2006/main">
            <a:off x="9668972" y="2085975"/>
            <a:ext cx="1214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better.</a:t>
            </a:r>
          </a:p>
        </p:txBody>
      </p:sp>
      <p:sp>
        <p:nvSpPr>
          <p:cNvPr id="10" name="text-361">
            <a:extLst xmlns:a="http://schemas.openxmlformats.org/drawingml/2006/main">
              <a:ext uri="{FF2B5EF4-FFF2-40B4-BE49-F238E27FC236}">
                <a16:creationId xmlns:a16="http://schemas.microsoft.com/office/drawing/2014/main" id="{CC260F28-09D0-4BC2-9064-ED624B8AB19E}"/>
              </a:ext>
            </a:extLst>
          </p:cNvPr>
          <p:cNvSpPr>
            <a:spLocks xmlns:a="http://schemas.openxmlformats.org/drawingml/2006/main" noGrp="1"/>
          </p:cNvSpPr>
          <p:nvPr/>
        </p:nvSpPr>
        <p:spPr>
          <a:xfrm xmlns:a="http://schemas.openxmlformats.org/drawingml/2006/main">
            <a:off x="2794159" y="3600450"/>
            <a:ext cx="2732532"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F7F7F2"/>
                </a:solidFill>
                <a:latin typeface="Nunito"/>
                <a:ea typeface="Nunito"/>
                <a:cs typeface="Nunito"/>
              </a:defRPr>
            </a:pPr>
            <a:r>
              <a:rPr sz="2228" b="1">
                <a:solidFill>
                  <a:srgbClr val="F7F7F2"/>
                </a:solidFill>
                <a:latin typeface="Nunito"/>
                <a:ea typeface="Nunito"/>
                <a:cs typeface="Nunito"/>
              </a:rPr>
              <a:t>A   play</a:t>
            </a:r>
          </a:p>
        </p:txBody>
      </p:sp>
      <p:sp>
        <p:nvSpPr>
          <p:cNvPr id="11" name="text-362">
            <a:extLst xmlns:a="http://schemas.openxmlformats.org/drawingml/2006/main">
              <a:ext uri="{FF2B5EF4-FFF2-40B4-BE49-F238E27FC236}">
                <a16:creationId xmlns:a16="http://schemas.microsoft.com/office/drawing/2014/main" id="{8B80399B-E219-48D0-B130-A347D764FEEC}"/>
              </a:ext>
            </a:extLst>
          </p:cNvPr>
          <p:cNvSpPr>
            <a:spLocks xmlns:a="http://schemas.openxmlformats.org/drawingml/2006/main" noGrp="1"/>
          </p:cNvSpPr>
          <p:nvPr/>
        </p:nvSpPr>
        <p:spPr>
          <a:xfrm xmlns:a="http://schemas.openxmlformats.org/drawingml/2006/main">
            <a:off x="5697474" y="3600450"/>
            <a:ext cx="2732532"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DFFF5B"/>
                </a:solidFill>
                <a:latin typeface="Nunito"/>
                <a:ea typeface="Nunito"/>
                <a:cs typeface="Nunito"/>
              </a:defRPr>
            </a:pPr>
            <a:r>
              <a:rPr sz="2228" b="1">
                <a:solidFill>
                  <a:srgbClr val="DFFF5B"/>
                </a:solidFill>
                <a:latin typeface="Nunito"/>
                <a:ea typeface="Nunito"/>
                <a:cs typeface="Nunito"/>
              </a:rPr>
              <a:t>B   will play</a:t>
            </a:r>
          </a:p>
        </p:txBody>
      </p:sp>
      <p:sp>
        <p:nvSpPr>
          <p:cNvPr id="12" name="text-363">
            <a:extLst xmlns:a="http://schemas.openxmlformats.org/drawingml/2006/main">
              <a:ext uri="{FF2B5EF4-FFF2-40B4-BE49-F238E27FC236}">
                <a16:creationId xmlns:a16="http://schemas.microsoft.com/office/drawing/2014/main" id="{1EF2CA59-8598-42E7-9890-B174D0A90DC2}"/>
              </a:ext>
            </a:extLst>
          </p:cNvPr>
          <p:cNvSpPr>
            <a:spLocks xmlns:a="http://schemas.openxmlformats.org/drawingml/2006/main" noGrp="1"/>
          </p:cNvSpPr>
          <p:nvPr/>
        </p:nvSpPr>
        <p:spPr>
          <a:xfrm xmlns:a="http://schemas.openxmlformats.org/drawingml/2006/main">
            <a:off x="8600789" y="3600450"/>
            <a:ext cx="2732532"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F7F7F2"/>
                </a:solidFill>
                <a:latin typeface="Nunito"/>
                <a:ea typeface="Nunito"/>
                <a:cs typeface="Nunito"/>
              </a:defRPr>
            </a:pPr>
            <a:r>
              <a:rPr sz="2228" b="1">
                <a:solidFill>
                  <a:srgbClr val="F7F7F2"/>
                </a:solidFill>
                <a:latin typeface="Nunito"/>
                <a:ea typeface="Nunito"/>
                <a:cs typeface="Nunito"/>
              </a:rPr>
              <a:t>C   played</a:t>
            </a:r>
          </a:p>
        </p:txBody>
      </p:sp>
      <p:sp>
        <p:nvSpPr>
          <p:cNvPr id="13" name="text-364">
            <a:extLst xmlns:a="http://schemas.openxmlformats.org/drawingml/2006/main">
              <a:ext uri="{FF2B5EF4-FFF2-40B4-BE49-F238E27FC236}">
                <a16:creationId xmlns:a16="http://schemas.microsoft.com/office/drawing/2014/main" id="{D493D005-0A42-4FBF-9ACB-0257796C5631}"/>
              </a:ext>
            </a:extLst>
          </p:cNvPr>
          <p:cNvSpPr>
            <a:spLocks xmlns:a="http://schemas.openxmlformats.org/drawingml/2006/main" noGrp="1"/>
          </p:cNvSpPr>
          <p:nvPr/>
        </p:nvSpPr>
        <p:spPr>
          <a:xfrm xmlns:a="http://schemas.openxmlformats.org/drawingml/2006/main">
            <a:off x="2809685" y="4895850"/>
            <a:ext cx="8508111"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DFFF5B"/>
                </a:solidFill>
                <a:latin typeface="Nunito"/>
                <a:ea typeface="Nunito"/>
                <a:cs typeface="Nunito"/>
              </a:defRPr>
            </a:pPr>
            <a:r>
              <a:rPr sz="2025" b="1">
                <a:solidFill>
                  <a:srgbClr val="DFFF5B"/>
                </a:solidFill>
                <a:latin typeface="Nunito"/>
                <a:ea typeface="Nunito"/>
                <a:cs typeface="Nunito"/>
              </a:rPr>
              <a:t>If + Present Simple, will + verb.</a:t>
            </a:r>
          </a:p>
        </p:txBody>
      </p:sp>
      <p:sp>
        <p:nvSpPr>
          <p:cNvPr id="14" name="progress-365">
            <a:extLst xmlns:a="http://schemas.openxmlformats.org/drawingml/2006/main">
              <a:ext uri="{FF2B5EF4-FFF2-40B4-BE49-F238E27FC236}">
                <a16:creationId xmlns:a16="http://schemas.microsoft.com/office/drawing/2014/main" id="{4B614B47-6578-4BF1-9A72-C07A7690662A}"/>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15" name="progress-366">
            <a:extLst xmlns:a="http://schemas.openxmlformats.org/drawingml/2006/main">
              <a:ext uri="{FF2B5EF4-FFF2-40B4-BE49-F238E27FC236}">
                <a16:creationId xmlns:a16="http://schemas.microsoft.com/office/drawing/2014/main" id="{E3FDBCAA-4921-47D6-A9C6-2E9767EC8897}"/>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3 / 10</a:t>
            </a:r>
          </a:p>
        </p:txBody>
      </p:sp>
      <p:sp>
        <p:nvSpPr>
          <p:cNvPr id="16" name="progress-367">
            <a:extLst xmlns:a="http://schemas.openxmlformats.org/drawingml/2006/main">
              <a:ext uri="{FF2B5EF4-FFF2-40B4-BE49-F238E27FC236}">
                <a16:creationId xmlns:a16="http://schemas.microsoft.com/office/drawing/2014/main" id="{8AD1D21C-8BE9-440D-8E39-F04CB281A032}"/>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7" name="progress-368">
            <a:extLst xmlns:a="http://schemas.openxmlformats.org/drawingml/2006/main">
              <a:ext uri="{FF2B5EF4-FFF2-40B4-BE49-F238E27FC236}">
                <a16:creationId xmlns:a16="http://schemas.microsoft.com/office/drawing/2014/main" id="{A649D56A-624D-4635-A786-2DCD40D3F95A}"/>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37</a:t>
            </a:r>
          </a:p>
        </p:txBody>
      </p:sp>
      <p:sp>
        <p:nvSpPr>
          <p:cNvPr id="18" name="progress-369">
            <a:extLst xmlns:a="http://schemas.openxmlformats.org/drawingml/2006/main">
              <a:ext uri="{FF2B5EF4-FFF2-40B4-BE49-F238E27FC236}">
                <a16:creationId xmlns:a16="http://schemas.microsoft.com/office/drawing/2014/main" id="{4B007053-8136-445E-87C0-4B7419221058}"/>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9" name="sidebar-divider">
            <a:extLst xmlns:a="http://schemas.openxmlformats.org/drawingml/2006/main">
              <a:ext uri="{FF2B5EF4-FFF2-40B4-BE49-F238E27FC236}">
                <a16:creationId xmlns:a16="http://schemas.microsoft.com/office/drawing/2014/main" id="{81FA0E80-F6EE-49F4-A8A4-6A785A2F5ADA}"/>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20" name="progress-370">
            <a:extLst xmlns:a="http://schemas.openxmlformats.org/drawingml/2006/main">
              <a:ext uri="{FF2B5EF4-FFF2-40B4-BE49-F238E27FC236}">
                <a16:creationId xmlns:a16="http://schemas.microsoft.com/office/drawing/2014/main" id="{2F8D071E-98C0-407E-9B05-BCB73089FAA1}"/>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21" name="progress-371">
            <a:extLst xmlns:a="http://schemas.openxmlformats.org/drawingml/2006/main">
              <a:ext uri="{FF2B5EF4-FFF2-40B4-BE49-F238E27FC236}">
                <a16:creationId xmlns:a16="http://schemas.microsoft.com/office/drawing/2014/main" id="{6529BC9F-4F71-495E-A2C8-6A765B536BE8}"/>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22" name="progress-372">
            <a:extLst xmlns:a="http://schemas.openxmlformats.org/drawingml/2006/main">
              <a:ext uri="{FF2B5EF4-FFF2-40B4-BE49-F238E27FC236}">
                <a16:creationId xmlns:a16="http://schemas.microsoft.com/office/drawing/2014/main" id="{55BF82D9-41C7-4AD5-905A-BC3F9FFEFE6E}"/>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23" name="progress-373">
            <a:extLst xmlns:a="http://schemas.openxmlformats.org/drawingml/2006/main">
              <a:ext uri="{FF2B5EF4-FFF2-40B4-BE49-F238E27FC236}">
                <a16:creationId xmlns:a16="http://schemas.microsoft.com/office/drawing/2014/main" id="{879C06AF-1CF9-4DCE-BDB7-4750625B3F8E}"/>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4. If + since</a:t>
            </a:r>
          </a:p>
        </p:txBody>
      </p:sp>
      <p:sp>
        <p:nvSpPr>
          <p:cNvPr id="24" name="progress-374">
            <a:extLst xmlns:a="http://schemas.openxmlformats.org/drawingml/2006/main">
              <a:ext uri="{FF2B5EF4-FFF2-40B4-BE49-F238E27FC236}">
                <a16:creationId xmlns:a16="http://schemas.microsoft.com/office/drawing/2014/main" id="{0EC11FC2-5C53-4F22-B4D7-ACB81968ABE9}"/>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5. For</a:t>
            </a:r>
          </a:p>
        </p:txBody>
      </p:sp>
      <p:sp>
        <p:nvSpPr>
          <p:cNvPr id="25" name="progress-375">
            <a:extLst xmlns:a="http://schemas.openxmlformats.org/drawingml/2006/main">
              <a:ext uri="{FF2B5EF4-FFF2-40B4-BE49-F238E27FC236}">
                <a16:creationId xmlns:a16="http://schemas.microsoft.com/office/drawing/2014/main" id="{5E6578D2-6B59-4A32-AB95-248F8FFCB35F}"/>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26" name="progress-376">
            <a:extLst xmlns:a="http://schemas.openxmlformats.org/drawingml/2006/main">
              <a:ext uri="{FF2B5EF4-FFF2-40B4-BE49-F238E27FC236}">
                <a16:creationId xmlns:a16="http://schemas.microsoft.com/office/drawing/2014/main" id="{A2E082B6-8C4A-4C79-BCBF-FFEF916FA37C}"/>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27" name="progress-377">
            <a:extLst xmlns:a="http://schemas.openxmlformats.org/drawingml/2006/main">
              <a:ext uri="{FF2B5EF4-FFF2-40B4-BE49-F238E27FC236}">
                <a16:creationId xmlns:a16="http://schemas.microsoft.com/office/drawing/2014/main" id="{34CC9591-591E-4F93-86BE-CA3646BCFCE9}"/>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28" name="progress-378">
            <a:extLst xmlns:a="http://schemas.openxmlformats.org/drawingml/2006/main">
              <a:ext uri="{FF2B5EF4-FFF2-40B4-BE49-F238E27FC236}">
                <a16:creationId xmlns:a16="http://schemas.microsoft.com/office/drawing/2014/main" id="{B788B602-29E7-461A-80AD-F14261D3F6E7}"/>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9" name="progress-379">
            <a:extLst xmlns:a="http://schemas.openxmlformats.org/drawingml/2006/main">
              <a:ext uri="{FF2B5EF4-FFF2-40B4-BE49-F238E27FC236}">
                <a16:creationId xmlns:a16="http://schemas.microsoft.com/office/drawing/2014/main" id="{CD90B656-2421-4ACD-A307-6DC00AA48DAD}"/>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30" name="progress-380">
            <a:extLst xmlns:a="http://schemas.openxmlformats.org/drawingml/2006/main">
              <a:ext uri="{FF2B5EF4-FFF2-40B4-BE49-F238E27FC236}">
                <a16:creationId xmlns:a16="http://schemas.microsoft.com/office/drawing/2014/main" id="{666E6537-A0B8-46A8-8862-FDCF98D045BD}"/>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31" name="text-381">
            <a:extLst xmlns:a="http://schemas.openxmlformats.org/drawingml/2006/main">
              <a:ext uri="{FF2B5EF4-FFF2-40B4-BE49-F238E27FC236}">
                <a16:creationId xmlns:a16="http://schemas.microsoft.com/office/drawing/2014/main" id="{B64A99BD-EFA5-4FC7-8DFD-C3DBC847AC83}"/>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17 / 50</a:t>
            </a:r>
          </a:p>
        </p:txBody>
      </p:sp>
    </p:spTree>
    <p:extLst>
      <p:ext uri="{BB962C8B-B14F-4D97-AF65-F5344CB8AC3E}">
        <p14:creationId xmlns:p14="http://schemas.microsoft.com/office/powerpoint/2010/main" val="2014001561"/>
      </p:ext>
    </p:extLst>
  </p:cSld>
</p:sld>
</file>

<file path=ppt/slides/slide18.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33" name="text-382">
            <a:extLst xmlns:a="http://schemas.openxmlformats.org/drawingml/2006/main">
              <a:ext uri="{FF2B5EF4-FFF2-40B4-BE49-F238E27FC236}">
                <a16:creationId xmlns:a16="http://schemas.microsoft.com/office/drawing/2014/main" id="{EC7E991E-057E-4896-9148-6B860B28BF11}"/>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0564c4eb4eb74ec8"/>
              </a:rPr>
              <a:t>⌂</a:t>
            </a:r>
          </a:p>
        </p:txBody>
      </p:sp>
      <p:sp>
        <p:nvSpPr>
          <p:cNvPr id="2" name="title-383">
            <a:extLst xmlns:a="http://schemas.openxmlformats.org/drawingml/2006/main">
              <a:ext uri="{FF2B5EF4-FFF2-40B4-BE49-F238E27FC236}">
                <a16:creationId xmlns:a16="http://schemas.microsoft.com/office/drawing/2014/main" id="{EFBF82E6-2F1F-4695-ADB6-2650AC5A233F}"/>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Since gives a reason</a:t>
            </a:r>
          </a:p>
        </p:txBody>
      </p:sp>
      <p:sp>
        <p:nvSpPr>
          <p:cNvPr id="3" name="text-384">
            <a:extLst xmlns:a="http://schemas.openxmlformats.org/drawingml/2006/main">
              <a:ext uri="{FF2B5EF4-FFF2-40B4-BE49-F238E27FC236}">
                <a16:creationId xmlns:a16="http://schemas.microsoft.com/office/drawing/2014/main" id="{23D5E323-5B3B-4A1E-9D15-6ACD1CD2E249}"/>
              </a:ext>
            </a:extLst>
          </p:cNvPr>
          <p:cNvSpPr>
            <a:spLocks xmlns:a="http://schemas.openxmlformats.org/drawingml/2006/main" noGrp="1"/>
          </p:cNvSpPr>
          <p:nvPr/>
        </p:nvSpPr>
        <p:spPr>
          <a:xfrm xmlns:a="http://schemas.openxmlformats.org/drawingml/2006/main">
            <a:off x="2928866" y="1776413"/>
            <a:ext cx="1701354"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Students</a:t>
            </a:r>
          </a:p>
        </p:txBody>
      </p:sp>
      <p:sp>
        <p:nvSpPr>
          <p:cNvPr id="4" name="text-385">
            <a:extLst xmlns:a="http://schemas.openxmlformats.org/drawingml/2006/main">
              <a:ext uri="{FF2B5EF4-FFF2-40B4-BE49-F238E27FC236}">
                <a16:creationId xmlns:a16="http://schemas.microsoft.com/office/drawing/2014/main" id="{8DAEF995-83A3-4AB1-98B0-0D052B90AEC4}"/>
              </a:ext>
            </a:extLst>
          </p:cNvPr>
          <p:cNvSpPr>
            <a:spLocks xmlns:a="http://schemas.openxmlformats.org/drawingml/2006/main" noGrp="1"/>
          </p:cNvSpPr>
          <p:nvPr/>
        </p:nvSpPr>
        <p:spPr>
          <a:xfrm xmlns:a="http://schemas.openxmlformats.org/drawingml/2006/main">
            <a:off x="4682639" y="1776413"/>
            <a:ext cx="966552"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learn</a:t>
            </a:r>
          </a:p>
        </p:txBody>
      </p:sp>
      <p:sp>
        <p:nvSpPr>
          <p:cNvPr id="5" name="text-386">
            <a:extLst xmlns:a="http://schemas.openxmlformats.org/drawingml/2006/main">
              <a:ext uri="{FF2B5EF4-FFF2-40B4-BE49-F238E27FC236}">
                <a16:creationId xmlns:a16="http://schemas.microsoft.com/office/drawing/2014/main" id="{9B151634-73BF-4DB1-89CE-8156D6E7D940}"/>
              </a:ext>
            </a:extLst>
          </p:cNvPr>
          <p:cNvSpPr>
            <a:spLocks xmlns:a="http://schemas.openxmlformats.org/drawingml/2006/main" noGrp="1"/>
          </p:cNvSpPr>
          <p:nvPr/>
        </p:nvSpPr>
        <p:spPr>
          <a:xfrm xmlns:a="http://schemas.openxmlformats.org/drawingml/2006/main">
            <a:off x="5701610" y="1776413"/>
            <a:ext cx="1079001"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faster</a:t>
            </a:r>
          </a:p>
        </p:txBody>
      </p:sp>
      <p:sp>
        <p:nvSpPr>
          <p:cNvPr id="6" name="text-387">
            <a:extLst xmlns:a="http://schemas.openxmlformats.org/drawingml/2006/main">
              <a:ext uri="{FF2B5EF4-FFF2-40B4-BE49-F238E27FC236}">
                <a16:creationId xmlns:a16="http://schemas.microsoft.com/office/drawing/2014/main" id="{66B2CF3E-5B68-44EA-AAE5-3BC614234722}"/>
              </a:ext>
            </a:extLst>
          </p:cNvPr>
          <p:cNvSpPr>
            <a:spLocks xmlns:a="http://schemas.openxmlformats.org/drawingml/2006/main" noGrp="1"/>
          </p:cNvSpPr>
          <p:nvPr/>
        </p:nvSpPr>
        <p:spPr>
          <a:xfrm xmlns:a="http://schemas.openxmlformats.org/drawingml/2006/main">
            <a:off x="6848555" y="1776413"/>
            <a:ext cx="1907917"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DFFF5B"/>
                </a:solidFill>
                <a:latin typeface="Nunito"/>
                <a:ea typeface="Nunito"/>
                <a:cs typeface="Nunito"/>
              </a:defRPr>
            </a:pPr>
            <a:r>
              <a:rPr sz="2565" b="1">
                <a:solidFill>
                  <a:srgbClr val="DFFF5B"/>
                </a:solidFill>
                <a:latin typeface="Nunito"/>
                <a:ea typeface="Nunito"/>
                <a:cs typeface="Nunito"/>
              </a:rPr>
              <a:t> </a:t>
            </a:r>
          </a:p>
        </p:txBody>
      </p:sp>
      <p:sp>
        <p:nvSpPr>
          <p:cNvPr id="7" name="gap-line-18">
            <a:extLst xmlns:a="http://schemas.openxmlformats.org/drawingml/2006/main">
              <a:ext uri="{FF2B5EF4-FFF2-40B4-BE49-F238E27FC236}">
                <a16:creationId xmlns:a16="http://schemas.microsoft.com/office/drawing/2014/main" id="{356586D6-99AA-42CA-BB10-33BE397584EE}"/>
              </a:ext>
            </a:extLst>
          </p:cNvPr>
          <p:cNvSpPr>
            <a:spLocks xmlns:a="http://schemas.openxmlformats.org/drawingml/2006/main" noGrp="1"/>
          </p:cNvSpPr>
          <p:nvPr/>
        </p:nvSpPr>
        <p:spPr>
          <a:xfrm xmlns:a="http://schemas.openxmlformats.org/drawingml/2006/main">
            <a:off x="6848555" y="2319338"/>
            <a:ext cx="1907917" cy="0"/>
          </a:xfrm>
          <a:prstGeom xmlns:a="http://schemas.openxmlformats.org/drawingml/2006/main" prst="line">
            <a:avLst/>
          </a:prstGeom>
          <a:ln xmlns:a="http://schemas.openxmlformats.org/drawingml/2006/main" w="19050">
            <a:solidFill>
              <a:srgbClr val="4EE5FF"/>
            </a:solidFill>
          </a:ln>
        </p:spPr>
      </p:sp>
      <p:sp>
        <p:nvSpPr>
          <p:cNvPr id="8" name="text-388">
            <a:extLst xmlns:a="http://schemas.openxmlformats.org/drawingml/2006/main">
              <a:ext uri="{FF2B5EF4-FFF2-40B4-BE49-F238E27FC236}">
                <a16:creationId xmlns:a16="http://schemas.microsoft.com/office/drawing/2014/main" id="{0D86E899-E81A-4EFB-A7BD-02E3F4B399B3}"/>
              </a:ext>
            </a:extLst>
          </p:cNvPr>
          <p:cNvSpPr>
            <a:spLocks xmlns:a="http://schemas.openxmlformats.org/drawingml/2006/main" noGrp="1"/>
          </p:cNvSpPr>
          <p:nvPr/>
        </p:nvSpPr>
        <p:spPr>
          <a:xfrm xmlns:a="http://schemas.openxmlformats.org/drawingml/2006/main">
            <a:off x="8824416" y="1776413"/>
            <a:ext cx="841608"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they</a:t>
            </a:r>
          </a:p>
        </p:txBody>
      </p:sp>
      <p:sp>
        <p:nvSpPr>
          <p:cNvPr id="9" name="text-389">
            <a:extLst xmlns:a="http://schemas.openxmlformats.org/drawingml/2006/main">
              <a:ext uri="{FF2B5EF4-FFF2-40B4-BE49-F238E27FC236}">
                <a16:creationId xmlns:a16="http://schemas.microsoft.com/office/drawing/2014/main" id="{E84C0B85-6740-4453-BA33-5AB55E00B241}"/>
              </a:ext>
            </a:extLst>
          </p:cNvPr>
          <p:cNvSpPr>
            <a:spLocks xmlns:a="http://schemas.openxmlformats.org/drawingml/2006/main" noGrp="1"/>
          </p:cNvSpPr>
          <p:nvPr/>
        </p:nvSpPr>
        <p:spPr>
          <a:xfrm xmlns:a="http://schemas.openxmlformats.org/drawingml/2006/main">
            <a:off x="9718443" y="1776413"/>
            <a:ext cx="1480171"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practise</a:t>
            </a:r>
          </a:p>
        </p:txBody>
      </p:sp>
      <p:sp>
        <p:nvSpPr>
          <p:cNvPr id="10" name="text-390">
            <a:extLst xmlns:a="http://schemas.openxmlformats.org/drawingml/2006/main">
              <a:ext uri="{FF2B5EF4-FFF2-40B4-BE49-F238E27FC236}">
                <a16:creationId xmlns:a16="http://schemas.microsoft.com/office/drawing/2014/main" id="{1D043FCB-1164-43B5-8043-652CA016907C}"/>
              </a:ext>
            </a:extLst>
          </p:cNvPr>
          <p:cNvSpPr>
            <a:spLocks xmlns:a="http://schemas.openxmlformats.org/drawingml/2006/main" noGrp="1"/>
          </p:cNvSpPr>
          <p:nvPr/>
        </p:nvSpPr>
        <p:spPr>
          <a:xfrm xmlns:a="http://schemas.openxmlformats.org/drawingml/2006/main">
            <a:off x="6120394" y="2395538"/>
            <a:ext cx="1058064"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every</a:t>
            </a:r>
          </a:p>
        </p:txBody>
      </p:sp>
      <p:sp>
        <p:nvSpPr>
          <p:cNvPr id="11" name="text-391">
            <a:extLst xmlns:a="http://schemas.openxmlformats.org/drawingml/2006/main">
              <a:ext uri="{FF2B5EF4-FFF2-40B4-BE49-F238E27FC236}">
                <a16:creationId xmlns:a16="http://schemas.microsoft.com/office/drawing/2014/main" id="{43510B8E-D997-40D4-ACE4-CBA4D95BC529}"/>
              </a:ext>
            </a:extLst>
          </p:cNvPr>
          <p:cNvSpPr>
            <a:spLocks xmlns:a="http://schemas.openxmlformats.org/drawingml/2006/main" noGrp="1"/>
          </p:cNvSpPr>
          <p:nvPr/>
        </p:nvSpPr>
        <p:spPr>
          <a:xfrm xmlns:a="http://schemas.openxmlformats.org/drawingml/2006/main">
            <a:off x="7230877" y="2395538"/>
            <a:ext cx="77621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day.</a:t>
            </a:r>
          </a:p>
        </p:txBody>
      </p:sp>
      <p:sp>
        <p:nvSpPr>
          <p:cNvPr id="12" name="text-392">
            <a:extLst xmlns:a="http://schemas.openxmlformats.org/drawingml/2006/main">
              <a:ext uri="{FF2B5EF4-FFF2-40B4-BE49-F238E27FC236}">
                <a16:creationId xmlns:a16="http://schemas.microsoft.com/office/drawing/2014/main" id="{C8515A3F-58C2-4AA6-8756-905A7739FD3A}"/>
              </a:ext>
            </a:extLst>
          </p:cNvPr>
          <p:cNvSpPr>
            <a:spLocks xmlns:a="http://schemas.openxmlformats.org/drawingml/2006/main" noGrp="1"/>
          </p:cNvSpPr>
          <p:nvPr/>
        </p:nvSpPr>
        <p:spPr>
          <a:xfrm xmlns:a="http://schemas.openxmlformats.org/drawingml/2006/main">
            <a:off x="2794159" y="3600450"/>
            <a:ext cx="2732532"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F7F7F2"/>
                </a:solidFill>
                <a:latin typeface="Nunito"/>
                <a:ea typeface="Nunito"/>
                <a:cs typeface="Nunito"/>
              </a:defRPr>
            </a:pPr>
            <a:r>
              <a:rPr sz="2228" b="1">
                <a:solidFill>
                  <a:srgbClr val="F7F7F2"/>
                </a:solidFill>
                <a:latin typeface="Nunito"/>
                <a:ea typeface="Nunito"/>
                <a:cs typeface="Nunito"/>
              </a:rPr>
              <a:t>A   since</a:t>
            </a:r>
          </a:p>
        </p:txBody>
      </p:sp>
      <p:sp>
        <p:nvSpPr>
          <p:cNvPr id="13" name="text-393">
            <a:extLst xmlns:a="http://schemas.openxmlformats.org/drawingml/2006/main">
              <a:ext uri="{FF2B5EF4-FFF2-40B4-BE49-F238E27FC236}">
                <a16:creationId xmlns:a16="http://schemas.microsoft.com/office/drawing/2014/main" id="{B8AAAC68-3923-49D8-8EDF-D70A2F56F2F5}"/>
              </a:ext>
            </a:extLst>
          </p:cNvPr>
          <p:cNvSpPr>
            <a:spLocks xmlns:a="http://schemas.openxmlformats.org/drawingml/2006/main" noGrp="1"/>
          </p:cNvSpPr>
          <p:nvPr/>
        </p:nvSpPr>
        <p:spPr>
          <a:xfrm xmlns:a="http://schemas.openxmlformats.org/drawingml/2006/main">
            <a:off x="5697474" y="3600450"/>
            <a:ext cx="2732532"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F7F7F2"/>
                </a:solidFill>
                <a:latin typeface="Nunito"/>
                <a:ea typeface="Nunito"/>
                <a:cs typeface="Nunito"/>
              </a:defRPr>
            </a:pPr>
            <a:r>
              <a:rPr sz="2228" b="1">
                <a:solidFill>
                  <a:srgbClr val="F7F7F2"/>
                </a:solidFill>
                <a:latin typeface="Nunito"/>
                <a:ea typeface="Nunito"/>
                <a:cs typeface="Nunito"/>
              </a:rPr>
              <a:t>B   although</a:t>
            </a:r>
          </a:p>
        </p:txBody>
      </p:sp>
      <p:sp>
        <p:nvSpPr>
          <p:cNvPr id="14" name="text-394">
            <a:extLst xmlns:a="http://schemas.openxmlformats.org/drawingml/2006/main">
              <a:ext uri="{FF2B5EF4-FFF2-40B4-BE49-F238E27FC236}">
                <a16:creationId xmlns:a16="http://schemas.microsoft.com/office/drawing/2014/main" id="{9EFD19B9-568B-4DDB-A070-1F1EAD1806D2}"/>
              </a:ext>
            </a:extLst>
          </p:cNvPr>
          <p:cNvSpPr>
            <a:spLocks xmlns:a="http://schemas.openxmlformats.org/drawingml/2006/main" noGrp="1"/>
          </p:cNvSpPr>
          <p:nvPr/>
        </p:nvSpPr>
        <p:spPr>
          <a:xfrm xmlns:a="http://schemas.openxmlformats.org/drawingml/2006/main">
            <a:off x="8600789" y="3600450"/>
            <a:ext cx="2732532"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F7F7F2"/>
                </a:solidFill>
                <a:latin typeface="Nunito"/>
                <a:ea typeface="Nunito"/>
                <a:cs typeface="Nunito"/>
              </a:defRPr>
            </a:pPr>
            <a:r>
              <a:rPr sz="2228" b="1">
                <a:solidFill>
                  <a:srgbClr val="F7F7F2"/>
                </a:solidFill>
                <a:latin typeface="Nunito"/>
                <a:ea typeface="Nunito"/>
                <a:cs typeface="Nunito"/>
              </a:rPr>
              <a:t>C   therefore</a:t>
            </a:r>
          </a:p>
        </p:txBody>
      </p:sp>
      <p:sp>
        <p:nvSpPr>
          <p:cNvPr id="15" name="progress-395">
            <a:extLst xmlns:a="http://schemas.openxmlformats.org/drawingml/2006/main">
              <a:ext uri="{FF2B5EF4-FFF2-40B4-BE49-F238E27FC236}">
                <a16:creationId xmlns:a16="http://schemas.microsoft.com/office/drawing/2014/main" id="{87F3AB05-D298-4297-8389-B4EAEA40DCA2}"/>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16" name="progress-396">
            <a:extLst xmlns:a="http://schemas.openxmlformats.org/drawingml/2006/main">
              <a:ext uri="{FF2B5EF4-FFF2-40B4-BE49-F238E27FC236}">
                <a16:creationId xmlns:a16="http://schemas.microsoft.com/office/drawing/2014/main" id="{85EAA699-5B7E-406A-AF96-F4A708710759}"/>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3 / 10</a:t>
            </a:r>
          </a:p>
        </p:txBody>
      </p:sp>
      <p:sp>
        <p:nvSpPr>
          <p:cNvPr id="17" name="progress-397">
            <a:extLst xmlns:a="http://schemas.openxmlformats.org/drawingml/2006/main">
              <a:ext uri="{FF2B5EF4-FFF2-40B4-BE49-F238E27FC236}">
                <a16:creationId xmlns:a16="http://schemas.microsoft.com/office/drawing/2014/main" id="{9052BBEA-0527-480F-80CE-682C984A3078}"/>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8" name="progress-398">
            <a:extLst xmlns:a="http://schemas.openxmlformats.org/drawingml/2006/main">
              <a:ext uri="{FF2B5EF4-FFF2-40B4-BE49-F238E27FC236}">
                <a16:creationId xmlns:a16="http://schemas.microsoft.com/office/drawing/2014/main" id="{9097DDA9-207A-485B-B10B-7D780C06B39D}"/>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37</a:t>
            </a:r>
          </a:p>
        </p:txBody>
      </p:sp>
      <p:sp>
        <p:nvSpPr>
          <p:cNvPr id="19" name="progress-399">
            <a:extLst xmlns:a="http://schemas.openxmlformats.org/drawingml/2006/main">
              <a:ext uri="{FF2B5EF4-FFF2-40B4-BE49-F238E27FC236}">
                <a16:creationId xmlns:a16="http://schemas.microsoft.com/office/drawing/2014/main" id="{867C9B5F-22D9-4675-906E-79292B45170B}"/>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20" name="sidebar-divider">
            <a:extLst xmlns:a="http://schemas.openxmlformats.org/drawingml/2006/main">
              <a:ext uri="{FF2B5EF4-FFF2-40B4-BE49-F238E27FC236}">
                <a16:creationId xmlns:a16="http://schemas.microsoft.com/office/drawing/2014/main" id="{0212FD7B-8F5C-4532-B5FB-E13AA28D639E}"/>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21" name="progress-400">
            <a:extLst xmlns:a="http://schemas.openxmlformats.org/drawingml/2006/main">
              <a:ext uri="{FF2B5EF4-FFF2-40B4-BE49-F238E27FC236}">
                <a16:creationId xmlns:a16="http://schemas.microsoft.com/office/drawing/2014/main" id="{E18C2A53-98D0-4B7E-8113-F2EA9FE43C7D}"/>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22" name="progress-401">
            <a:extLst xmlns:a="http://schemas.openxmlformats.org/drawingml/2006/main">
              <a:ext uri="{FF2B5EF4-FFF2-40B4-BE49-F238E27FC236}">
                <a16:creationId xmlns:a16="http://schemas.microsoft.com/office/drawing/2014/main" id="{33B85F36-3004-457E-909B-10343E517DAB}"/>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23" name="progress-402">
            <a:extLst xmlns:a="http://schemas.openxmlformats.org/drawingml/2006/main">
              <a:ext uri="{FF2B5EF4-FFF2-40B4-BE49-F238E27FC236}">
                <a16:creationId xmlns:a16="http://schemas.microsoft.com/office/drawing/2014/main" id="{DF813420-B510-4B21-B8DD-E0A831912A10}"/>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24" name="progress-403">
            <a:extLst xmlns:a="http://schemas.openxmlformats.org/drawingml/2006/main">
              <a:ext uri="{FF2B5EF4-FFF2-40B4-BE49-F238E27FC236}">
                <a16:creationId xmlns:a16="http://schemas.microsoft.com/office/drawing/2014/main" id="{5900D7F3-57F9-4CD2-A6BE-B0DF1D9067AC}"/>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4. If + since</a:t>
            </a:r>
          </a:p>
        </p:txBody>
      </p:sp>
      <p:sp>
        <p:nvSpPr>
          <p:cNvPr id="25" name="progress-404">
            <a:extLst xmlns:a="http://schemas.openxmlformats.org/drawingml/2006/main">
              <a:ext uri="{FF2B5EF4-FFF2-40B4-BE49-F238E27FC236}">
                <a16:creationId xmlns:a16="http://schemas.microsoft.com/office/drawing/2014/main" id="{43137499-EC6B-4634-B127-9B62A52EA519}"/>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5. For</a:t>
            </a:r>
          </a:p>
        </p:txBody>
      </p:sp>
      <p:sp>
        <p:nvSpPr>
          <p:cNvPr id="26" name="progress-405">
            <a:extLst xmlns:a="http://schemas.openxmlformats.org/drawingml/2006/main">
              <a:ext uri="{FF2B5EF4-FFF2-40B4-BE49-F238E27FC236}">
                <a16:creationId xmlns:a16="http://schemas.microsoft.com/office/drawing/2014/main" id="{F8E5C2AC-0489-4DCE-B26A-7806E85B6BD9}"/>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27" name="progress-406">
            <a:extLst xmlns:a="http://schemas.openxmlformats.org/drawingml/2006/main">
              <a:ext uri="{FF2B5EF4-FFF2-40B4-BE49-F238E27FC236}">
                <a16:creationId xmlns:a16="http://schemas.microsoft.com/office/drawing/2014/main" id="{B0A4729B-F7CF-48EE-B283-02313B767C76}"/>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28" name="progress-407">
            <a:extLst xmlns:a="http://schemas.openxmlformats.org/drawingml/2006/main">
              <a:ext uri="{FF2B5EF4-FFF2-40B4-BE49-F238E27FC236}">
                <a16:creationId xmlns:a16="http://schemas.microsoft.com/office/drawing/2014/main" id="{613C2740-74F1-484B-93B5-F60D9EB48A88}"/>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29" name="progress-408">
            <a:extLst xmlns:a="http://schemas.openxmlformats.org/drawingml/2006/main">
              <a:ext uri="{FF2B5EF4-FFF2-40B4-BE49-F238E27FC236}">
                <a16:creationId xmlns:a16="http://schemas.microsoft.com/office/drawing/2014/main" id="{49F26287-26B8-4AB7-B01A-0B7F68D090E0}"/>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30" name="progress-409">
            <a:extLst xmlns:a="http://schemas.openxmlformats.org/drawingml/2006/main">
              <a:ext uri="{FF2B5EF4-FFF2-40B4-BE49-F238E27FC236}">
                <a16:creationId xmlns:a16="http://schemas.microsoft.com/office/drawing/2014/main" id="{711B9579-0700-4E68-9D84-5C09FDD016A5}"/>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31" name="progress-410">
            <a:extLst xmlns:a="http://schemas.openxmlformats.org/drawingml/2006/main">
              <a:ext uri="{FF2B5EF4-FFF2-40B4-BE49-F238E27FC236}">
                <a16:creationId xmlns:a16="http://schemas.microsoft.com/office/drawing/2014/main" id="{73BE6CA7-3A67-40B4-BD97-62ED173849AA}"/>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32" name="text-411">
            <a:extLst xmlns:a="http://schemas.openxmlformats.org/drawingml/2006/main">
              <a:ext uri="{FF2B5EF4-FFF2-40B4-BE49-F238E27FC236}">
                <a16:creationId xmlns:a16="http://schemas.microsoft.com/office/drawing/2014/main" id="{A6E507DC-8DEB-4B9A-801F-56D5BBF37633}"/>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18 / 50</a:t>
            </a:r>
          </a:p>
        </p:txBody>
      </p:sp>
    </p:spTree>
    <p:extLst>
      <p:ext uri="{BB962C8B-B14F-4D97-AF65-F5344CB8AC3E}">
        <p14:creationId xmlns:p14="http://schemas.microsoft.com/office/powerpoint/2010/main" val="1428804406"/>
      </p:ext>
    </p:extLst>
  </p:cSld>
</p:sld>
</file>

<file path=ppt/slides/slide19.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34" name="text-412">
            <a:extLst xmlns:a="http://schemas.openxmlformats.org/drawingml/2006/main">
              <a:ext uri="{FF2B5EF4-FFF2-40B4-BE49-F238E27FC236}">
                <a16:creationId xmlns:a16="http://schemas.microsoft.com/office/drawing/2014/main" id="{531F1ACA-3FE4-41B2-942C-37B42E923DA9}"/>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1ebb3cf434c54a26"/>
              </a:rPr>
              <a:t>⌂</a:t>
            </a:r>
          </a:p>
        </p:txBody>
      </p:sp>
      <p:sp>
        <p:nvSpPr>
          <p:cNvPr id="2" name="title-413">
            <a:extLst xmlns:a="http://schemas.openxmlformats.org/drawingml/2006/main">
              <a:ext uri="{FF2B5EF4-FFF2-40B4-BE49-F238E27FC236}">
                <a16:creationId xmlns:a16="http://schemas.microsoft.com/office/drawing/2014/main" id="{FB8B9754-F481-4902-9D61-7260B51A61AF}"/>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Since gives a reason</a:t>
            </a:r>
          </a:p>
        </p:txBody>
      </p:sp>
      <p:sp>
        <p:nvSpPr>
          <p:cNvPr id="3" name="text-414">
            <a:extLst xmlns:a="http://schemas.openxmlformats.org/drawingml/2006/main">
              <a:ext uri="{FF2B5EF4-FFF2-40B4-BE49-F238E27FC236}">
                <a16:creationId xmlns:a16="http://schemas.microsoft.com/office/drawing/2014/main" id="{CDF08287-5A75-435B-9AED-A02174F8DC28}"/>
              </a:ext>
            </a:extLst>
          </p:cNvPr>
          <p:cNvSpPr>
            <a:spLocks xmlns:a="http://schemas.openxmlformats.org/drawingml/2006/main" noGrp="1"/>
          </p:cNvSpPr>
          <p:nvPr/>
        </p:nvSpPr>
        <p:spPr>
          <a:xfrm xmlns:a="http://schemas.openxmlformats.org/drawingml/2006/main">
            <a:off x="2928866" y="1776413"/>
            <a:ext cx="1701354"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Students</a:t>
            </a:r>
          </a:p>
        </p:txBody>
      </p:sp>
      <p:sp>
        <p:nvSpPr>
          <p:cNvPr id="4" name="text-415">
            <a:extLst xmlns:a="http://schemas.openxmlformats.org/drawingml/2006/main">
              <a:ext uri="{FF2B5EF4-FFF2-40B4-BE49-F238E27FC236}">
                <a16:creationId xmlns:a16="http://schemas.microsoft.com/office/drawing/2014/main" id="{213D945D-137E-442B-8E23-2DF2C96E2E0E}"/>
              </a:ext>
            </a:extLst>
          </p:cNvPr>
          <p:cNvSpPr>
            <a:spLocks xmlns:a="http://schemas.openxmlformats.org/drawingml/2006/main" noGrp="1"/>
          </p:cNvSpPr>
          <p:nvPr/>
        </p:nvSpPr>
        <p:spPr>
          <a:xfrm xmlns:a="http://schemas.openxmlformats.org/drawingml/2006/main">
            <a:off x="4682639" y="1776413"/>
            <a:ext cx="966552"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learn</a:t>
            </a:r>
          </a:p>
        </p:txBody>
      </p:sp>
      <p:sp>
        <p:nvSpPr>
          <p:cNvPr id="5" name="text-416">
            <a:extLst xmlns:a="http://schemas.openxmlformats.org/drawingml/2006/main">
              <a:ext uri="{FF2B5EF4-FFF2-40B4-BE49-F238E27FC236}">
                <a16:creationId xmlns:a16="http://schemas.microsoft.com/office/drawing/2014/main" id="{F15338F3-1A95-4F28-98A8-BD4F8BDD1D14}"/>
              </a:ext>
            </a:extLst>
          </p:cNvPr>
          <p:cNvSpPr>
            <a:spLocks xmlns:a="http://schemas.openxmlformats.org/drawingml/2006/main" noGrp="1"/>
          </p:cNvSpPr>
          <p:nvPr/>
        </p:nvSpPr>
        <p:spPr>
          <a:xfrm xmlns:a="http://schemas.openxmlformats.org/drawingml/2006/main">
            <a:off x="5701610" y="1776413"/>
            <a:ext cx="1079001"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faster</a:t>
            </a:r>
          </a:p>
        </p:txBody>
      </p:sp>
      <p:sp>
        <p:nvSpPr>
          <p:cNvPr id="6" name="text-417">
            <a:extLst xmlns:a="http://schemas.openxmlformats.org/drawingml/2006/main">
              <a:ext uri="{FF2B5EF4-FFF2-40B4-BE49-F238E27FC236}">
                <a16:creationId xmlns:a16="http://schemas.microsoft.com/office/drawing/2014/main" id="{13992439-BF73-44C1-A917-ACD5A63876CF}"/>
              </a:ext>
            </a:extLst>
          </p:cNvPr>
          <p:cNvSpPr>
            <a:spLocks xmlns:a="http://schemas.openxmlformats.org/drawingml/2006/main" noGrp="1"/>
          </p:cNvSpPr>
          <p:nvPr/>
        </p:nvSpPr>
        <p:spPr>
          <a:xfrm xmlns:a="http://schemas.openxmlformats.org/drawingml/2006/main">
            <a:off x="6848555" y="1776413"/>
            <a:ext cx="1907917"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DFFF5B"/>
                </a:solidFill>
                <a:latin typeface="Nunito"/>
                <a:ea typeface="Nunito"/>
                <a:cs typeface="Nunito"/>
              </a:defRPr>
            </a:pPr>
            <a:r>
              <a:rPr sz="2565" b="1">
                <a:solidFill>
                  <a:srgbClr val="DFFF5B"/>
                </a:solidFill>
                <a:latin typeface="Nunito"/>
                <a:ea typeface="Nunito"/>
                <a:cs typeface="Nunito"/>
              </a:rPr>
              <a:t>since</a:t>
            </a:r>
          </a:p>
        </p:txBody>
      </p:sp>
      <p:sp>
        <p:nvSpPr>
          <p:cNvPr id="7" name="gap-line-19">
            <a:extLst xmlns:a="http://schemas.openxmlformats.org/drawingml/2006/main">
              <a:ext uri="{FF2B5EF4-FFF2-40B4-BE49-F238E27FC236}">
                <a16:creationId xmlns:a16="http://schemas.microsoft.com/office/drawing/2014/main" id="{B08F888A-E266-4A10-BF75-6C0AA217C1C5}"/>
              </a:ext>
            </a:extLst>
          </p:cNvPr>
          <p:cNvSpPr>
            <a:spLocks xmlns:a="http://schemas.openxmlformats.org/drawingml/2006/main" noGrp="1"/>
          </p:cNvSpPr>
          <p:nvPr/>
        </p:nvSpPr>
        <p:spPr>
          <a:xfrm xmlns:a="http://schemas.openxmlformats.org/drawingml/2006/main">
            <a:off x="6848555" y="2319338"/>
            <a:ext cx="1907917" cy="0"/>
          </a:xfrm>
          <a:prstGeom xmlns:a="http://schemas.openxmlformats.org/drawingml/2006/main" prst="line">
            <a:avLst/>
          </a:prstGeom>
          <a:ln xmlns:a="http://schemas.openxmlformats.org/drawingml/2006/main" w="19050">
            <a:solidFill>
              <a:srgbClr val="DFFF5B"/>
            </a:solidFill>
          </a:ln>
        </p:spPr>
      </p:sp>
      <p:sp>
        <p:nvSpPr>
          <p:cNvPr id="8" name="text-418">
            <a:extLst xmlns:a="http://schemas.openxmlformats.org/drawingml/2006/main">
              <a:ext uri="{FF2B5EF4-FFF2-40B4-BE49-F238E27FC236}">
                <a16:creationId xmlns:a16="http://schemas.microsoft.com/office/drawing/2014/main" id="{40030B63-4C07-421E-B052-FC1F84FA5119}"/>
              </a:ext>
            </a:extLst>
          </p:cNvPr>
          <p:cNvSpPr>
            <a:spLocks xmlns:a="http://schemas.openxmlformats.org/drawingml/2006/main" noGrp="1"/>
          </p:cNvSpPr>
          <p:nvPr/>
        </p:nvSpPr>
        <p:spPr>
          <a:xfrm xmlns:a="http://schemas.openxmlformats.org/drawingml/2006/main">
            <a:off x="8824416" y="1776413"/>
            <a:ext cx="841608"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they</a:t>
            </a:r>
          </a:p>
        </p:txBody>
      </p:sp>
      <p:sp>
        <p:nvSpPr>
          <p:cNvPr id="9" name="text-419">
            <a:extLst xmlns:a="http://schemas.openxmlformats.org/drawingml/2006/main">
              <a:ext uri="{FF2B5EF4-FFF2-40B4-BE49-F238E27FC236}">
                <a16:creationId xmlns:a16="http://schemas.microsoft.com/office/drawing/2014/main" id="{70B25201-D097-48A8-AAAC-DF94E73629E5}"/>
              </a:ext>
            </a:extLst>
          </p:cNvPr>
          <p:cNvSpPr>
            <a:spLocks xmlns:a="http://schemas.openxmlformats.org/drawingml/2006/main" noGrp="1"/>
          </p:cNvSpPr>
          <p:nvPr/>
        </p:nvSpPr>
        <p:spPr>
          <a:xfrm xmlns:a="http://schemas.openxmlformats.org/drawingml/2006/main">
            <a:off x="9718443" y="1776413"/>
            <a:ext cx="1480171"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practise</a:t>
            </a:r>
          </a:p>
        </p:txBody>
      </p:sp>
      <p:sp>
        <p:nvSpPr>
          <p:cNvPr id="10" name="text-420">
            <a:extLst xmlns:a="http://schemas.openxmlformats.org/drawingml/2006/main">
              <a:ext uri="{FF2B5EF4-FFF2-40B4-BE49-F238E27FC236}">
                <a16:creationId xmlns:a16="http://schemas.microsoft.com/office/drawing/2014/main" id="{B9D765E7-33B9-4980-B77E-4CFD6C74F0CE}"/>
              </a:ext>
            </a:extLst>
          </p:cNvPr>
          <p:cNvSpPr>
            <a:spLocks xmlns:a="http://schemas.openxmlformats.org/drawingml/2006/main" noGrp="1"/>
          </p:cNvSpPr>
          <p:nvPr/>
        </p:nvSpPr>
        <p:spPr>
          <a:xfrm xmlns:a="http://schemas.openxmlformats.org/drawingml/2006/main">
            <a:off x="6120394" y="2395538"/>
            <a:ext cx="1058064"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every</a:t>
            </a:r>
          </a:p>
        </p:txBody>
      </p:sp>
      <p:sp>
        <p:nvSpPr>
          <p:cNvPr id="11" name="text-421">
            <a:extLst xmlns:a="http://schemas.openxmlformats.org/drawingml/2006/main">
              <a:ext uri="{FF2B5EF4-FFF2-40B4-BE49-F238E27FC236}">
                <a16:creationId xmlns:a16="http://schemas.microsoft.com/office/drawing/2014/main" id="{4AC1D4B8-0F04-40AD-A60E-88DEF5351D2C}"/>
              </a:ext>
            </a:extLst>
          </p:cNvPr>
          <p:cNvSpPr>
            <a:spLocks xmlns:a="http://schemas.openxmlformats.org/drawingml/2006/main" noGrp="1"/>
          </p:cNvSpPr>
          <p:nvPr/>
        </p:nvSpPr>
        <p:spPr>
          <a:xfrm xmlns:a="http://schemas.openxmlformats.org/drawingml/2006/main">
            <a:off x="7230877" y="2395538"/>
            <a:ext cx="77621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day.</a:t>
            </a:r>
          </a:p>
        </p:txBody>
      </p:sp>
      <p:sp>
        <p:nvSpPr>
          <p:cNvPr id="12" name="text-422">
            <a:extLst xmlns:a="http://schemas.openxmlformats.org/drawingml/2006/main">
              <a:ext uri="{FF2B5EF4-FFF2-40B4-BE49-F238E27FC236}">
                <a16:creationId xmlns:a16="http://schemas.microsoft.com/office/drawing/2014/main" id="{9A05C5AD-EC3F-4B30-BBC9-E60F2D9BBC80}"/>
              </a:ext>
            </a:extLst>
          </p:cNvPr>
          <p:cNvSpPr>
            <a:spLocks xmlns:a="http://schemas.openxmlformats.org/drawingml/2006/main" noGrp="1"/>
          </p:cNvSpPr>
          <p:nvPr/>
        </p:nvSpPr>
        <p:spPr>
          <a:xfrm xmlns:a="http://schemas.openxmlformats.org/drawingml/2006/main">
            <a:off x="2794159" y="3600450"/>
            <a:ext cx="2732532"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DFFF5B"/>
                </a:solidFill>
                <a:latin typeface="Nunito"/>
                <a:ea typeface="Nunito"/>
                <a:cs typeface="Nunito"/>
              </a:defRPr>
            </a:pPr>
            <a:r>
              <a:rPr sz="2228" b="1">
                <a:solidFill>
                  <a:srgbClr val="DFFF5B"/>
                </a:solidFill>
                <a:latin typeface="Nunito"/>
                <a:ea typeface="Nunito"/>
                <a:cs typeface="Nunito"/>
              </a:rPr>
              <a:t>A   since</a:t>
            </a:r>
          </a:p>
        </p:txBody>
      </p:sp>
      <p:sp>
        <p:nvSpPr>
          <p:cNvPr id="13" name="text-423">
            <a:extLst xmlns:a="http://schemas.openxmlformats.org/drawingml/2006/main">
              <a:ext uri="{FF2B5EF4-FFF2-40B4-BE49-F238E27FC236}">
                <a16:creationId xmlns:a16="http://schemas.microsoft.com/office/drawing/2014/main" id="{C36E4F59-A1E6-4886-849B-2100AC435DF6}"/>
              </a:ext>
            </a:extLst>
          </p:cNvPr>
          <p:cNvSpPr>
            <a:spLocks xmlns:a="http://schemas.openxmlformats.org/drawingml/2006/main" noGrp="1"/>
          </p:cNvSpPr>
          <p:nvPr/>
        </p:nvSpPr>
        <p:spPr>
          <a:xfrm xmlns:a="http://schemas.openxmlformats.org/drawingml/2006/main">
            <a:off x="5697474" y="3600450"/>
            <a:ext cx="2732532"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F7F7F2"/>
                </a:solidFill>
                <a:latin typeface="Nunito"/>
                <a:ea typeface="Nunito"/>
                <a:cs typeface="Nunito"/>
              </a:defRPr>
            </a:pPr>
            <a:r>
              <a:rPr sz="2228" b="1">
                <a:solidFill>
                  <a:srgbClr val="F7F7F2"/>
                </a:solidFill>
                <a:latin typeface="Nunito"/>
                <a:ea typeface="Nunito"/>
                <a:cs typeface="Nunito"/>
              </a:rPr>
              <a:t>B   although</a:t>
            </a:r>
          </a:p>
        </p:txBody>
      </p:sp>
      <p:sp>
        <p:nvSpPr>
          <p:cNvPr id="14" name="text-424">
            <a:extLst xmlns:a="http://schemas.openxmlformats.org/drawingml/2006/main">
              <a:ext uri="{FF2B5EF4-FFF2-40B4-BE49-F238E27FC236}">
                <a16:creationId xmlns:a16="http://schemas.microsoft.com/office/drawing/2014/main" id="{2D4B935B-FBCE-4065-95AF-9E080CF9437B}"/>
              </a:ext>
            </a:extLst>
          </p:cNvPr>
          <p:cNvSpPr>
            <a:spLocks xmlns:a="http://schemas.openxmlformats.org/drawingml/2006/main" noGrp="1"/>
          </p:cNvSpPr>
          <p:nvPr/>
        </p:nvSpPr>
        <p:spPr>
          <a:xfrm xmlns:a="http://schemas.openxmlformats.org/drawingml/2006/main">
            <a:off x="8600789" y="3600450"/>
            <a:ext cx="2732532"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F7F7F2"/>
                </a:solidFill>
                <a:latin typeface="Nunito"/>
                <a:ea typeface="Nunito"/>
                <a:cs typeface="Nunito"/>
              </a:defRPr>
            </a:pPr>
            <a:r>
              <a:rPr sz="2228" b="1">
                <a:solidFill>
                  <a:srgbClr val="F7F7F2"/>
                </a:solidFill>
                <a:latin typeface="Nunito"/>
                <a:ea typeface="Nunito"/>
                <a:cs typeface="Nunito"/>
              </a:rPr>
              <a:t>C   therefore</a:t>
            </a:r>
          </a:p>
        </p:txBody>
      </p:sp>
      <p:sp>
        <p:nvSpPr>
          <p:cNvPr id="15" name="text-425">
            <a:extLst xmlns:a="http://schemas.openxmlformats.org/drawingml/2006/main">
              <a:ext uri="{FF2B5EF4-FFF2-40B4-BE49-F238E27FC236}">
                <a16:creationId xmlns:a16="http://schemas.microsoft.com/office/drawing/2014/main" id="{82BCAF61-1716-4A94-BBB4-D207C34795D9}"/>
              </a:ext>
            </a:extLst>
          </p:cNvPr>
          <p:cNvSpPr>
            <a:spLocks xmlns:a="http://schemas.openxmlformats.org/drawingml/2006/main" noGrp="1"/>
          </p:cNvSpPr>
          <p:nvPr/>
        </p:nvSpPr>
        <p:spPr>
          <a:xfrm xmlns:a="http://schemas.openxmlformats.org/drawingml/2006/main">
            <a:off x="2809685" y="4895850"/>
            <a:ext cx="8508111"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DFFF5B"/>
                </a:solidFill>
                <a:latin typeface="Nunito"/>
                <a:ea typeface="Nunito"/>
                <a:cs typeface="Nunito"/>
              </a:defRPr>
            </a:pPr>
            <a:r>
              <a:rPr sz="2025" b="1">
                <a:solidFill>
                  <a:srgbClr val="DFFF5B"/>
                </a:solidFill>
                <a:latin typeface="Nunito"/>
                <a:ea typeface="Nunito"/>
                <a:cs typeface="Nunito"/>
              </a:rPr>
              <a:t>since = because. Follow it with a subject and a verb.</a:t>
            </a:r>
          </a:p>
        </p:txBody>
      </p:sp>
      <p:sp>
        <p:nvSpPr>
          <p:cNvPr id="16" name="progress-426">
            <a:extLst xmlns:a="http://schemas.openxmlformats.org/drawingml/2006/main">
              <a:ext uri="{FF2B5EF4-FFF2-40B4-BE49-F238E27FC236}">
                <a16:creationId xmlns:a16="http://schemas.microsoft.com/office/drawing/2014/main" id="{EA3096A9-FDD2-4F58-A371-11E893342A07}"/>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17" name="progress-427">
            <a:extLst xmlns:a="http://schemas.openxmlformats.org/drawingml/2006/main">
              <a:ext uri="{FF2B5EF4-FFF2-40B4-BE49-F238E27FC236}">
                <a16:creationId xmlns:a16="http://schemas.microsoft.com/office/drawing/2014/main" id="{456D0A7B-6203-4B50-A650-E498B62B553A}"/>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3 / 10</a:t>
            </a:r>
          </a:p>
        </p:txBody>
      </p:sp>
      <p:sp>
        <p:nvSpPr>
          <p:cNvPr id="18" name="progress-428">
            <a:extLst xmlns:a="http://schemas.openxmlformats.org/drawingml/2006/main">
              <a:ext uri="{FF2B5EF4-FFF2-40B4-BE49-F238E27FC236}">
                <a16:creationId xmlns:a16="http://schemas.microsoft.com/office/drawing/2014/main" id="{7EF57774-436C-4BE4-A0E2-A3A29D81F1B5}"/>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9" name="progress-429">
            <a:extLst xmlns:a="http://schemas.openxmlformats.org/drawingml/2006/main">
              <a:ext uri="{FF2B5EF4-FFF2-40B4-BE49-F238E27FC236}">
                <a16:creationId xmlns:a16="http://schemas.microsoft.com/office/drawing/2014/main" id="{0AFC5A9D-0504-4F0B-A39F-4B6B23E7DA56}"/>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37</a:t>
            </a:r>
          </a:p>
        </p:txBody>
      </p:sp>
      <p:sp>
        <p:nvSpPr>
          <p:cNvPr id="20" name="progress-430">
            <a:extLst xmlns:a="http://schemas.openxmlformats.org/drawingml/2006/main">
              <a:ext uri="{FF2B5EF4-FFF2-40B4-BE49-F238E27FC236}">
                <a16:creationId xmlns:a16="http://schemas.microsoft.com/office/drawing/2014/main" id="{012C19F1-2780-412A-93AB-5E67445B9702}"/>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21" name="sidebar-divider">
            <a:extLst xmlns:a="http://schemas.openxmlformats.org/drawingml/2006/main">
              <a:ext uri="{FF2B5EF4-FFF2-40B4-BE49-F238E27FC236}">
                <a16:creationId xmlns:a16="http://schemas.microsoft.com/office/drawing/2014/main" id="{643BD279-4521-4420-B4F5-61BCA317DD8D}"/>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22" name="progress-431">
            <a:extLst xmlns:a="http://schemas.openxmlformats.org/drawingml/2006/main">
              <a:ext uri="{FF2B5EF4-FFF2-40B4-BE49-F238E27FC236}">
                <a16:creationId xmlns:a16="http://schemas.microsoft.com/office/drawing/2014/main" id="{71136E9E-5AAD-4EE3-8831-89E4072F2754}"/>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23" name="progress-432">
            <a:extLst xmlns:a="http://schemas.openxmlformats.org/drawingml/2006/main">
              <a:ext uri="{FF2B5EF4-FFF2-40B4-BE49-F238E27FC236}">
                <a16:creationId xmlns:a16="http://schemas.microsoft.com/office/drawing/2014/main" id="{38558786-D247-44DF-9A34-B43B779E5BDF}"/>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24" name="progress-433">
            <a:extLst xmlns:a="http://schemas.openxmlformats.org/drawingml/2006/main">
              <a:ext uri="{FF2B5EF4-FFF2-40B4-BE49-F238E27FC236}">
                <a16:creationId xmlns:a16="http://schemas.microsoft.com/office/drawing/2014/main" id="{0AE36DE1-1E2D-47E5-B0E2-AE82956BAED4}"/>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25" name="progress-434">
            <a:extLst xmlns:a="http://schemas.openxmlformats.org/drawingml/2006/main">
              <a:ext uri="{FF2B5EF4-FFF2-40B4-BE49-F238E27FC236}">
                <a16:creationId xmlns:a16="http://schemas.microsoft.com/office/drawing/2014/main" id="{7F5C353A-E8F7-4616-BAF6-C0647CB05A06}"/>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4. If + since</a:t>
            </a:r>
          </a:p>
        </p:txBody>
      </p:sp>
      <p:sp>
        <p:nvSpPr>
          <p:cNvPr id="26" name="progress-435">
            <a:extLst xmlns:a="http://schemas.openxmlformats.org/drawingml/2006/main">
              <a:ext uri="{FF2B5EF4-FFF2-40B4-BE49-F238E27FC236}">
                <a16:creationId xmlns:a16="http://schemas.microsoft.com/office/drawing/2014/main" id="{2F88C7B0-F484-4F44-891D-9A680C4065B3}"/>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5. For</a:t>
            </a:r>
          </a:p>
        </p:txBody>
      </p:sp>
      <p:sp>
        <p:nvSpPr>
          <p:cNvPr id="27" name="progress-436">
            <a:extLst xmlns:a="http://schemas.openxmlformats.org/drawingml/2006/main">
              <a:ext uri="{FF2B5EF4-FFF2-40B4-BE49-F238E27FC236}">
                <a16:creationId xmlns:a16="http://schemas.microsoft.com/office/drawing/2014/main" id="{CED1523E-C10E-428C-8E5F-46726BE6CA07}"/>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28" name="progress-437">
            <a:extLst xmlns:a="http://schemas.openxmlformats.org/drawingml/2006/main">
              <a:ext uri="{FF2B5EF4-FFF2-40B4-BE49-F238E27FC236}">
                <a16:creationId xmlns:a16="http://schemas.microsoft.com/office/drawing/2014/main" id="{FF79041C-1D60-42D1-960C-C82622FABB48}"/>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29" name="progress-438">
            <a:extLst xmlns:a="http://schemas.openxmlformats.org/drawingml/2006/main">
              <a:ext uri="{FF2B5EF4-FFF2-40B4-BE49-F238E27FC236}">
                <a16:creationId xmlns:a16="http://schemas.microsoft.com/office/drawing/2014/main" id="{AB9C0666-337B-46A2-99B4-9FEAB9D4A05D}"/>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30" name="progress-439">
            <a:extLst xmlns:a="http://schemas.openxmlformats.org/drawingml/2006/main">
              <a:ext uri="{FF2B5EF4-FFF2-40B4-BE49-F238E27FC236}">
                <a16:creationId xmlns:a16="http://schemas.microsoft.com/office/drawing/2014/main" id="{6FA96EDC-6A8A-4E48-AF41-4A4A720DF9F0}"/>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31" name="progress-440">
            <a:extLst xmlns:a="http://schemas.openxmlformats.org/drawingml/2006/main">
              <a:ext uri="{FF2B5EF4-FFF2-40B4-BE49-F238E27FC236}">
                <a16:creationId xmlns:a16="http://schemas.microsoft.com/office/drawing/2014/main" id="{09205CF6-6E26-47A0-8914-267ACB5A76E2}"/>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32" name="progress-441">
            <a:extLst xmlns:a="http://schemas.openxmlformats.org/drawingml/2006/main">
              <a:ext uri="{FF2B5EF4-FFF2-40B4-BE49-F238E27FC236}">
                <a16:creationId xmlns:a16="http://schemas.microsoft.com/office/drawing/2014/main" id="{3608FD85-EBC7-45C6-B6AC-1D6B3B12BE3D}"/>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33" name="text-442">
            <a:extLst xmlns:a="http://schemas.openxmlformats.org/drawingml/2006/main">
              <a:ext uri="{FF2B5EF4-FFF2-40B4-BE49-F238E27FC236}">
                <a16:creationId xmlns:a16="http://schemas.microsoft.com/office/drawing/2014/main" id="{1D44591C-80E5-4F39-84DC-1C77CD7BD15D}"/>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19 / 50</a:t>
            </a:r>
          </a:p>
        </p:txBody>
      </p:sp>
    </p:spTree>
    <p:extLst>
      <p:ext uri="{BB962C8B-B14F-4D97-AF65-F5344CB8AC3E}">
        <p14:creationId xmlns:p14="http://schemas.microsoft.com/office/powerpoint/2010/main" val="2024225962"/>
      </p:ext>
    </p:extLst>
  </p:cSld>
</p:sld>
</file>

<file path=ppt/slides/slide20.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5" name="text-443">
            <a:extLst xmlns:a="http://schemas.openxmlformats.org/drawingml/2006/main">
              <a:ext uri="{FF2B5EF4-FFF2-40B4-BE49-F238E27FC236}">
                <a16:creationId xmlns:a16="http://schemas.microsoft.com/office/drawing/2014/main" id="{E95866E6-6CC3-40E1-B780-A46EB5D6E5C5}"/>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74a54cd85a664030"/>
              </a:rPr>
              <a:t>⌂</a:t>
            </a:r>
          </a:p>
        </p:txBody>
      </p:sp>
      <p:sp>
        <p:nvSpPr>
          <p:cNvPr id="2" name="title-444">
            <a:extLst xmlns:a="http://schemas.openxmlformats.org/drawingml/2006/main">
              <a:ext uri="{FF2B5EF4-FFF2-40B4-BE49-F238E27FC236}">
                <a16:creationId xmlns:a16="http://schemas.microsoft.com/office/drawing/2014/main" id="{B3CF4DD9-8CD1-4A6E-ADB5-570027B829F6}"/>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Fourth sentence · If + since</a:t>
            </a:r>
          </a:p>
        </p:txBody>
      </p:sp>
      <p:sp>
        <p:nvSpPr>
          <p:cNvPr id="3" name="text-445">
            <a:extLst xmlns:a="http://schemas.openxmlformats.org/drawingml/2006/main">
              <a:ext uri="{FF2B5EF4-FFF2-40B4-BE49-F238E27FC236}">
                <a16:creationId xmlns:a16="http://schemas.microsoft.com/office/drawing/2014/main" id="{EF11C8A5-0E0F-4AE1-929B-955564C85241}"/>
              </a:ext>
            </a:extLst>
          </p:cNvPr>
          <p:cNvSpPr>
            <a:spLocks xmlns:a="http://schemas.openxmlformats.org/drawingml/2006/main" noGrp="1"/>
          </p:cNvSpPr>
          <p:nvPr/>
        </p:nvSpPr>
        <p:spPr>
          <a:xfrm xmlns:a="http://schemas.openxmlformats.org/drawingml/2006/main">
            <a:off x="2794159" y="1562100"/>
            <a:ext cx="8539162"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038" b="1">
                <a:solidFill>
                  <a:srgbClr val="F7F7F2"/>
                </a:solidFill>
                <a:latin typeface="Nunito"/>
                <a:ea typeface="Nunito"/>
                <a:cs typeface="Nunito"/>
              </a:defRPr>
            </a:pPr>
            <a:r>
              <a:rPr sz="3038" b="1">
                <a:solidFill>
                  <a:srgbClr val="F7F7F2"/>
                </a:solidFill>
                <a:latin typeface="Nunito"/>
                <a:ea typeface="Nunito"/>
                <a:cs typeface="Nunito"/>
              </a:rPr>
              <a:t>If they play, the team will ... since ...</a:t>
            </a:r>
          </a:p>
        </p:txBody>
      </p:sp>
      <p:sp>
        <p:nvSpPr>
          <p:cNvPr id="4" name="text-446">
            <a:extLst xmlns:a="http://schemas.openxmlformats.org/drawingml/2006/main">
              <a:ext uri="{FF2B5EF4-FFF2-40B4-BE49-F238E27FC236}">
                <a16:creationId xmlns:a16="http://schemas.microsoft.com/office/drawing/2014/main" id="{3F931F82-BD5C-40AF-9F0E-136742026A00}"/>
              </a:ext>
            </a:extLst>
          </p:cNvPr>
          <p:cNvSpPr>
            <a:spLocks xmlns:a="http://schemas.openxmlformats.org/drawingml/2006/main" noGrp="1"/>
          </p:cNvSpPr>
          <p:nvPr/>
        </p:nvSpPr>
        <p:spPr>
          <a:xfrm xmlns:a="http://schemas.openxmlformats.org/drawingml/2006/main">
            <a:off x="2871788" y="3143250"/>
            <a:ext cx="838390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93" b="1">
                <a:solidFill>
                  <a:srgbClr val="A9BDD2"/>
                </a:solidFill>
                <a:latin typeface="Nunito"/>
                <a:ea typeface="Nunito"/>
                <a:cs typeface="Nunito"/>
              </a:defRPr>
            </a:pPr>
            <a:r>
              <a:rPr sz="2093" b="1">
                <a:solidFill>
                  <a:srgbClr val="A9BDD2"/>
                </a:solidFill>
                <a:latin typeface="Nunito"/>
                <a:ea typeface="Nunito"/>
                <a:cs typeface="Nunito"/>
              </a:rPr>
              <a:t>Give a possible result and explain the reason.</a:t>
            </a:r>
          </a:p>
        </p:txBody>
      </p:sp>
      <p:sp>
        <p:nvSpPr>
          <p:cNvPr id="5" name="text-447">
            <a:extLst xmlns:a="http://schemas.openxmlformats.org/drawingml/2006/main">
              <a:ext uri="{FF2B5EF4-FFF2-40B4-BE49-F238E27FC236}">
                <a16:creationId xmlns:a16="http://schemas.microsoft.com/office/drawing/2014/main" id="{3D0498A8-109E-47E5-B3C1-F7C80840FAB9}"/>
              </a:ext>
            </a:extLst>
          </p:cNvPr>
          <p:cNvSpPr>
            <a:spLocks xmlns:a="http://schemas.openxmlformats.org/drawingml/2006/main" noGrp="1"/>
          </p:cNvSpPr>
          <p:nvPr/>
        </p:nvSpPr>
        <p:spPr>
          <a:xfrm xmlns:a="http://schemas.openxmlformats.org/drawingml/2006/main">
            <a:off x="2871788" y="4343400"/>
            <a:ext cx="838390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5738" b="1">
                <a:solidFill>
                  <a:srgbClr val="FFC857"/>
                </a:solidFill>
                <a:latin typeface="Nunito"/>
                <a:ea typeface="Nunito"/>
                <a:cs typeface="Nunito"/>
              </a:defRPr>
            </a:pPr>
            <a:r>
              <a:rPr sz="5738" b="1">
                <a:solidFill>
                  <a:srgbClr val="FFC857"/>
                </a:solidFill>
                <a:latin typeface="Nunito"/>
                <a:ea typeface="Nunito"/>
                <a:cs typeface="Nunito"/>
              </a:rPr>
              <a:t>00:45</a:t>
            </a:r>
          </a:p>
        </p:txBody>
      </p:sp>
      <p:sp>
        <p:nvSpPr>
          <p:cNvPr id="6" name="text-448">
            <a:extLst xmlns:a="http://schemas.openxmlformats.org/drawingml/2006/main">
              <a:ext uri="{FF2B5EF4-FFF2-40B4-BE49-F238E27FC236}">
                <a16:creationId xmlns:a16="http://schemas.microsoft.com/office/drawing/2014/main" id="{D8D22C22-314F-4885-9CCD-98F35FEA763C}"/>
              </a:ext>
            </a:extLst>
          </p:cNvPr>
          <p:cNvSpPr>
            <a:spLocks xmlns:a="http://schemas.openxmlformats.org/drawingml/2006/main" noGrp="1"/>
          </p:cNvSpPr>
          <p:nvPr/>
        </p:nvSpPr>
        <p:spPr>
          <a:xfrm xmlns:a="http://schemas.openxmlformats.org/drawingml/2006/main">
            <a:off x="2871788" y="5553075"/>
            <a:ext cx="838390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20" b="1">
                <a:solidFill>
                  <a:srgbClr val="4EE5FF"/>
                </a:solidFill>
                <a:latin typeface="Nunito"/>
                <a:ea typeface="Nunito"/>
                <a:cs typeface="Nunito"/>
              </a:defRPr>
            </a:pPr>
            <a:r>
              <a:rPr sz="1620" b="1">
                <a:solidFill>
                  <a:srgbClr val="4EE5FF"/>
                </a:solidFill>
                <a:latin typeface="Nunito"/>
                <a:ea typeface="Nunito"/>
                <a:cs typeface="Nunito"/>
                <a:hlinkClick xmlns:r="http://schemas.openxmlformats.org/officeDocument/2006/relationships" r:id="R482949fde1304cd2"/>
              </a:rPr>
              <a:t>Live timer on the website</a:t>
            </a:r>
          </a:p>
        </p:txBody>
      </p:sp>
      <p:sp>
        <p:nvSpPr>
          <p:cNvPr id="7" name="progress-449">
            <a:extLst xmlns:a="http://schemas.openxmlformats.org/drawingml/2006/main">
              <a:ext uri="{FF2B5EF4-FFF2-40B4-BE49-F238E27FC236}">
                <a16:creationId xmlns:a16="http://schemas.microsoft.com/office/drawing/2014/main" id="{F64405D9-039B-45A4-BFDD-67C109BFDB0B}"/>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8" name="progress-450">
            <a:extLst xmlns:a="http://schemas.openxmlformats.org/drawingml/2006/main">
              <a:ext uri="{FF2B5EF4-FFF2-40B4-BE49-F238E27FC236}">
                <a16:creationId xmlns:a16="http://schemas.microsoft.com/office/drawing/2014/main" id="{E5CC9291-D272-4AFD-AD01-3EA191E59E27}"/>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3 / 10</a:t>
            </a:r>
          </a:p>
        </p:txBody>
      </p:sp>
      <p:sp>
        <p:nvSpPr>
          <p:cNvPr id="9" name="progress-451">
            <a:extLst xmlns:a="http://schemas.openxmlformats.org/drawingml/2006/main">
              <a:ext uri="{FF2B5EF4-FFF2-40B4-BE49-F238E27FC236}">
                <a16:creationId xmlns:a16="http://schemas.microsoft.com/office/drawing/2014/main" id="{834D3BB9-C79F-48E5-A2DA-837B8EB012B0}"/>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0" name="progress-452">
            <a:extLst xmlns:a="http://schemas.openxmlformats.org/drawingml/2006/main">
              <a:ext uri="{FF2B5EF4-FFF2-40B4-BE49-F238E27FC236}">
                <a16:creationId xmlns:a16="http://schemas.microsoft.com/office/drawing/2014/main" id="{1AD309A1-D7A3-4D0A-A092-D3DC04BD7C60}"/>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37</a:t>
            </a:r>
          </a:p>
        </p:txBody>
      </p:sp>
      <p:sp>
        <p:nvSpPr>
          <p:cNvPr id="11" name="progress-453">
            <a:extLst xmlns:a="http://schemas.openxmlformats.org/drawingml/2006/main">
              <a:ext uri="{FF2B5EF4-FFF2-40B4-BE49-F238E27FC236}">
                <a16:creationId xmlns:a16="http://schemas.microsoft.com/office/drawing/2014/main" id="{5451C6C5-B268-47E2-8D45-2B584A36DABD}"/>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2" name="sidebar-divider">
            <a:extLst xmlns:a="http://schemas.openxmlformats.org/drawingml/2006/main">
              <a:ext uri="{FF2B5EF4-FFF2-40B4-BE49-F238E27FC236}">
                <a16:creationId xmlns:a16="http://schemas.microsoft.com/office/drawing/2014/main" id="{11CC631E-C2B8-4946-B13E-C90DEFA84D5D}"/>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3" name="progress-454">
            <a:extLst xmlns:a="http://schemas.openxmlformats.org/drawingml/2006/main">
              <a:ext uri="{FF2B5EF4-FFF2-40B4-BE49-F238E27FC236}">
                <a16:creationId xmlns:a16="http://schemas.microsoft.com/office/drawing/2014/main" id="{BE90E4C4-B486-4AB0-9256-D33EC2DA695C}"/>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4" name="progress-455">
            <a:extLst xmlns:a="http://schemas.openxmlformats.org/drawingml/2006/main">
              <a:ext uri="{FF2B5EF4-FFF2-40B4-BE49-F238E27FC236}">
                <a16:creationId xmlns:a16="http://schemas.microsoft.com/office/drawing/2014/main" id="{A830ED46-E30D-4D3A-BD72-C37E006510FD}"/>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5" name="progress-456">
            <a:extLst xmlns:a="http://schemas.openxmlformats.org/drawingml/2006/main">
              <a:ext uri="{FF2B5EF4-FFF2-40B4-BE49-F238E27FC236}">
                <a16:creationId xmlns:a16="http://schemas.microsoft.com/office/drawing/2014/main" id="{32E327EE-0D37-4E23-B759-FB3F2148D11F}"/>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6" name="progress-457">
            <a:extLst xmlns:a="http://schemas.openxmlformats.org/drawingml/2006/main">
              <a:ext uri="{FF2B5EF4-FFF2-40B4-BE49-F238E27FC236}">
                <a16:creationId xmlns:a16="http://schemas.microsoft.com/office/drawing/2014/main" id="{DA62E7AB-065A-4F6C-A376-8C49FFBD3571}"/>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4EE5FF"/>
                </a:solidFill>
                <a:latin typeface="Nunito"/>
                <a:ea typeface="Nunito"/>
                <a:cs typeface="Nunito"/>
              </a:defRPr>
            </a:pPr>
            <a:r>
              <a:rPr sz="1275" b="1">
                <a:solidFill>
                  <a:srgbClr val="4EE5FF"/>
                </a:solidFill>
                <a:latin typeface="Nunito"/>
                <a:ea typeface="Nunito"/>
                <a:cs typeface="Nunito"/>
              </a:rPr>
              <a:t>› 4. If + since</a:t>
            </a:r>
          </a:p>
        </p:txBody>
      </p:sp>
      <p:sp>
        <p:nvSpPr>
          <p:cNvPr id="17" name="progress-458">
            <a:extLst xmlns:a="http://schemas.openxmlformats.org/drawingml/2006/main">
              <a:ext uri="{FF2B5EF4-FFF2-40B4-BE49-F238E27FC236}">
                <a16:creationId xmlns:a16="http://schemas.microsoft.com/office/drawing/2014/main" id="{5ED7DD4D-9BD9-40A0-972D-FF4B8B018D64}"/>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5. For</a:t>
            </a:r>
          </a:p>
        </p:txBody>
      </p:sp>
      <p:sp>
        <p:nvSpPr>
          <p:cNvPr id="18" name="progress-459">
            <a:extLst xmlns:a="http://schemas.openxmlformats.org/drawingml/2006/main">
              <a:ext uri="{FF2B5EF4-FFF2-40B4-BE49-F238E27FC236}">
                <a16:creationId xmlns:a16="http://schemas.microsoft.com/office/drawing/2014/main" id="{26EC703F-DBB7-4B10-B263-03D58688E7E5}"/>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19" name="progress-460">
            <a:extLst xmlns:a="http://schemas.openxmlformats.org/drawingml/2006/main">
              <a:ext uri="{FF2B5EF4-FFF2-40B4-BE49-F238E27FC236}">
                <a16:creationId xmlns:a16="http://schemas.microsoft.com/office/drawing/2014/main" id="{D326305C-9297-4514-AAE2-413C55AF2156}"/>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20" name="progress-461">
            <a:extLst xmlns:a="http://schemas.openxmlformats.org/drawingml/2006/main">
              <a:ext uri="{FF2B5EF4-FFF2-40B4-BE49-F238E27FC236}">
                <a16:creationId xmlns:a16="http://schemas.microsoft.com/office/drawing/2014/main" id="{97230339-D073-4F9D-9330-DF6F96112642}"/>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21" name="progress-462">
            <a:extLst xmlns:a="http://schemas.openxmlformats.org/drawingml/2006/main">
              <a:ext uri="{FF2B5EF4-FFF2-40B4-BE49-F238E27FC236}">
                <a16:creationId xmlns:a16="http://schemas.microsoft.com/office/drawing/2014/main" id="{6EBB3097-3122-4A6B-AA48-05204B63CF11}"/>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2" name="progress-463">
            <a:extLst xmlns:a="http://schemas.openxmlformats.org/drawingml/2006/main">
              <a:ext uri="{FF2B5EF4-FFF2-40B4-BE49-F238E27FC236}">
                <a16:creationId xmlns:a16="http://schemas.microsoft.com/office/drawing/2014/main" id="{E5D9E1ED-55ED-46ED-8027-215450C0721D}"/>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3" name="progress-464">
            <a:extLst xmlns:a="http://schemas.openxmlformats.org/drawingml/2006/main">
              <a:ext uri="{FF2B5EF4-FFF2-40B4-BE49-F238E27FC236}">
                <a16:creationId xmlns:a16="http://schemas.microsoft.com/office/drawing/2014/main" id="{B6C2E33D-0CE5-4068-8790-315F35F7551B}"/>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4" name="text-465">
            <a:extLst xmlns:a="http://schemas.openxmlformats.org/drawingml/2006/main">
              <a:ext uri="{FF2B5EF4-FFF2-40B4-BE49-F238E27FC236}">
                <a16:creationId xmlns:a16="http://schemas.microsoft.com/office/drawing/2014/main" id="{9F38DE5C-16A3-48BC-A164-77CF1C14A884}"/>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20 / 50</a:t>
            </a:r>
          </a:p>
        </p:txBody>
      </p:sp>
    </p:spTree>
    <p:extLst>
      <p:ext uri="{BB962C8B-B14F-4D97-AF65-F5344CB8AC3E}">
        <p14:creationId xmlns:p14="http://schemas.microsoft.com/office/powerpoint/2010/main" val="1874590339"/>
      </p:ext>
    </p:extLst>
  </p:cSld>
</p:sld>
</file>

<file path=ppt/slides/slide21.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4" name="text-466">
            <a:extLst xmlns:a="http://schemas.openxmlformats.org/drawingml/2006/main">
              <a:ext uri="{FF2B5EF4-FFF2-40B4-BE49-F238E27FC236}">
                <a16:creationId xmlns:a16="http://schemas.microsoft.com/office/drawing/2014/main" id="{EBC7E592-35F8-4AA4-822C-4688A7304573}"/>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e31a6d99c9f04ffc"/>
              </a:rPr>
              <a:t>⌂</a:t>
            </a:r>
          </a:p>
        </p:txBody>
      </p:sp>
      <p:sp>
        <p:nvSpPr>
          <p:cNvPr id="2" name="title-467">
            <a:extLst xmlns:a="http://schemas.openxmlformats.org/drawingml/2006/main">
              <a:ext uri="{FF2B5EF4-FFF2-40B4-BE49-F238E27FC236}">
                <a16:creationId xmlns:a16="http://schemas.microsoft.com/office/drawing/2014/main" id="{E02C213D-3FC6-495D-87FA-3E1C47ED700B}"/>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Fourth sentence · Our essay so far</a:t>
            </a:r>
          </a:p>
        </p:txBody>
      </p:sp>
      <p:sp>
        <p:nvSpPr>
          <p:cNvPr id="3" name="text-468">
            <a:extLst xmlns:a="http://schemas.openxmlformats.org/drawingml/2006/main">
              <a:ext uri="{FF2B5EF4-FFF2-40B4-BE49-F238E27FC236}">
                <a16:creationId xmlns:a16="http://schemas.microsoft.com/office/drawing/2014/main" id="{3E8897BA-C14C-4CD1-A253-1E09F05C30F0}"/>
              </a:ext>
            </a:extLst>
          </p:cNvPr>
          <p:cNvSpPr>
            <a:spLocks xmlns:a="http://schemas.openxmlformats.org/drawingml/2006/main" noGrp="1"/>
          </p:cNvSpPr>
          <p:nvPr/>
        </p:nvSpPr>
        <p:spPr>
          <a:xfrm xmlns:a="http://schemas.openxmlformats.org/drawingml/2006/main">
            <a:off x="2778633" y="1257300"/>
            <a:ext cx="8570214"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School games are part of school life, but some students play better than others. I claim that every student should have a chance to play.</a:t>
            </a:r>
          </a:p>
        </p:txBody>
      </p:sp>
      <p:sp>
        <p:nvSpPr>
          <p:cNvPr id="4" name="text-469">
            <a:extLst xmlns:a="http://schemas.openxmlformats.org/drawingml/2006/main">
              <a:ext uri="{FF2B5EF4-FFF2-40B4-BE49-F238E27FC236}">
                <a16:creationId xmlns:a16="http://schemas.microsoft.com/office/drawing/2014/main" id="{F09D56CA-F91B-4B88-8D80-A74F7C16B7E3}"/>
              </a:ext>
            </a:extLst>
          </p:cNvPr>
          <p:cNvSpPr>
            <a:spLocks xmlns:a="http://schemas.openxmlformats.org/drawingml/2006/main" noGrp="1"/>
          </p:cNvSpPr>
          <p:nvPr/>
        </p:nvSpPr>
        <p:spPr>
          <a:xfrm xmlns:a="http://schemas.openxmlformats.org/drawingml/2006/main">
            <a:off x="2778633" y="2143125"/>
            <a:ext cx="8570214"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On the one hand, some students may make more mistakes during games. If they play, the team will sometimes lose since these mistakes can help the other team.</a:t>
            </a:r>
          </a:p>
        </p:txBody>
      </p:sp>
      <p:sp>
        <p:nvSpPr>
          <p:cNvPr id="5" name="text-470">
            <a:extLst xmlns:a="http://schemas.openxmlformats.org/drawingml/2006/main">
              <a:ext uri="{FF2B5EF4-FFF2-40B4-BE49-F238E27FC236}">
                <a16:creationId xmlns:a16="http://schemas.microsoft.com/office/drawing/2014/main" id="{57E3060E-2006-4BD2-8F76-A8795844CAEF}"/>
              </a:ext>
            </a:extLst>
          </p:cNvPr>
          <p:cNvSpPr>
            <a:spLocks xmlns:a="http://schemas.openxmlformats.org/drawingml/2006/main" noGrp="1"/>
          </p:cNvSpPr>
          <p:nvPr/>
        </p:nvSpPr>
        <p:spPr>
          <a:xfrm xmlns:a="http://schemas.openxmlformats.org/drawingml/2006/main">
            <a:off x="2794159" y="5934075"/>
            <a:ext cx="8539162"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85" b="1">
                <a:solidFill>
                  <a:srgbClr val="DFFF5B"/>
                </a:solidFill>
                <a:latin typeface="Nunito"/>
                <a:ea typeface="Nunito"/>
                <a:cs typeface="Nunito"/>
              </a:defRPr>
            </a:pPr>
            <a:r>
              <a:rPr sz="1485" b="1">
                <a:solidFill>
                  <a:srgbClr val="DFFF5B"/>
                </a:solidFill>
                <a:latin typeface="Nunito"/>
                <a:ea typeface="Nunito"/>
                <a:cs typeface="Nunito"/>
              </a:rPr>
              <a:t>4/10 sentences · 53 words</a:t>
            </a:r>
          </a:p>
        </p:txBody>
      </p:sp>
      <p:sp>
        <p:nvSpPr>
          <p:cNvPr id="6" name="progress-471">
            <a:extLst xmlns:a="http://schemas.openxmlformats.org/drawingml/2006/main">
              <a:ext uri="{FF2B5EF4-FFF2-40B4-BE49-F238E27FC236}">
                <a16:creationId xmlns:a16="http://schemas.microsoft.com/office/drawing/2014/main" id="{02E7CC1E-30D2-4E4F-887E-50B0075FF3BA}"/>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7" name="progress-472">
            <a:extLst xmlns:a="http://schemas.openxmlformats.org/drawingml/2006/main">
              <a:ext uri="{FF2B5EF4-FFF2-40B4-BE49-F238E27FC236}">
                <a16:creationId xmlns:a16="http://schemas.microsoft.com/office/drawing/2014/main" id="{FDB388EF-8FAB-46F6-A114-904F113073EB}"/>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4 / 10</a:t>
            </a:r>
          </a:p>
        </p:txBody>
      </p:sp>
      <p:sp>
        <p:nvSpPr>
          <p:cNvPr id="8" name="progress-473">
            <a:extLst xmlns:a="http://schemas.openxmlformats.org/drawingml/2006/main">
              <a:ext uri="{FF2B5EF4-FFF2-40B4-BE49-F238E27FC236}">
                <a16:creationId xmlns:a16="http://schemas.microsoft.com/office/drawing/2014/main" id="{DE7E7B01-E39C-4158-A8F0-A476D3E0AE78}"/>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9" name="progress-474">
            <a:extLst xmlns:a="http://schemas.openxmlformats.org/drawingml/2006/main">
              <a:ext uri="{FF2B5EF4-FFF2-40B4-BE49-F238E27FC236}">
                <a16:creationId xmlns:a16="http://schemas.microsoft.com/office/drawing/2014/main" id="{62C3E0B6-3622-4ED0-A760-BD9B8CCFB278}"/>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53</a:t>
            </a:r>
          </a:p>
        </p:txBody>
      </p:sp>
      <p:sp>
        <p:nvSpPr>
          <p:cNvPr id="10" name="progress-475">
            <a:extLst xmlns:a="http://schemas.openxmlformats.org/drawingml/2006/main">
              <a:ext uri="{FF2B5EF4-FFF2-40B4-BE49-F238E27FC236}">
                <a16:creationId xmlns:a16="http://schemas.microsoft.com/office/drawing/2014/main" id="{C4CC5162-E51D-4D6C-AD4E-7F3B50235270}"/>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1" name="sidebar-divider">
            <a:extLst xmlns:a="http://schemas.openxmlformats.org/drawingml/2006/main">
              <a:ext uri="{FF2B5EF4-FFF2-40B4-BE49-F238E27FC236}">
                <a16:creationId xmlns:a16="http://schemas.microsoft.com/office/drawing/2014/main" id="{B9C61E89-13B9-4E3D-8712-87BC229AEB96}"/>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2" name="progress-476">
            <a:extLst xmlns:a="http://schemas.openxmlformats.org/drawingml/2006/main">
              <a:ext uri="{FF2B5EF4-FFF2-40B4-BE49-F238E27FC236}">
                <a16:creationId xmlns:a16="http://schemas.microsoft.com/office/drawing/2014/main" id="{2E0B3DCE-5B52-49A7-958A-AF38B08F0B6F}"/>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3" name="progress-477">
            <a:extLst xmlns:a="http://schemas.openxmlformats.org/drawingml/2006/main">
              <a:ext uri="{FF2B5EF4-FFF2-40B4-BE49-F238E27FC236}">
                <a16:creationId xmlns:a16="http://schemas.microsoft.com/office/drawing/2014/main" id="{FAA0F4F1-9544-4BAE-85B0-3BC9D9D2FDA3}"/>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4" name="progress-478">
            <a:extLst xmlns:a="http://schemas.openxmlformats.org/drawingml/2006/main">
              <a:ext uri="{FF2B5EF4-FFF2-40B4-BE49-F238E27FC236}">
                <a16:creationId xmlns:a16="http://schemas.microsoft.com/office/drawing/2014/main" id="{239F6307-01C5-4990-AC0B-6B4BD6E9A240}"/>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5" name="progress-479">
            <a:extLst xmlns:a="http://schemas.openxmlformats.org/drawingml/2006/main">
              <a:ext uri="{FF2B5EF4-FFF2-40B4-BE49-F238E27FC236}">
                <a16:creationId xmlns:a16="http://schemas.microsoft.com/office/drawing/2014/main" id="{45907508-2BDD-40C0-A5C9-081584944812}"/>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16" name="progress-480">
            <a:extLst xmlns:a="http://schemas.openxmlformats.org/drawingml/2006/main">
              <a:ext uri="{FF2B5EF4-FFF2-40B4-BE49-F238E27FC236}">
                <a16:creationId xmlns:a16="http://schemas.microsoft.com/office/drawing/2014/main" id="{8C6BA5A3-0891-485D-8351-DAC84FEC197F}"/>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5. For</a:t>
            </a:r>
          </a:p>
        </p:txBody>
      </p:sp>
      <p:sp>
        <p:nvSpPr>
          <p:cNvPr id="17" name="progress-481">
            <a:extLst xmlns:a="http://schemas.openxmlformats.org/drawingml/2006/main">
              <a:ext uri="{FF2B5EF4-FFF2-40B4-BE49-F238E27FC236}">
                <a16:creationId xmlns:a16="http://schemas.microsoft.com/office/drawing/2014/main" id="{A847E2E0-65D8-410E-AB85-A5A403C46F33}"/>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18" name="progress-482">
            <a:extLst xmlns:a="http://schemas.openxmlformats.org/drawingml/2006/main">
              <a:ext uri="{FF2B5EF4-FFF2-40B4-BE49-F238E27FC236}">
                <a16:creationId xmlns:a16="http://schemas.microsoft.com/office/drawing/2014/main" id="{B6514031-71D4-4A69-991A-FE3DAAF9555C}"/>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19" name="progress-483">
            <a:extLst xmlns:a="http://schemas.openxmlformats.org/drawingml/2006/main">
              <a:ext uri="{FF2B5EF4-FFF2-40B4-BE49-F238E27FC236}">
                <a16:creationId xmlns:a16="http://schemas.microsoft.com/office/drawing/2014/main" id="{E6488607-A926-419A-987D-0F1BF9154149}"/>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20" name="progress-484">
            <a:extLst xmlns:a="http://schemas.openxmlformats.org/drawingml/2006/main">
              <a:ext uri="{FF2B5EF4-FFF2-40B4-BE49-F238E27FC236}">
                <a16:creationId xmlns:a16="http://schemas.microsoft.com/office/drawing/2014/main" id="{1D9ABDE5-8000-40E1-8C08-D260A72AE1F8}"/>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1" name="progress-485">
            <a:extLst xmlns:a="http://schemas.openxmlformats.org/drawingml/2006/main">
              <a:ext uri="{FF2B5EF4-FFF2-40B4-BE49-F238E27FC236}">
                <a16:creationId xmlns:a16="http://schemas.microsoft.com/office/drawing/2014/main" id="{37F3FE85-FFA7-4481-9ABF-F7EA43BFBAEF}"/>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2" name="progress-486">
            <a:extLst xmlns:a="http://schemas.openxmlformats.org/drawingml/2006/main">
              <a:ext uri="{FF2B5EF4-FFF2-40B4-BE49-F238E27FC236}">
                <a16:creationId xmlns:a16="http://schemas.microsoft.com/office/drawing/2014/main" id="{ACD6F83A-F5DD-4CEF-A30E-84AD771C680F}"/>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3" name="text-487">
            <a:extLst xmlns:a="http://schemas.openxmlformats.org/drawingml/2006/main">
              <a:ext uri="{FF2B5EF4-FFF2-40B4-BE49-F238E27FC236}">
                <a16:creationId xmlns:a16="http://schemas.microsoft.com/office/drawing/2014/main" id="{59F640C5-33E6-40EC-971E-5DCAEF5AFB7E}"/>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21 / 50</a:t>
            </a:r>
          </a:p>
        </p:txBody>
      </p:sp>
    </p:spTree>
    <p:extLst>
      <p:ext uri="{BB962C8B-B14F-4D97-AF65-F5344CB8AC3E}">
        <p14:creationId xmlns:p14="http://schemas.microsoft.com/office/powerpoint/2010/main" val="517054227"/>
      </p:ext>
    </p:extLst>
  </p:cSld>
</p:sld>
</file>

<file path=ppt/slides/slide22.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5" name="text-488">
            <a:extLst xmlns:a="http://schemas.openxmlformats.org/drawingml/2006/main">
              <a:ext uri="{FF2B5EF4-FFF2-40B4-BE49-F238E27FC236}">
                <a16:creationId xmlns:a16="http://schemas.microsoft.com/office/drawing/2014/main" id="{476443D5-AA8E-49ED-997E-1955E717455E}"/>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6c2caf08ad6846ac"/>
              </a:rPr>
              <a:t>⌂</a:t>
            </a:r>
          </a:p>
        </p:txBody>
      </p:sp>
      <p:sp>
        <p:nvSpPr>
          <p:cNvPr id="2" name="title-489">
            <a:extLst xmlns:a="http://schemas.openxmlformats.org/drawingml/2006/main">
              <a:ext uri="{FF2B5EF4-FFF2-40B4-BE49-F238E27FC236}">
                <a16:creationId xmlns:a16="http://schemas.microsoft.com/office/drawing/2014/main" id="{CEA1E4F8-36F8-4750-ADDD-16276437D857}"/>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Fifth sentence · For</a:t>
            </a:r>
          </a:p>
        </p:txBody>
      </p:sp>
      <p:sp>
        <p:nvSpPr>
          <p:cNvPr id="3" name="text-490">
            <a:extLst xmlns:a="http://schemas.openxmlformats.org/drawingml/2006/main">
              <a:ext uri="{FF2B5EF4-FFF2-40B4-BE49-F238E27FC236}">
                <a16:creationId xmlns:a16="http://schemas.microsoft.com/office/drawing/2014/main" id="{00EFBB89-7850-42E3-A34D-16F2D4DF224A}"/>
              </a:ext>
            </a:extLst>
          </p:cNvPr>
          <p:cNvSpPr>
            <a:spLocks xmlns:a="http://schemas.openxmlformats.org/drawingml/2006/main" noGrp="1"/>
          </p:cNvSpPr>
          <p:nvPr/>
        </p:nvSpPr>
        <p:spPr>
          <a:xfrm xmlns:a="http://schemas.openxmlformats.org/drawingml/2006/main">
            <a:off x="2794159" y="1562100"/>
            <a:ext cx="8539162"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038" b="1">
                <a:solidFill>
                  <a:srgbClr val="F7F7F2"/>
                </a:solidFill>
                <a:latin typeface="Nunito"/>
                <a:ea typeface="Nunito"/>
                <a:cs typeface="Nunito"/>
              </a:defRPr>
            </a:pPr>
            <a:r>
              <a:rPr sz="3038" b="1">
                <a:solidFill>
                  <a:srgbClr val="F7F7F2"/>
                </a:solidFill>
                <a:latin typeface="Nunito"/>
                <a:ea typeface="Nunito"/>
                <a:cs typeface="Nunito"/>
              </a:rPr>
              <a:t>On the other hand, ...</a:t>
            </a:r>
          </a:p>
        </p:txBody>
      </p:sp>
      <p:sp>
        <p:nvSpPr>
          <p:cNvPr id="4" name="text-491">
            <a:extLst xmlns:a="http://schemas.openxmlformats.org/drawingml/2006/main">
              <a:ext uri="{FF2B5EF4-FFF2-40B4-BE49-F238E27FC236}">
                <a16:creationId xmlns:a16="http://schemas.microsoft.com/office/drawing/2014/main" id="{31FBFED9-A659-4DCB-B5AC-2F10BE1F4710}"/>
              </a:ext>
            </a:extLst>
          </p:cNvPr>
          <p:cNvSpPr>
            <a:spLocks xmlns:a="http://schemas.openxmlformats.org/drawingml/2006/main" noGrp="1"/>
          </p:cNvSpPr>
          <p:nvPr/>
        </p:nvSpPr>
        <p:spPr>
          <a:xfrm xmlns:a="http://schemas.openxmlformats.org/drawingml/2006/main">
            <a:off x="2871788" y="3143250"/>
            <a:ext cx="838390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93" b="1">
                <a:solidFill>
                  <a:srgbClr val="A9BDD2"/>
                </a:solidFill>
                <a:latin typeface="Nunito"/>
                <a:ea typeface="Nunito"/>
                <a:cs typeface="Nunito"/>
              </a:defRPr>
            </a:pPr>
            <a:r>
              <a:rPr sz="2093" b="1">
                <a:solidFill>
                  <a:srgbClr val="A9BDD2"/>
                </a:solidFill>
                <a:latin typeface="Nunito"/>
                <a:ea typeface="Nunito"/>
                <a:cs typeface="Nunito"/>
              </a:rPr>
              <a:t>How can playing together help students?</a:t>
            </a:r>
          </a:p>
        </p:txBody>
      </p:sp>
      <p:sp>
        <p:nvSpPr>
          <p:cNvPr id="5" name="text-492">
            <a:extLst xmlns:a="http://schemas.openxmlformats.org/drawingml/2006/main">
              <a:ext uri="{FF2B5EF4-FFF2-40B4-BE49-F238E27FC236}">
                <a16:creationId xmlns:a16="http://schemas.microsoft.com/office/drawing/2014/main" id="{8AF77185-F629-4A22-A314-F736091F1725}"/>
              </a:ext>
            </a:extLst>
          </p:cNvPr>
          <p:cNvSpPr>
            <a:spLocks xmlns:a="http://schemas.openxmlformats.org/drawingml/2006/main" noGrp="1"/>
          </p:cNvSpPr>
          <p:nvPr/>
        </p:nvSpPr>
        <p:spPr>
          <a:xfrm xmlns:a="http://schemas.openxmlformats.org/drawingml/2006/main">
            <a:off x="2871788" y="4343400"/>
            <a:ext cx="838390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5738" b="1">
                <a:solidFill>
                  <a:srgbClr val="FFC857"/>
                </a:solidFill>
                <a:latin typeface="Nunito"/>
                <a:ea typeface="Nunito"/>
                <a:cs typeface="Nunito"/>
              </a:defRPr>
            </a:pPr>
            <a:r>
              <a:rPr sz="5738" b="1">
                <a:solidFill>
                  <a:srgbClr val="FFC857"/>
                </a:solidFill>
                <a:latin typeface="Nunito"/>
                <a:ea typeface="Nunito"/>
                <a:cs typeface="Nunito"/>
              </a:rPr>
              <a:t>00:45</a:t>
            </a:r>
          </a:p>
        </p:txBody>
      </p:sp>
      <p:sp>
        <p:nvSpPr>
          <p:cNvPr id="6" name="text-493">
            <a:extLst xmlns:a="http://schemas.openxmlformats.org/drawingml/2006/main">
              <a:ext uri="{FF2B5EF4-FFF2-40B4-BE49-F238E27FC236}">
                <a16:creationId xmlns:a16="http://schemas.microsoft.com/office/drawing/2014/main" id="{1C2B0514-57CF-4FB7-842D-9AAA811EF44A}"/>
              </a:ext>
            </a:extLst>
          </p:cNvPr>
          <p:cNvSpPr>
            <a:spLocks xmlns:a="http://schemas.openxmlformats.org/drawingml/2006/main" noGrp="1"/>
          </p:cNvSpPr>
          <p:nvPr/>
        </p:nvSpPr>
        <p:spPr>
          <a:xfrm xmlns:a="http://schemas.openxmlformats.org/drawingml/2006/main">
            <a:off x="2871788" y="5553075"/>
            <a:ext cx="838390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20" b="1">
                <a:solidFill>
                  <a:srgbClr val="4EE5FF"/>
                </a:solidFill>
                <a:latin typeface="Nunito"/>
                <a:ea typeface="Nunito"/>
                <a:cs typeface="Nunito"/>
              </a:defRPr>
            </a:pPr>
            <a:r>
              <a:rPr sz="1620" b="1">
                <a:solidFill>
                  <a:srgbClr val="4EE5FF"/>
                </a:solidFill>
                <a:latin typeface="Nunito"/>
                <a:ea typeface="Nunito"/>
                <a:cs typeface="Nunito"/>
                <a:hlinkClick xmlns:r="http://schemas.openxmlformats.org/officeDocument/2006/relationships" r:id="R3f70825ccc2e4a0a"/>
              </a:rPr>
              <a:t>Live timer on the website</a:t>
            </a:r>
          </a:p>
        </p:txBody>
      </p:sp>
      <p:sp>
        <p:nvSpPr>
          <p:cNvPr id="7" name="progress-494">
            <a:extLst xmlns:a="http://schemas.openxmlformats.org/drawingml/2006/main">
              <a:ext uri="{FF2B5EF4-FFF2-40B4-BE49-F238E27FC236}">
                <a16:creationId xmlns:a16="http://schemas.microsoft.com/office/drawing/2014/main" id="{125AA923-E96B-45B5-A4B6-AC51BE1D4510}"/>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8" name="progress-495">
            <a:extLst xmlns:a="http://schemas.openxmlformats.org/drawingml/2006/main">
              <a:ext uri="{FF2B5EF4-FFF2-40B4-BE49-F238E27FC236}">
                <a16:creationId xmlns:a16="http://schemas.microsoft.com/office/drawing/2014/main" id="{E2310653-8509-4873-86D7-15287F1CEE74}"/>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4 / 10</a:t>
            </a:r>
          </a:p>
        </p:txBody>
      </p:sp>
      <p:sp>
        <p:nvSpPr>
          <p:cNvPr id="9" name="progress-496">
            <a:extLst xmlns:a="http://schemas.openxmlformats.org/drawingml/2006/main">
              <a:ext uri="{FF2B5EF4-FFF2-40B4-BE49-F238E27FC236}">
                <a16:creationId xmlns:a16="http://schemas.microsoft.com/office/drawing/2014/main" id="{45FF0717-10E3-4564-8829-C4A0380E74F6}"/>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0" name="progress-497">
            <a:extLst xmlns:a="http://schemas.openxmlformats.org/drawingml/2006/main">
              <a:ext uri="{FF2B5EF4-FFF2-40B4-BE49-F238E27FC236}">
                <a16:creationId xmlns:a16="http://schemas.microsoft.com/office/drawing/2014/main" id="{EDFCC5CF-BBCF-4287-A8BC-A47A7E0ADB89}"/>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53</a:t>
            </a:r>
          </a:p>
        </p:txBody>
      </p:sp>
      <p:sp>
        <p:nvSpPr>
          <p:cNvPr id="11" name="progress-498">
            <a:extLst xmlns:a="http://schemas.openxmlformats.org/drawingml/2006/main">
              <a:ext uri="{FF2B5EF4-FFF2-40B4-BE49-F238E27FC236}">
                <a16:creationId xmlns:a16="http://schemas.microsoft.com/office/drawing/2014/main" id="{047D3BE8-0CC8-4197-8196-C74664C28D39}"/>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2" name="sidebar-divider">
            <a:extLst xmlns:a="http://schemas.openxmlformats.org/drawingml/2006/main">
              <a:ext uri="{FF2B5EF4-FFF2-40B4-BE49-F238E27FC236}">
                <a16:creationId xmlns:a16="http://schemas.microsoft.com/office/drawing/2014/main" id="{09033995-0EEE-47D0-8093-BA6DBEF98029}"/>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3" name="progress-499">
            <a:extLst xmlns:a="http://schemas.openxmlformats.org/drawingml/2006/main">
              <a:ext uri="{FF2B5EF4-FFF2-40B4-BE49-F238E27FC236}">
                <a16:creationId xmlns:a16="http://schemas.microsoft.com/office/drawing/2014/main" id="{068B9E17-38BE-4027-AD4D-D28D2DDE620F}"/>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4" name="progress-500">
            <a:extLst xmlns:a="http://schemas.openxmlformats.org/drawingml/2006/main">
              <a:ext uri="{FF2B5EF4-FFF2-40B4-BE49-F238E27FC236}">
                <a16:creationId xmlns:a16="http://schemas.microsoft.com/office/drawing/2014/main" id="{93921682-8E14-48E9-8B3F-E437E2263238}"/>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5" name="progress-501">
            <a:extLst xmlns:a="http://schemas.openxmlformats.org/drawingml/2006/main">
              <a:ext uri="{FF2B5EF4-FFF2-40B4-BE49-F238E27FC236}">
                <a16:creationId xmlns:a16="http://schemas.microsoft.com/office/drawing/2014/main" id="{D20A6C02-D9C1-4CBB-A1EE-AC2ED3B86C48}"/>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6" name="progress-502">
            <a:extLst xmlns:a="http://schemas.openxmlformats.org/drawingml/2006/main">
              <a:ext uri="{FF2B5EF4-FFF2-40B4-BE49-F238E27FC236}">
                <a16:creationId xmlns:a16="http://schemas.microsoft.com/office/drawing/2014/main" id="{72AAC5FA-41AD-4C9B-B7BA-57F2919E91F7}"/>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17" name="progress-503">
            <a:extLst xmlns:a="http://schemas.openxmlformats.org/drawingml/2006/main">
              <a:ext uri="{FF2B5EF4-FFF2-40B4-BE49-F238E27FC236}">
                <a16:creationId xmlns:a16="http://schemas.microsoft.com/office/drawing/2014/main" id="{2E8F580A-17BD-4D75-A16A-D463E08660B8}"/>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4EE5FF"/>
                </a:solidFill>
                <a:latin typeface="Nunito"/>
                <a:ea typeface="Nunito"/>
                <a:cs typeface="Nunito"/>
              </a:defRPr>
            </a:pPr>
            <a:r>
              <a:rPr sz="1275" b="1">
                <a:solidFill>
                  <a:srgbClr val="4EE5FF"/>
                </a:solidFill>
                <a:latin typeface="Nunito"/>
                <a:ea typeface="Nunito"/>
                <a:cs typeface="Nunito"/>
              </a:rPr>
              <a:t>› 5. For</a:t>
            </a:r>
          </a:p>
        </p:txBody>
      </p:sp>
      <p:sp>
        <p:nvSpPr>
          <p:cNvPr id="18" name="progress-504">
            <a:extLst xmlns:a="http://schemas.openxmlformats.org/drawingml/2006/main">
              <a:ext uri="{FF2B5EF4-FFF2-40B4-BE49-F238E27FC236}">
                <a16:creationId xmlns:a16="http://schemas.microsoft.com/office/drawing/2014/main" id="{4BA94DB2-9DDA-451E-AA3C-BB5BBD24B856}"/>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19" name="progress-505">
            <a:extLst xmlns:a="http://schemas.openxmlformats.org/drawingml/2006/main">
              <a:ext uri="{FF2B5EF4-FFF2-40B4-BE49-F238E27FC236}">
                <a16:creationId xmlns:a16="http://schemas.microsoft.com/office/drawing/2014/main" id="{8D1E9317-1F40-47C7-8B88-168F0A0392DE}"/>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20" name="progress-506">
            <a:extLst xmlns:a="http://schemas.openxmlformats.org/drawingml/2006/main">
              <a:ext uri="{FF2B5EF4-FFF2-40B4-BE49-F238E27FC236}">
                <a16:creationId xmlns:a16="http://schemas.microsoft.com/office/drawing/2014/main" id="{18595FD4-7218-4B6C-BE6B-E1A287BF6D89}"/>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21" name="progress-507">
            <a:extLst xmlns:a="http://schemas.openxmlformats.org/drawingml/2006/main">
              <a:ext uri="{FF2B5EF4-FFF2-40B4-BE49-F238E27FC236}">
                <a16:creationId xmlns:a16="http://schemas.microsoft.com/office/drawing/2014/main" id="{14D5DB35-8687-4C83-9ECC-40462764C396}"/>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2" name="progress-508">
            <a:extLst xmlns:a="http://schemas.openxmlformats.org/drawingml/2006/main">
              <a:ext uri="{FF2B5EF4-FFF2-40B4-BE49-F238E27FC236}">
                <a16:creationId xmlns:a16="http://schemas.microsoft.com/office/drawing/2014/main" id="{9A8DF59A-5AD4-437C-9161-04B778905AD5}"/>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3" name="progress-509">
            <a:extLst xmlns:a="http://schemas.openxmlformats.org/drawingml/2006/main">
              <a:ext uri="{FF2B5EF4-FFF2-40B4-BE49-F238E27FC236}">
                <a16:creationId xmlns:a16="http://schemas.microsoft.com/office/drawing/2014/main" id="{667D1003-31EB-4889-BE3F-5837B61C00C5}"/>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4" name="text-510">
            <a:extLst xmlns:a="http://schemas.openxmlformats.org/drawingml/2006/main">
              <a:ext uri="{FF2B5EF4-FFF2-40B4-BE49-F238E27FC236}">
                <a16:creationId xmlns:a16="http://schemas.microsoft.com/office/drawing/2014/main" id="{02797A07-6B7A-4CBA-B41E-3F2FE49029BF}"/>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22 / 50</a:t>
            </a:r>
          </a:p>
        </p:txBody>
      </p:sp>
    </p:spTree>
    <p:extLst>
      <p:ext uri="{BB962C8B-B14F-4D97-AF65-F5344CB8AC3E}">
        <p14:creationId xmlns:p14="http://schemas.microsoft.com/office/powerpoint/2010/main" val="194074357"/>
      </p:ext>
    </p:extLst>
  </p:cSld>
</p:sld>
</file>

<file path=ppt/slides/slide23.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5" name="text-511">
            <a:extLst xmlns:a="http://schemas.openxmlformats.org/drawingml/2006/main">
              <a:ext uri="{FF2B5EF4-FFF2-40B4-BE49-F238E27FC236}">
                <a16:creationId xmlns:a16="http://schemas.microsoft.com/office/drawing/2014/main" id="{8747928E-006A-4382-A6ED-0978F74DD3CD}"/>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d857e10eb7dd45f7"/>
              </a:rPr>
              <a:t>⌂</a:t>
            </a:r>
          </a:p>
        </p:txBody>
      </p:sp>
      <p:sp>
        <p:nvSpPr>
          <p:cNvPr id="2" name="title-512">
            <a:extLst xmlns:a="http://schemas.openxmlformats.org/drawingml/2006/main">
              <a:ext uri="{FF2B5EF4-FFF2-40B4-BE49-F238E27FC236}">
                <a16:creationId xmlns:a16="http://schemas.microsoft.com/office/drawing/2014/main" id="{82568AC4-E4D5-4406-88FC-6C04317210FA}"/>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Fifth sentence · Our essay so far</a:t>
            </a:r>
          </a:p>
        </p:txBody>
      </p:sp>
      <p:sp>
        <p:nvSpPr>
          <p:cNvPr id="3" name="text-513">
            <a:extLst xmlns:a="http://schemas.openxmlformats.org/drawingml/2006/main">
              <a:ext uri="{FF2B5EF4-FFF2-40B4-BE49-F238E27FC236}">
                <a16:creationId xmlns:a16="http://schemas.microsoft.com/office/drawing/2014/main" id="{8F9403A5-E80D-417F-9079-45C5E0B286E9}"/>
              </a:ext>
            </a:extLst>
          </p:cNvPr>
          <p:cNvSpPr>
            <a:spLocks xmlns:a="http://schemas.openxmlformats.org/drawingml/2006/main" noGrp="1"/>
          </p:cNvSpPr>
          <p:nvPr/>
        </p:nvSpPr>
        <p:spPr>
          <a:xfrm xmlns:a="http://schemas.openxmlformats.org/drawingml/2006/main">
            <a:off x="2778633" y="1257300"/>
            <a:ext cx="8570214"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School games are part of school life, but some students play better than others. I claim that every student should have a chance to play.</a:t>
            </a:r>
          </a:p>
        </p:txBody>
      </p:sp>
      <p:sp>
        <p:nvSpPr>
          <p:cNvPr id="4" name="text-514">
            <a:extLst xmlns:a="http://schemas.openxmlformats.org/drawingml/2006/main">
              <a:ext uri="{FF2B5EF4-FFF2-40B4-BE49-F238E27FC236}">
                <a16:creationId xmlns:a16="http://schemas.microsoft.com/office/drawing/2014/main" id="{5594CCC7-1D94-4DF1-8F00-95B0B15584C6}"/>
              </a:ext>
            </a:extLst>
          </p:cNvPr>
          <p:cNvSpPr>
            <a:spLocks xmlns:a="http://schemas.openxmlformats.org/drawingml/2006/main" noGrp="1"/>
          </p:cNvSpPr>
          <p:nvPr/>
        </p:nvSpPr>
        <p:spPr>
          <a:xfrm xmlns:a="http://schemas.openxmlformats.org/drawingml/2006/main">
            <a:off x="2778633" y="2143125"/>
            <a:ext cx="8570214"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On the one hand, some students may make more mistakes during games. If they play, the team will sometimes lose since these mistakes can help the other team.</a:t>
            </a:r>
          </a:p>
        </p:txBody>
      </p:sp>
      <p:sp>
        <p:nvSpPr>
          <p:cNvPr id="5" name="text-515">
            <a:extLst xmlns:a="http://schemas.openxmlformats.org/drawingml/2006/main">
              <a:ext uri="{FF2B5EF4-FFF2-40B4-BE49-F238E27FC236}">
                <a16:creationId xmlns:a16="http://schemas.microsoft.com/office/drawing/2014/main" id="{4E3D8038-1E59-4815-85FB-9DB9F756174A}"/>
              </a:ext>
            </a:extLst>
          </p:cNvPr>
          <p:cNvSpPr>
            <a:spLocks xmlns:a="http://schemas.openxmlformats.org/drawingml/2006/main" noGrp="1"/>
          </p:cNvSpPr>
          <p:nvPr/>
        </p:nvSpPr>
        <p:spPr>
          <a:xfrm xmlns:a="http://schemas.openxmlformats.org/drawingml/2006/main">
            <a:off x="2778633" y="3476625"/>
            <a:ext cx="8570214"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On the other hand, playing together can help students make friends and feel better.</a:t>
            </a:r>
          </a:p>
        </p:txBody>
      </p:sp>
      <p:sp>
        <p:nvSpPr>
          <p:cNvPr id="6" name="text-516">
            <a:extLst xmlns:a="http://schemas.openxmlformats.org/drawingml/2006/main">
              <a:ext uri="{FF2B5EF4-FFF2-40B4-BE49-F238E27FC236}">
                <a16:creationId xmlns:a16="http://schemas.microsoft.com/office/drawing/2014/main" id="{7819A905-0BDD-46A3-92D1-6CA9353D2D83}"/>
              </a:ext>
            </a:extLst>
          </p:cNvPr>
          <p:cNvSpPr>
            <a:spLocks xmlns:a="http://schemas.openxmlformats.org/drawingml/2006/main" noGrp="1"/>
          </p:cNvSpPr>
          <p:nvPr/>
        </p:nvSpPr>
        <p:spPr>
          <a:xfrm xmlns:a="http://schemas.openxmlformats.org/drawingml/2006/main">
            <a:off x="2794159" y="5934075"/>
            <a:ext cx="8539162"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85" b="1">
                <a:solidFill>
                  <a:srgbClr val="DFFF5B"/>
                </a:solidFill>
                <a:latin typeface="Nunito"/>
                <a:ea typeface="Nunito"/>
                <a:cs typeface="Nunito"/>
              </a:defRPr>
            </a:pPr>
            <a:r>
              <a:rPr sz="1485" b="1">
                <a:solidFill>
                  <a:srgbClr val="DFFF5B"/>
                </a:solidFill>
                <a:latin typeface="Nunito"/>
                <a:ea typeface="Nunito"/>
                <a:cs typeface="Nunito"/>
              </a:rPr>
              <a:t>5/10 sentences · 67 words</a:t>
            </a:r>
          </a:p>
        </p:txBody>
      </p:sp>
      <p:sp>
        <p:nvSpPr>
          <p:cNvPr id="7" name="progress-517">
            <a:extLst xmlns:a="http://schemas.openxmlformats.org/drawingml/2006/main">
              <a:ext uri="{FF2B5EF4-FFF2-40B4-BE49-F238E27FC236}">
                <a16:creationId xmlns:a16="http://schemas.microsoft.com/office/drawing/2014/main" id="{62E243AA-6609-4D0A-A6E6-82DF0C1EFCB4}"/>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8" name="progress-518">
            <a:extLst xmlns:a="http://schemas.openxmlformats.org/drawingml/2006/main">
              <a:ext uri="{FF2B5EF4-FFF2-40B4-BE49-F238E27FC236}">
                <a16:creationId xmlns:a16="http://schemas.microsoft.com/office/drawing/2014/main" id="{B52B6732-D817-4609-8FF9-EABA27282CF7}"/>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5 / 10</a:t>
            </a:r>
          </a:p>
        </p:txBody>
      </p:sp>
      <p:sp>
        <p:nvSpPr>
          <p:cNvPr id="9" name="progress-519">
            <a:extLst xmlns:a="http://schemas.openxmlformats.org/drawingml/2006/main">
              <a:ext uri="{FF2B5EF4-FFF2-40B4-BE49-F238E27FC236}">
                <a16:creationId xmlns:a16="http://schemas.microsoft.com/office/drawing/2014/main" id="{E3DE3B37-325F-4190-AF43-02A4D36BAC1F}"/>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0" name="progress-520">
            <a:extLst xmlns:a="http://schemas.openxmlformats.org/drawingml/2006/main">
              <a:ext uri="{FF2B5EF4-FFF2-40B4-BE49-F238E27FC236}">
                <a16:creationId xmlns:a16="http://schemas.microsoft.com/office/drawing/2014/main" id="{8EDC5F09-7204-4923-8661-FAF9A788DBDF}"/>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67</a:t>
            </a:r>
          </a:p>
        </p:txBody>
      </p:sp>
      <p:sp>
        <p:nvSpPr>
          <p:cNvPr id="11" name="progress-521">
            <a:extLst xmlns:a="http://schemas.openxmlformats.org/drawingml/2006/main">
              <a:ext uri="{FF2B5EF4-FFF2-40B4-BE49-F238E27FC236}">
                <a16:creationId xmlns:a16="http://schemas.microsoft.com/office/drawing/2014/main" id="{CF94CD1F-F319-4DD7-9B4D-4C1A34453165}"/>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2" name="sidebar-divider">
            <a:extLst xmlns:a="http://schemas.openxmlformats.org/drawingml/2006/main">
              <a:ext uri="{FF2B5EF4-FFF2-40B4-BE49-F238E27FC236}">
                <a16:creationId xmlns:a16="http://schemas.microsoft.com/office/drawing/2014/main" id="{ED6645B4-799B-4B33-8F10-E45FCA029625}"/>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3" name="progress-522">
            <a:extLst xmlns:a="http://schemas.openxmlformats.org/drawingml/2006/main">
              <a:ext uri="{FF2B5EF4-FFF2-40B4-BE49-F238E27FC236}">
                <a16:creationId xmlns:a16="http://schemas.microsoft.com/office/drawing/2014/main" id="{65FAF106-6AF4-4F35-88E7-20A2A55F335A}"/>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4" name="progress-523">
            <a:extLst xmlns:a="http://schemas.openxmlformats.org/drawingml/2006/main">
              <a:ext uri="{FF2B5EF4-FFF2-40B4-BE49-F238E27FC236}">
                <a16:creationId xmlns:a16="http://schemas.microsoft.com/office/drawing/2014/main" id="{D2A49A81-F5C3-4EE0-8A18-7E9F7E6100C2}"/>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5" name="progress-524">
            <a:extLst xmlns:a="http://schemas.openxmlformats.org/drawingml/2006/main">
              <a:ext uri="{FF2B5EF4-FFF2-40B4-BE49-F238E27FC236}">
                <a16:creationId xmlns:a16="http://schemas.microsoft.com/office/drawing/2014/main" id="{8DE68B43-FD95-4E4C-99C9-ECDE851DA7C4}"/>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6" name="progress-525">
            <a:extLst xmlns:a="http://schemas.openxmlformats.org/drawingml/2006/main">
              <a:ext uri="{FF2B5EF4-FFF2-40B4-BE49-F238E27FC236}">
                <a16:creationId xmlns:a16="http://schemas.microsoft.com/office/drawing/2014/main" id="{2C81B087-8D3E-4851-99F4-CA53CFBE0CA4}"/>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17" name="progress-526">
            <a:extLst xmlns:a="http://schemas.openxmlformats.org/drawingml/2006/main">
              <a:ext uri="{FF2B5EF4-FFF2-40B4-BE49-F238E27FC236}">
                <a16:creationId xmlns:a16="http://schemas.microsoft.com/office/drawing/2014/main" id="{4B163611-EB77-4EB9-A96F-16E0DBDC2A52}"/>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18" name="progress-527">
            <a:extLst xmlns:a="http://schemas.openxmlformats.org/drawingml/2006/main">
              <a:ext uri="{FF2B5EF4-FFF2-40B4-BE49-F238E27FC236}">
                <a16:creationId xmlns:a16="http://schemas.microsoft.com/office/drawing/2014/main" id="{1CE13DBD-5C0D-469E-8999-FE78D8F1B349}"/>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19" name="progress-528">
            <a:extLst xmlns:a="http://schemas.openxmlformats.org/drawingml/2006/main">
              <a:ext uri="{FF2B5EF4-FFF2-40B4-BE49-F238E27FC236}">
                <a16:creationId xmlns:a16="http://schemas.microsoft.com/office/drawing/2014/main" id="{4D9BC2B3-BFE5-48C4-9134-60B9C0F57CF7}"/>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20" name="progress-529">
            <a:extLst xmlns:a="http://schemas.openxmlformats.org/drawingml/2006/main">
              <a:ext uri="{FF2B5EF4-FFF2-40B4-BE49-F238E27FC236}">
                <a16:creationId xmlns:a16="http://schemas.microsoft.com/office/drawing/2014/main" id="{181F0688-E75E-4AE7-BCD2-26BEC0DBD507}"/>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21" name="progress-530">
            <a:extLst xmlns:a="http://schemas.openxmlformats.org/drawingml/2006/main">
              <a:ext uri="{FF2B5EF4-FFF2-40B4-BE49-F238E27FC236}">
                <a16:creationId xmlns:a16="http://schemas.microsoft.com/office/drawing/2014/main" id="{75378024-ACB5-495B-BB10-6B8533E24196}"/>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2" name="progress-531">
            <a:extLst xmlns:a="http://schemas.openxmlformats.org/drawingml/2006/main">
              <a:ext uri="{FF2B5EF4-FFF2-40B4-BE49-F238E27FC236}">
                <a16:creationId xmlns:a16="http://schemas.microsoft.com/office/drawing/2014/main" id="{77A48986-22A6-4A94-9358-D4943775E28A}"/>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3" name="progress-532">
            <a:extLst xmlns:a="http://schemas.openxmlformats.org/drawingml/2006/main">
              <a:ext uri="{FF2B5EF4-FFF2-40B4-BE49-F238E27FC236}">
                <a16:creationId xmlns:a16="http://schemas.microsoft.com/office/drawing/2014/main" id="{B05D572F-F48A-466B-A1A5-44E48465092D}"/>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4" name="text-533">
            <a:extLst xmlns:a="http://schemas.openxmlformats.org/drawingml/2006/main">
              <a:ext uri="{FF2B5EF4-FFF2-40B4-BE49-F238E27FC236}">
                <a16:creationId xmlns:a16="http://schemas.microsoft.com/office/drawing/2014/main" id="{430722FA-2AF9-4496-9F24-AA0DA723CFA5}"/>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23 / 50</a:t>
            </a:r>
          </a:p>
        </p:txBody>
      </p:sp>
    </p:spTree>
    <p:extLst>
      <p:ext uri="{BB962C8B-B14F-4D97-AF65-F5344CB8AC3E}">
        <p14:creationId xmlns:p14="http://schemas.microsoft.com/office/powerpoint/2010/main" val="2041840088"/>
      </p:ext>
    </p:extLst>
  </p:cSld>
</p:sld>
</file>

<file path=ppt/slides/slide24.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3" name="text-534">
            <a:extLst xmlns:a="http://schemas.openxmlformats.org/drawingml/2006/main">
              <a:ext uri="{FF2B5EF4-FFF2-40B4-BE49-F238E27FC236}">
                <a16:creationId xmlns:a16="http://schemas.microsoft.com/office/drawing/2014/main" id="{72F13383-A071-4494-A713-22DE10892E03}"/>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2faa7c04234849eb"/>
              </a:rPr>
              <a:t>⌂</a:t>
            </a:r>
          </a:p>
        </p:txBody>
      </p:sp>
      <p:sp>
        <p:nvSpPr>
          <p:cNvPr id="2" name="title-535">
            <a:extLst xmlns:a="http://schemas.openxmlformats.org/drawingml/2006/main">
              <a:ext uri="{FF2B5EF4-FFF2-40B4-BE49-F238E27FC236}">
                <a16:creationId xmlns:a16="http://schemas.microsoft.com/office/drawing/2014/main" id="{9801CB72-6FFB-4DBC-B457-AD4315C88A7A}"/>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A short break</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155fdd983544a28"/>
          <a:stretch xmlns:a="http://schemas.openxmlformats.org/drawingml/2006/main"/>
        </p:blipFill>
        <p:spPr>
          <a:xfrm xmlns:a="http://schemas.openxmlformats.org/drawingml/2006/main">
            <a:off x="5588794" y="1304925"/>
            <a:ext cx="3619500" cy="3619500"/>
          </a:xfrm>
          <a:prstGeom xmlns:a="http://schemas.openxmlformats.org/drawingml/2006/main" prst="rect">
            <a:avLst/>
          </a:prstGeom>
        </p:spPr>
      </p:pic>
      <p:sp>
        <p:nvSpPr>
          <p:cNvPr id="4" name="text-536">
            <a:extLst xmlns:a="http://schemas.openxmlformats.org/drawingml/2006/main">
              <a:ext uri="{FF2B5EF4-FFF2-40B4-BE49-F238E27FC236}">
                <a16:creationId xmlns:a16="http://schemas.microsoft.com/office/drawing/2014/main" id="{59FD0EB8-804D-489C-B163-7C0714D1FC79}"/>
              </a:ext>
            </a:extLst>
          </p:cNvPr>
          <p:cNvSpPr>
            <a:spLocks xmlns:a="http://schemas.openxmlformats.org/drawingml/2006/main" noGrp="1"/>
          </p:cNvSpPr>
          <p:nvPr/>
        </p:nvSpPr>
        <p:spPr>
          <a:xfrm xmlns:a="http://schemas.openxmlformats.org/drawingml/2006/main">
            <a:off x="2716530" y="5143500"/>
            <a:ext cx="869442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30" b="1">
                <a:solidFill>
                  <a:srgbClr val="FFC857"/>
                </a:solidFill>
                <a:latin typeface="Nunito"/>
                <a:ea typeface="Nunito"/>
                <a:cs typeface="Nunito"/>
              </a:defRPr>
            </a:pPr>
            <a:r>
              <a:rPr sz="2430" b="1">
                <a:solidFill>
                  <a:srgbClr val="FFC857"/>
                </a:solidFill>
                <a:latin typeface="Nunito"/>
                <a:ea typeface="Nunito"/>
                <a:cs typeface="Nunito"/>
              </a:rPr>
              <a:t>They have tried three times. Teamwork takes practice.</a:t>
            </a:r>
          </a:p>
        </p:txBody>
      </p:sp>
      <p:sp>
        <p:nvSpPr>
          <p:cNvPr id="5" name="progress-537">
            <a:extLst xmlns:a="http://schemas.openxmlformats.org/drawingml/2006/main">
              <a:ext uri="{FF2B5EF4-FFF2-40B4-BE49-F238E27FC236}">
                <a16:creationId xmlns:a16="http://schemas.microsoft.com/office/drawing/2014/main" id="{F926D00F-D7A1-4D7B-8ABD-20D94EC3AB8C}"/>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6" name="progress-538">
            <a:extLst xmlns:a="http://schemas.openxmlformats.org/drawingml/2006/main">
              <a:ext uri="{FF2B5EF4-FFF2-40B4-BE49-F238E27FC236}">
                <a16:creationId xmlns:a16="http://schemas.microsoft.com/office/drawing/2014/main" id="{6D3DACED-2D78-4948-8676-FDD5589B9FD3}"/>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5 / 10</a:t>
            </a:r>
          </a:p>
        </p:txBody>
      </p:sp>
      <p:sp>
        <p:nvSpPr>
          <p:cNvPr id="7" name="progress-539">
            <a:extLst xmlns:a="http://schemas.openxmlformats.org/drawingml/2006/main">
              <a:ext uri="{FF2B5EF4-FFF2-40B4-BE49-F238E27FC236}">
                <a16:creationId xmlns:a16="http://schemas.microsoft.com/office/drawing/2014/main" id="{9D539AD6-B1E0-4DEE-948A-D52F23E4A14A}"/>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8" name="progress-540">
            <a:extLst xmlns:a="http://schemas.openxmlformats.org/drawingml/2006/main">
              <a:ext uri="{FF2B5EF4-FFF2-40B4-BE49-F238E27FC236}">
                <a16:creationId xmlns:a16="http://schemas.microsoft.com/office/drawing/2014/main" id="{5783CA00-0F54-4AAF-9354-B4E87AE97B70}"/>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67</a:t>
            </a:r>
          </a:p>
        </p:txBody>
      </p:sp>
      <p:sp>
        <p:nvSpPr>
          <p:cNvPr id="9" name="progress-541">
            <a:extLst xmlns:a="http://schemas.openxmlformats.org/drawingml/2006/main">
              <a:ext uri="{FF2B5EF4-FFF2-40B4-BE49-F238E27FC236}">
                <a16:creationId xmlns:a16="http://schemas.microsoft.com/office/drawing/2014/main" id="{F6574C99-37B4-4722-82AD-4C7410765EE2}"/>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0" name="sidebar-divider">
            <a:extLst xmlns:a="http://schemas.openxmlformats.org/drawingml/2006/main">
              <a:ext uri="{FF2B5EF4-FFF2-40B4-BE49-F238E27FC236}">
                <a16:creationId xmlns:a16="http://schemas.microsoft.com/office/drawing/2014/main" id="{F5C0456E-4A78-4793-ADAE-28E8845C8F65}"/>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1" name="progress-542">
            <a:extLst xmlns:a="http://schemas.openxmlformats.org/drawingml/2006/main">
              <a:ext uri="{FF2B5EF4-FFF2-40B4-BE49-F238E27FC236}">
                <a16:creationId xmlns:a16="http://schemas.microsoft.com/office/drawing/2014/main" id="{72985E6E-B44A-494C-B3DE-B22F1E209FB0}"/>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2" name="progress-543">
            <a:extLst xmlns:a="http://schemas.openxmlformats.org/drawingml/2006/main">
              <a:ext uri="{FF2B5EF4-FFF2-40B4-BE49-F238E27FC236}">
                <a16:creationId xmlns:a16="http://schemas.microsoft.com/office/drawing/2014/main" id="{A2A44DA4-F25B-4507-B3C2-1CAB45C7B6D6}"/>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3" name="progress-544">
            <a:extLst xmlns:a="http://schemas.openxmlformats.org/drawingml/2006/main">
              <a:ext uri="{FF2B5EF4-FFF2-40B4-BE49-F238E27FC236}">
                <a16:creationId xmlns:a16="http://schemas.microsoft.com/office/drawing/2014/main" id="{3901A11D-A308-4EC0-B7C9-A1321091811F}"/>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4" name="progress-545">
            <a:extLst xmlns:a="http://schemas.openxmlformats.org/drawingml/2006/main">
              <a:ext uri="{FF2B5EF4-FFF2-40B4-BE49-F238E27FC236}">
                <a16:creationId xmlns:a16="http://schemas.microsoft.com/office/drawing/2014/main" id="{2D8CE998-345F-45F6-85F9-CEC1456B665B}"/>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15" name="progress-546">
            <a:extLst xmlns:a="http://schemas.openxmlformats.org/drawingml/2006/main">
              <a:ext uri="{FF2B5EF4-FFF2-40B4-BE49-F238E27FC236}">
                <a16:creationId xmlns:a16="http://schemas.microsoft.com/office/drawing/2014/main" id="{CE2B0A83-87D7-4560-873B-AD281CC1A66A}"/>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16" name="progress-547">
            <a:extLst xmlns:a="http://schemas.openxmlformats.org/drawingml/2006/main">
              <a:ext uri="{FF2B5EF4-FFF2-40B4-BE49-F238E27FC236}">
                <a16:creationId xmlns:a16="http://schemas.microsoft.com/office/drawing/2014/main" id="{A53135AA-F8D8-4C6D-8D07-30C0EBE7BF96}"/>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17" name="progress-548">
            <a:extLst xmlns:a="http://schemas.openxmlformats.org/drawingml/2006/main">
              <a:ext uri="{FF2B5EF4-FFF2-40B4-BE49-F238E27FC236}">
                <a16:creationId xmlns:a16="http://schemas.microsoft.com/office/drawing/2014/main" id="{99E29BBA-2C2D-4F51-B121-411F1E76A2C4}"/>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18" name="progress-549">
            <a:extLst xmlns:a="http://schemas.openxmlformats.org/drawingml/2006/main">
              <a:ext uri="{FF2B5EF4-FFF2-40B4-BE49-F238E27FC236}">
                <a16:creationId xmlns:a16="http://schemas.microsoft.com/office/drawing/2014/main" id="{7851BAA0-D130-49A8-94B4-9691DB0C724C}"/>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19" name="progress-550">
            <a:extLst xmlns:a="http://schemas.openxmlformats.org/drawingml/2006/main">
              <a:ext uri="{FF2B5EF4-FFF2-40B4-BE49-F238E27FC236}">
                <a16:creationId xmlns:a16="http://schemas.microsoft.com/office/drawing/2014/main" id="{FFB0FF90-2893-48C0-90AC-85FCB2667A9F}"/>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0" name="progress-551">
            <a:extLst xmlns:a="http://schemas.openxmlformats.org/drawingml/2006/main">
              <a:ext uri="{FF2B5EF4-FFF2-40B4-BE49-F238E27FC236}">
                <a16:creationId xmlns:a16="http://schemas.microsoft.com/office/drawing/2014/main" id="{D5F9C897-A011-4057-9D15-900CC6B1F9B1}"/>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1" name="progress-552">
            <a:extLst xmlns:a="http://schemas.openxmlformats.org/drawingml/2006/main">
              <a:ext uri="{FF2B5EF4-FFF2-40B4-BE49-F238E27FC236}">
                <a16:creationId xmlns:a16="http://schemas.microsoft.com/office/drawing/2014/main" id="{50902DD4-69CA-4621-838B-C4F3E6EC81B1}"/>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2" name="text-553">
            <a:extLst xmlns:a="http://schemas.openxmlformats.org/drawingml/2006/main">
              <a:ext uri="{FF2B5EF4-FFF2-40B4-BE49-F238E27FC236}">
                <a16:creationId xmlns:a16="http://schemas.microsoft.com/office/drawing/2014/main" id="{94872931-183A-4068-B42C-3D0DCC3D1ED3}"/>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24 / 50</a:t>
            </a:r>
          </a:p>
        </p:txBody>
      </p:sp>
    </p:spTree>
    <p:extLst>
      <p:ext uri="{BB962C8B-B14F-4D97-AF65-F5344CB8AC3E}">
        <p14:creationId xmlns:p14="http://schemas.microsoft.com/office/powerpoint/2010/main" val="1101475686"/>
      </p:ext>
    </p:extLst>
  </p:cSld>
</p:sld>
</file>

<file path=ppt/slides/slide25.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3" name="text-554">
            <a:extLst xmlns:a="http://schemas.openxmlformats.org/drawingml/2006/main">
              <a:ext uri="{FF2B5EF4-FFF2-40B4-BE49-F238E27FC236}">
                <a16:creationId xmlns:a16="http://schemas.microsoft.com/office/drawing/2014/main" id="{EC8A3DC6-0777-4F5A-A7DB-1991FF5D45E9}"/>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552b2a0aff4b45c1"/>
              </a:rPr>
              <a:t>⌂</a:t>
            </a:r>
          </a:p>
        </p:txBody>
      </p:sp>
      <p:sp>
        <p:nvSpPr>
          <p:cNvPr id="2" name="title-555">
            <a:extLst xmlns:a="http://schemas.openxmlformats.org/drawingml/2006/main">
              <a:ext uri="{FF2B5EF4-FFF2-40B4-BE49-F238E27FC236}">
                <a16:creationId xmlns:a16="http://schemas.microsoft.com/office/drawing/2014/main" id="{3580F4CF-6257-4A42-802D-DD8B3099D443}"/>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Present Perfect</a:t>
            </a:r>
          </a:p>
        </p:txBody>
      </p:sp>
      <p:sp>
        <p:nvSpPr>
          <p:cNvPr id="3" name="text-556">
            <a:extLst xmlns:a="http://schemas.openxmlformats.org/drawingml/2006/main">
              <a:ext uri="{FF2B5EF4-FFF2-40B4-BE49-F238E27FC236}">
                <a16:creationId xmlns:a16="http://schemas.microsoft.com/office/drawing/2014/main" id="{00C5FC21-1987-4706-8920-A594F578ADA2}"/>
              </a:ext>
            </a:extLst>
          </p:cNvPr>
          <p:cNvSpPr>
            <a:spLocks xmlns:a="http://schemas.openxmlformats.org/drawingml/2006/main" noGrp="1"/>
          </p:cNvSpPr>
          <p:nvPr/>
        </p:nvSpPr>
        <p:spPr>
          <a:xfrm xmlns:a="http://schemas.openxmlformats.org/drawingml/2006/main">
            <a:off x="2755344" y="1438275"/>
            <a:ext cx="8616791"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105" b="1">
                <a:solidFill>
                  <a:srgbClr val="F7F7F2"/>
                </a:solidFill>
                <a:latin typeface="Nunito"/>
                <a:ea typeface="Nunito"/>
                <a:cs typeface="Nunito"/>
              </a:defRPr>
            </a:pPr>
            <a:r>
              <a:rPr sz="3105" b="1">
                <a:solidFill>
                  <a:srgbClr val="F7F7F2"/>
                </a:solidFill>
                <a:latin typeface="Nunito"/>
                <a:ea typeface="Nunito"/>
                <a:cs typeface="Nunito"/>
              </a:rPr>
              <a:t>have / has + V3</a:t>
            </a:r>
          </a:p>
          <a:p xmlns:a="http://schemas.openxmlformats.org/drawingml/2006/main">
            <a:pPr algn="ctr">
              <a:defRPr sz="3105" b="1">
                <a:solidFill>
                  <a:srgbClr val="F7F7F2"/>
                </a:solidFill>
                <a:latin typeface="Nunito"/>
                <a:ea typeface="Nunito"/>
                <a:cs typeface="Nunito"/>
              </a:defRPr>
            </a:pPr>
            <a:r>
              <a:rPr sz="3105" b="1">
                <a:solidFill>
                  <a:srgbClr val="F7F7F2"/>
                </a:solidFill>
                <a:latin typeface="Nunito"/>
                <a:ea typeface="Nunito"/>
                <a:cs typeface="Nunito"/>
              </a:rPr>
              <a:t>feel → felt → felt</a:t>
            </a:r>
          </a:p>
        </p:txBody>
      </p:sp>
      <p:sp>
        <p:nvSpPr>
          <p:cNvPr id="4" name="text-557">
            <a:extLst xmlns:a="http://schemas.openxmlformats.org/drawingml/2006/main">
              <a:ext uri="{FF2B5EF4-FFF2-40B4-BE49-F238E27FC236}">
                <a16:creationId xmlns:a16="http://schemas.microsoft.com/office/drawing/2014/main" id="{483F127A-C136-4763-875A-0EB31F10E6F5}"/>
              </a:ext>
            </a:extLst>
          </p:cNvPr>
          <p:cNvSpPr>
            <a:spLocks xmlns:a="http://schemas.openxmlformats.org/drawingml/2006/main" noGrp="1"/>
          </p:cNvSpPr>
          <p:nvPr/>
        </p:nvSpPr>
        <p:spPr>
          <a:xfrm xmlns:a="http://schemas.openxmlformats.org/drawingml/2006/main">
            <a:off x="2809685" y="4524375"/>
            <a:ext cx="8508111"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A9BDD2"/>
                </a:solidFill>
                <a:latin typeface="Nunito"/>
                <a:ea typeface="Nunito"/>
                <a:cs typeface="Nunito"/>
              </a:defRPr>
            </a:pPr>
            <a:r>
              <a:rPr sz="2228" b="1">
                <a:solidFill>
                  <a:srgbClr val="A9BDD2"/>
                </a:solidFill>
                <a:latin typeface="Nunito"/>
                <a:ea typeface="Nunito"/>
                <a:cs typeface="Nunito"/>
              </a:rPr>
              <a:t>A past experience that matters to our idea now.</a:t>
            </a:r>
          </a:p>
        </p:txBody>
      </p:sp>
      <p:sp>
        <p:nvSpPr>
          <p:cNvPr id="5" name="progress-558">
            <a:extLst xmlns:a="http://schemas.openxmlformats.org/drawingml/2006/main">
              <a:ext uri="{FF2B5EF4-FFF2-40B4-BE49-F238E27FC236}">
                <a16:creationId xmlns:a16="http://schemas.microsoft.com/office/drawing/2014/main" id="{ABDC6E05-FCEA-4522-9185-4BD1C3175B74}"/>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6" name="progress-559">
            <a:extLst xmlns:a="http://schemas.openxmlformats.org/drawingml/2006/main">
              <a:ext uri="{FF2B5EF4-FFF2-40B4-BE49-F238E27FC236}">
                <a16:creationId xmlns:a16="http://schemas.microsoft.com/office/drawing/2014/main" id="{BEAD875C-317B-4ACC-BC88-16F13A520E8D}"/>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5 / 10</a:t>
            </a:r>
          </a:p>
        </p:txBody>
      </p:sp>
      <p:sp>
        <p:nvSpPr>
          <p:cNvPr id="7" name="progress-560">
            <a:extLst xmlns:a="http://schemas.openxmlformats.org/drawingml/2006/main">
              <a:ext uri="{FF2B5EF4-FFF2-40B4-BE49-F238E27FC236}">
                <a16:creationId xmlns:a16="http://schemas.microsoft.com/office/drawing/2014/main" id="{9563CAAB-3A8F-4511-87A4-DA4A6CFBDFE4}"/>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8" name="progress-561">
            <a:extLst xmlns:a="http://schemas.openxmlformats.org/drawingml/2006/main">
              <a:ext uri="{FF2B5EF4-FFF2-40B4-BE49-F238E27FC236}">
                <a16:creationId xmlns:a16="http://schemas.microsoft.com/office/drawing/2014/main" id="{E3A50CD2-4F81-4791-A769-7634271ECACD}"/>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67</a:t>
            </a:r>
          </a:p>
        </p:txBody>
      </p:sp>
      <p:sp>
        <p:nvSpPr>
          <p:cNvPr id="9" name="progress-562">
            <a:extLst xmlns:a="http://schemas.openxmlformats.org/drawingml/2006/main">
              <a:ext uri="{FF2B5EF4-FFF2-40B4-BE49-F238E27FC236}">
                <a16:creationId xmlns:a16="http://schemas.microsoft.com/office/drawing/2014/main" id="{9489FFF7-7A31-4D43-8DBB-FC237FF86915}"/>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0" name="sidebar-divider">
            <a:extLst xmlns:a="http://schemas.openxmlformats.org/drawingml/2006/main">
              <a:ext uri="{FF2B5EF4-FFF2-40B4-BE49-F238E27FC236}">
                <a16:creationId xmlns:a16="http://schemas.microsoft.com/office/drawing/2014/main" id="{E97031F1-CBFE-454C-B8C7-56D51D0C2CD3}"/>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1" name="progress-563">
            <a:extLst xmlns:a="http://schemas.openxmlformats.org/drawingml/2006/main">
              <a:ext uri="{FF2B5EF4-FFF2-40B4-BE49-F238E27FC236}">
                <a16:creationId xmlns:a16="http://schemas.microsoft.com/office/drawing/2014/main" id="{662B2D9F-0A74-49DA-9971-C883D8EA5F3B}"/>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2" name="progress-564">
            <a:extLst xmlns:a="http://schemas.openxmlformats.org/drawingml/2006/main">
              <a:ext uri="{FF2B5EF4-FFF2-40B4-BE49-F238E27FC236}">
                <a16:creationId xmlns:a16="http://schemas.microsoft.com/office/drawing/2014/main" id="{E2028050-B6F7-4562-9ACB-AE410AF6D97A}"/>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3" name="progress-565">
            <a:extLst xmlns:a="http://schemas.openxmlformats.org/drawingml/2006/main">
              <a:ext uri="{FF2B5EF4-FFF2-40B4-BE49-F238E27FC236}">
                <a16:creationId xmlns:a16="http://schemas.microsoft.com/office/drawing/2014/main" id="{2F72DFD5-FBF5-4476-AAA5-D807AE10C96D}"/>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4" name="progress-566">
            <a:extLst xmlns:a="http://schemas.openxmlformats.org/drawingml/2006/main">
              <a:ext uri="{FF2B5EF4-FFF2-40B4-BE49-F238E27FC236}">
                <a16:creationId xmlns:a16="http://schemas.microsoft.com/office/drawing/2014/main" id="{BF4A0F87-7134-4DBC-8654-1979428F7D58}"/>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15" name="progress-567">
            <a:extLst xmlns:a="http://schemas.openxmlformats.org/drawingml/2006/main">
              <a:ext uri="{FF2B5EF4-FFF2-40B4-BE49-F238E27FC236}">
                <a16:creationId xmlns:a16="http://schemas.microsoft.com/office/drawing/2014/main" id="{3F106FE1-771B-453F-B872-9C5EF5F74601}"/>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16" name="progress-568">
            <a:extLst xmlns:a="http://schemas.openxmlformats.org/drawingml/2006/main">
              <a:ext uri="{FF2B5EF4-FFF2-40B4-BE49-F238E27FC236}">
                <a16:creationId xmlns:a16="http://schemas.microsoft.com/office/drawing/2014/main" id="{BA66E0FE-278B-4516-BBA7-3531606A5126}"/>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17" name="progress-569">
            <a:extLst xmlns:a="http://schemas.openxmlformats.org/drawingml/2006/main">
              <a:ext uri="{FF2B5EF4-FFF2-40B4-BE49-F238E27FC236}">
                <a16:creationId xmlns:a16="http://schemas.microsoft.com/office/drawing/2014/main" id="{98F9E69F-AB12-4DF7-B5D7-7B2172DC7EF8}"/>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18" name="progress-570">
            <a:extLst xmlns:a="http://schemas.openxmlformats.org/drawingml/2006/main">
              <a:ext uri="{FF2B5EF4-FFF2-40B4-BE49-F238E27FC236}">
                <a16:creationId xmlns:a16="http://schemas.microsoft.com/office/drawing/2014/main" id="{362A74AB-491C-41BE-8F2A-45D4B5BAE085}"/>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19" name="progress-571">
            <a:extLst xmlns:a="http://schemas.openxmlformats.org/drawingml/2006/main">
              <a:ext uri="{FF2B5EF4-FFF2-40B4-BE49-F238E27FC236}">
                <a16:creationId xmlns:a16="http://schemas.microsoft.com/office/drawing/2014/main" id="{30B0195D-EE21-4AFD-857F-33A9327BC709}"/>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0" name="progress-572">
            <a:extLst xmlns:a="http://schemas.openxmlformats.org/drawingml/2006/main">
              <a:ext uri="{FF2B5EF4-FFF2-40B4-BE49-F238E27FC236}">
                <a16:creationId xmlns:a16="http://schemas.microsoft.com/office/drawing/2014/main" id="{2CBC0A24-4BD2-4C5A-8E42-1E3BBD52EB48}"/>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1" name="progress-573">
            <a:extLst xmlns:a="http://schemas.openxmlformats.org/drawingml/2006/main">
              <a:ext uri="{FF2B5EF4-FFF2-40B4-BE49-F238E27FC236}">
                <a16:creationId xmlns:a16="http://schemas.microsoft.com/office/drawing/2014/main" id="{F89F20A5-02C6-43B2-8AEB-D71A784DF459}"/>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2" name="text-574">
            <a:extLst xmlns:a="http://schemas.openxmlformats.org/drawingml/2006/main">
              <a:ext uri="{FF2B5EF4-FFF2-40B4-BE49-F238E27FC236}">
                <a16:creationId xmlns:a16="http://schemas.microsoft.com/office/drawing/2014/main" id="{30CF78CA-FE2D-45AD-B59C-F206F8D2DC3D}"/>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25 / 50</a:t>
            </a:r>
          </a:p>
        </p:txBody>
      </p:sp>
    </p:spTree>
    <p:extLst>
      <p:ext uri="{BB962C8B-B14F-4D97-AF65-F5344CB8AC3E}">
        <p14:creationId xmlns:p14="http://schemas.microsoft.com/office/powerpoint/2010/main" val="322878806"/>
      </p:ext>
    </p:extLst>
  </p:cSld>
</p:sld>
</file>

<file path=ppt/slides/slide26.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9" name="text-575">
            <a:extLst xmlns:a="http://schemas.openxmlformats.org/drawingml/2006/main">
              <a:ext uri="{FF2B5EF4-FFF2-40B4-BE49-F238E27FC236}">
                <a16:creationId xmlns:a16="http://schemas.microsoft.com/office/drawing/2014/main" id="{AA2E1AC5-B869-492D-84D0-BC41ACD5B17A}"/>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bced99f16e954478"/>
              </a:rPr>
              <a:t>⌂</a:t>
            </a:r>
          </a:p>
        </p:txBody>
      </p:sp>
      <p:sp>
        <p:nvSpPr>
          <p:cNvPr id="2" name="title-576">
            <a:extLst xmlns:a="http://schemas.openxmlformats.org/drawingml/2006/main">
              <a:ext uri="{FF2B5EF4-FFF2-40B4-BE49-F238E27FC236}">
                <a16:creationId xmlns:a16="http://schemas.microsoft.com/office/drawing/2014/main" id="{A9835283-3A70-4597-946C-0643AD324F9B}"/>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A past experience</a:t>
            </a:r>
          </a:p>
        </p:txBody>
      </p:sp>
      <p:sp>
        <p:nvSpPr>
          <p:cNvPr id="3" name="text-577">
            <a:extLst xmlns:a="http://schemas.openxmlformats.org/drawingml/2006/main">
              <a:ext uri="{FF2B5EF4-FFF2-40B4-BE49-F238E27FC236}">
                <a16:creationId xmlns:a16="http://schemas.microsoft.com/office/drawing/2014/main" id="{7493070C-68B8-4227-A9D9-E6E6F1D0B4FE}"/>
              </a:ext>
            </a:extLst>
          </p:cNvPr>
          <p:cNvSpPr>
            <a:spLocks xmlns:a="http://schemas.openxmlformats.org/drawingml/2006/main" noGrp="1"/>
          </p:cNvSpPr>
          <p:nvPr/>
        </p:nvSpPr>
        <p:spPr>
          <a:xfrm xmlns:a="http://schemas.openxmlformats.org/drawingml/2006/main">
            <a:off x="4063944" y="2085975"/>
            <a:ext cx="1099937"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Some</a:t>
            </a:r>
          </a:p>
        </p:txBody>
      </p:sp>
      <p:sp>
        <p:nvSpPr>
          <p:cNvPr id="4" name="text-578">
            <a:extLst xmlns:a="http://schemas.openxmlformats.org/drawingml/2006/main">
              <a:ext uri="{FF2B5EF4-FFF2-40B4-BE49-F238E27FC236}">
                <a16:creationId xmlns:a16="http://schemas.microsoft.com/office/drawing/2014/main" id="{C89AA3E7-EAF2-4BFB-B621-822EFFFC5571}"/>
              </a:ext>
            </a:extLst>
          </p:cNvPr>
          <p:cNvSpPr>
            <a:spLocks xmlns:a="http://schemas.openxmlformats.org/drawingml/2006/main" noGrp="1"/>
          </p:cNvSpPr>
          <p:nvPr/>
        </p:nvSpPr>
        <p:spPr>
          <a:xfrm xmlns:a="http://schemas.openxmlformats.org/drawingml/2006/main">
            <a:off x="5216300" y="2085975"/>
            <a:ext cx="1645299"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students</a:t>
            </a:r>
          </a:p>
        </p:txBody>
      </p:sp>
      <p:sp>
        <p:nvSpPr>
          <p:cNvPr id="5" name="text-579">
            <a:extLst xmlns:a="http://schemas.openxmlformats.org/drawingml/2006/main">
              <a:ext uri="{FF2B5EF4-FFF2-40B4-BE49-F238E27FC236}">
                <a16:creationId xmlns:a16="http://schemas.microsoft.com/office/drawing/2014/main" id="{A6158AED-986C-4897-8900-0D3A070556F8}"/>
              </a:ext>
            </a:extLst>
          </p:cNvPr>
          <p:cNvSpPr>
            <a:spLocks xmlns:a="http://schemas.openxmlformats.org/drawingml/2006/main" noGrp="1"/>
          </p:cNvSpPr>
          <p:nvPr/>
        </p:nvSpPr>
        <p:spPr>
          <a:xfrm xmlns:a="http://schemas.openxmlformats.org/drawingml/2006/main">
            <a:off x="6929543" y="2085975"/>
            <a:ext cx="191906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DFFF5B"/>
                </a:solidFill>
                <a:latin typeface="Nunito"/>
                <a:ea typeface="Nunito"/>
                <a:cs typeface="Nunito"/>
              </a:defRPr>
            </a:pPr>
            <a:r>
              <a:rPr sz="2565" b="1">
                <a:solidFill>
                  <a:srgbClr val="DFFF5B"/>
                </a:solidFill>
                <a:latin typeface="Nunito"/>
                <a:ea typeface="Nunito"/>
                <a:cs typeface="Nunito"/>
              </a:rPr>
              <a:t> </a:t>
            </a:r>
          </a:p>
        </p:txBody>
      </p:sp>
      <p:sp>
        <p:nvSpPr>
          <p:cNvPr id="6" name="gap-line-26">
            <a:extLst xmlns:a="http://schemas.openxmlformats.org/drawingml/2006/main">
              <a:ext uri="{FF2B5EF4-FFF2-40B4-BE49-F238E27FC236}">
                <a16:creationId xmlns:a16="http://schemas.microsoft.com/office/drawing/2014/main" id="{E37568F4-4BE7-4F8F-A5B6-5629BBD715DB}"/>
              </a:ext>
            </a:extLst>
          </p:cNvPr>
          <p:cNvSpPr>
            <a:spLocks xmlns:a="http://schemas.openxmlformats.org/drawingml/2006/main" noGrp="1"/>
          </p:cNvSpPr>
          <p:nvPr/>
        </p:nvSpPr>
        <p:spPr>
          <a:xfrm xmlns:a="http://schemas.openxmlformats.org/drawingml/2006/main">
            <a:off x="6929543" y="2628900"/>
            <a:ext cx="1919060" cy="0"/>
          </a:xfrm>
          <a:prstGeom xmlns:a="http://schemas.openxmlformats.org/drawingml/2006/main" prst="line">
            <a:avLst/>
          </a:prstGeom>
          <a:ln xmlns:a="http://schemas.openxmlformats.org/drawingml/2006/main" w="19050">
            <a:solidFill>
              <a:srgbClr val="4EE5FF"/>
            </a:solidFill>
          </a:ln>
        </p:spPr>
      </p:sp>
      <p:sp>
        <p:nvSpPr>
          <p:cNvPr id="7" name="text-580">
            <a:extLst xmlns:a="http://schemas.openxmlformats.org/drawingml/2006/main">
              <a:ext uri="{FF2B5EF4-FFF2-40B4-BE49-F238E27FC236}">
                <a16:creationId xmlns:a16="http://schemas.microsoft.com/office/drawing/2014/main" id="{691BCC28-2AC3-4A1C-9D04-BC5FFAA4A0C2}"/>
              </a:ext>
            </a:extLst>
          </p:cNvPr>
          <p:cNvSpPr>
            <a:spLocks xmlns:a="http://schemas.openxmlformats.org/drawingml/2006/main" noGrp="1"/>
          </p:cNvSpPr>
          <p:nvPr/>
        </p:nvSpPr>
        <p:spPr>
          <a:xfrm xmlns:a="http://schemas.openxmlformats.org/drawingml/2006/main">
            <a:off x="8916548" y="2085975"/>
            <a:ext cx="1146988"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alone.</a:t>
            </a:r>
          </a:p>
        </p:txBody>
      </p:sp>
      <p:sp>
        <p:nvSpPr>
          <p:cNvPr id="8" name="text-581">
            <a:extLst xmlns:a="http://schemas.openxmlformats.org/drawingml/2006/main">
              <a:ext uri="{FF2B5EF4-FFF2-40B4-BE49-F238E27FC236}">
                <a16:creationId xmlns:a16="http://schemas.microsoft.com/office/drawing/2014/main" id="{DA66BF31-C9D4-41B1-99BC-53A6F281A092}"/>
              </a:ext>
            </a:extLst>
          </p:cNvPr>
          <p:cNvSpPr>
            <a:spLocks xmlns:a="http://schemas.openxmlformats.org/drawingml/2006/main" noGrp="1"/>
          </p:cNvSpPr>
          <p:nvPr/>
        </p:nvSpPr>
        <p:spPr>
          <a:xfrm xmlns:a="http://schemas.openxmlformats.org/drawingml/2006/main">
            <a:off x="2794159" y="3600450"/>
            <a:ext cx="2732532"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F7F7F2"/>
                </a:solidFill>
                <a:latin typeface="Nunito"/>
                <a:ea typeface="Nunito"/>
                <a:cs typeface="Nunito"/>
              </a:defRPr>
            </a:pPr>
            <a:r>
              <a:rPr sz="2228" b="1">
                <a:solidFill>
                  <a:srgbClr val="F7F7F2"/>
                </a:solidFill>
                <a:latin typeface="Nunito"/>
                <a:ea typeface="Nunito"/>
                <a:cs typeface="Nunito"/>
              </a:rPr>
              <a:t>A   has felt</a:t>
            </a:r>
          </a:p>
        </p:txBody>
      </p:sp>
      <p:sp>
        <p:nvSpPr>
          <p:cNvPr id="9" name="text-582">
            <a:extLst xmlns:a="http://schemas.openxmlformats.org/drawingml/2006/main">
              <a:ext uri="{FF2B5EF4-FFF2-40B4-BE49-F238E27FC236}">
                <a16:creationId xmlns:a16="http://schemas.microsoft.com/office/drawing/2014/main" id="{AA7E70DF-CBA1-4A81-980A-FE1281E6D91F}"/>
              </a:ext>
            </a:extLst>
          </p:cNvPr>
          <p:cNvSpPr>
            <a:spLocks xmlns:a="http://schemas.openxmlformats.org/drawingml/2006/main" noGrp="1"/>
          </p:cNvSpPr>
          <p:nvPr/>
        </p:nvSpPr>
        <p:spPr>
          <a:xfrm xmlns:a="http://schemas.openxmlformats.org/drawingml/2006/main">
            <a:off x="5697474" y="3600450"/>
            <a:ext cx="2732532"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F7F7F2"/>
                </a:solidFill>
                <a:latin typeface="Nunito"/>
                <a:ea typeface="Nunito"/>
                <a:cs typeface="Nunito"/>
              </a:defRPr>
            </a:pPr>
            <a:r>
              <a:rPr sz="2228" b="1">
                <a:solidFill>
                  <a:srgbClr val="F7F7F2"/>
                </a:solidFill>
                <a:latin typeface="Nunito"/>
                <a:ea typeface="Nunito"/>
                <a:cs typeface="Nunito"/>
              </a:rPr>
              <a:t>B   have felt</a:t>
            </a:r>
          </a:p>
        </p:txBody>
      </p:sp>
      <p:sp>
        <p:nvSpPr>
          <p:cNvPr id="10" name="text-583">
            <a:extLst xmlns:a="http://schemas.openxmlformats.org/drawingml/2006/main">
              <a:ext uri="{FF2B5EF4-FFF2-40B4-BE49-F238E27FC236}">
                <a16:creationId xmlns:a16="http://schemas.microsoft.com/office/drawing/2014/main" id="{3A3A8A2E-E6A9-4655-A458-987EB1278918}"/>
              </a:ext>
            </a:extLst>
          </p:cNvPr>
          <p:cNvSpPr>
            <a:spLocks xmlns:a="http://schemas.openxmlformats.org/drawingml/2006/main" noGrp="1"/>
          </p:cNvSpPr>
          <p:nvPr/>
        </p:nvSpPr>
        <p:spPr>
          <a:xfrm xmlns:a="http://schemas.openxmlformats.org/drawingml/2006/main">
            <a:off x="8600789" y="3600450"/>
            <a:ext cx="2732532"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F7F7F2"/>
                </a:solidFill>
                <a:latin typeface="Nunito"/>
                <a:ea typeface="Nunito"/>
                <a:cs typeface="Nunito"/>
              </a:defRPr>
            </a:pPr>
            <a:r>
              <a:rPr sz="2228" b="1">
                <a:solidFill>
                  <a:srgbClr val="F7F7F2"/>
                </a:solidFill>
                <a:latin typeface="Nunito"/>
                <a:ea typeface="Nunito"/>
                <a:cs typeface="Nunito"/>
              </a:rPr>
              <a:t>C   have feel</a:t>
            </a:r>
          </a:p>
        </p:txBody>
      </p:sp>
      <p:sp>
        <p:nvSpPr>
          <p:cNvPr id="11" name="progress-584">
            <a:extLst xmlns:a="http://schemas.openxmlformats.org/drawingml/2006/main">
              <a:ext uri="{FF2B5EF4-FFF2-40B4-BE49-F238E27FC236}">
                <a16:creationId xmlns:a16="http://schemas.microsoft.com/office/drawing/2014/main" id="{F843CB26-DAE2-4B35-94A3-A70084AF8931}"/>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12" name="progress-585">
            <a:extLst xmlns:a="http://schemas.openxmlformats.org/drawingml/2006/main">
              <a:ext uri="{FF2B5EF4-FFF2-40B4-BE49-F238E27FC236}">
                <a16:creationId xmlns:a16="http://schemas.microsoft.com/office/drawing/2014/main" id="{6E90A6AD-0BDE-4C5D-B4F0-490B2E9738CA}"/>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5 / 10</a:t>
            </a:r>
          </a:p>
        </p:txBody>
      </p:sp>
      <p:sp>
        <p:nvSpPr>
          <p:cNvPr id="13" name="progress-586">
            <a:extLst xmlns:a="http://schemas.openxmlformats.org/drawingml/2006/main">
              <a:ext uri="{FF2B5EF4-FFF2-40B4-BE49-F238E27FC236}">
                <a16:creationId xmlns:a16="http://schemas.microsoft.com/office/drawing/2014/main" id="{9C024633-8296-4947-9F92-1C75FF6EEF65}"/>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4" name="progress-587">
            <a:extLst xmlns:a="http://schemas.openxmlformats.org/drawingml/2006/main">
              <a:ext uri="{FF2B5EF4-FFF2-40B4-BE49-F238E27FC236}">
                <a16:creationId xmlns:a16="http://schemas.microsoft.com/office/drawing/2014/main" id="{79D69569-605D-4494-A92F-4EA293EF41F0}"/>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67</a:t>
            </a:r>
          </a:p>
        </p:txBody>
      </p:sp>
      <p:sp>
        <p:nvSpPr>
          <p:cNvPr id="15" name="progress-588">
            <a:extLst xmlns:a="http://schemas.openxmlformats.org/drawingml/2006/main">
              <a:ext uri="{FF2B5EF4-FFF2-40B4-BE49-F238E27FC236}">
                <a16:creationId xmlns:a16="http://schemas.microsoft.com/office/drawing/2014/main" id="{32046087-99F8-4794-B7C8-9CB6E696F556}"/>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6" name="sidebar-divider">
            <a:extLst xmlns:a="http://schemas.openxmlformats.org/drawingml/2006/main">
              <a:ext uri="{FF2B5EF4-FFF2-40B4-BE49-F238E27FC236}">
                <a16:creationId xmlns:a16="http://schemas.microsoft.com/office/drawing/2014/main" id="{2FD55C53-77BB-4D33-92FB-0C1409F47431}"/>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7" name="progress-589">
            <a:extLst xmlns:a="http://schemas.openxmlformats.org/drawingml/2006/main">
              <a:ext uri="{FF2B5EF4-FFF2-40B4-BE49-F238E27FC236}">
                <a16:creationId xmlns:a16="http://schemas.microsoft.com/office/drawing/2014/main" id="{1823B833-323C-4B07-829A-1E8DA8A7A40D}"/>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8" name="progress-590">
            <a:extLst xmlns:a="http://schemas.openxmlformats.org/drawingml/2006/main">
              <a:ext uri="{FF2B5EF4-FFF2-40B4-BE49-F238E27FC236}">
                <a16:creationId xmlns:a16="http://schemas.microsoft.com/office/drawing/2014/main" id="{B9D88E79-9412-4A3A-ABBB-E0D92AF08A94}"/>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9" name="progress-591">
            <a:extLst xmlns:a="http://schemas.openxmlformats.org/drawingml/2006/main">
              <a:ext uri="{FF2B5EF4-FFF2-40B4-BE49-F238E27FC236}">
                <a16:creationId xmlns:a16="http://schemas.microsoft.com/office/drawing/2014/main" id="{56E28B91-9A7A-4FD2-9053-B2D9237A8916}"/>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20" name="progress-592">
            <a:extLst xmlns:a="http://schemas.openxmlformats.org/drawingml/2006/main">
              <a:ext uri="{FF2B5EF4-FFF2-40B4-BE49-F238E27FC236}">
                <a16:creationId xmlns:a16="http://schemas.microsoft.com/office/drawing/2014/main" id="{EE084C9F-01E5-46CF-9D1F-254BEF7C87D0}"/>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21" name="progress-593">
            <a:extLst xmlns:a="http://schemas.openxmlformats.org/drawingml/2006/main">
              <a:ext uri="{FF2B5EF4-FFF2-40B4-BE49-F238E27FC236}">
                <a16:creationId xmlns:a16="http://schemas.microsoft.com/office/drawing/2014/main" id="{071A1BB1-F058-47B0-9240-C884F0086DF3}"/>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22" name="progress-594">
            <a:extLst xmlns:a="http://schemas.openxmlformats.org/drawingml/2006/main">
              <a:ext uri="{FF2B5EF4-FFF2-40B4-BE49-F238E27FC236}">
                <a16:creationId xmlns:a16="http://schemas.microsoft.com/office/drawing/2014/main" id="{BEC8D2C8-4590-4BA0-8C24-E0C42AE0DD80}"/>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23" name="progress-595">
            <a:extLst xmlns:a="http://schemas.openxmlformats.org/drawingml/2006/main">
              <a:ext uri="{FF2B5EF4-FFF2-40B4-BE49-F238E27FC236}">
                <a16:creationId xmlns:a16="http://schemas.microsoft.com/office/drawing/2014/main" id="{5FBCC2A0-B3F6-44B4-904D-E906D3ECAF78}"/>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24" name="progress-596">
            <a:extLst xmlns:a="http://schemas.openxmlformats.org/drawingml/2006/main">
              <a:ext uri="{FF2B5EF4-FFF2-40B4-BE49-F238E27FC236}">
                <a16:creationId xmlns:a16="http://schemas.microsoft.com/office/drawing/2014/main" id="{9D63D59E-8630-4352-BDD4-7B8E7F422AF2}"/>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25" name="progress-597">
            <a:extLst xmlns:a="http://schemas.openxmlformats.org/drawingml/2006/main">
              <a:ext uri="{FF2B5EF4-FFF2-40B4-BE49-F238E27FC236}">
                <a16:creationId xmlns:a16="http://schemas.microsoft.com/office/drawing/2014/main" id="{DF49854A-0F78-44DF-B48C-507024F4C76A}"/>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6" name="progress-598">
            <a:extLst xmlns:a="http://schemas.openxmlformats.org/drawingml/2006/main">
              <a:ext uri="{FF2B5EF4-FFF2-40B4-BE49-F238E27FC236}">
                <a16:creationId xmlns:a16="http://schemas.microsoft.com/office/drawing/2014/main" id="{4B315D7A-D25E-40D3-8B70-FD42E245CDE2}"/>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7" name="progress-599">
            <a:extLst xmlns:a="http://schemas.openxmlformats.org/drawingml/2006/main">
              <a:ext uri="{FF2B5EF4-FFF2-40B4-BE49-F238E27FC236}">
                <a16:creationId xmlns:a16="http://schemas.microsoft.com/office/drawing/2014/main" id="{22B8C43C-CA87-4281-81C2-C9FD9D229007}"/>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8" name="text-600">
            <a:extLst xmlns:a="http://schemas.openxmlformats.org/drawingml/2006/main">
              <a:ext uri="{FF2B5EF4-FFF2-40B4-BE49-F238E27FC236}">
                <a16:creationId xmlns:a16="http://schemas.microsoft.com/office/drawing/2014/main" id="{C51702A3-440D-4DA2-AD1E-E53F9A5A4463}"/>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26 / 50</a:t>
            </a:r>
          </a:p>
        </p:txBody>
      </p:sp>
    </p:spTree>
    <p:extLst>
      <p:ext uri="{BB962C8B-B14F-4D97-AF65-F5344CB8AC3E}">
        <p14:creationId xmlns:p14="http://schemas.microsoft.com/office/powerpoint/2010/main" val="1235803189"/>
      </p:ext>
    </p:extLst>
  </p:cSld>
</p:sld>
</file>

<file path=ppt/slides/slide27.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30" name="text-601">
            <a:extLst xmlns:a="http://schemas.openxmlformats.org/drawingml/2006/main">
              <a:ext uri="{FF2B5EF4-FFF2-40B4-BE49-F238E27FC236}">
                <a16:creationId xmlns:a16="http://schemas.microsoft.com/office/drawing/2014/main" id="{1A812C52-9BB1-4437-A990-13BC528D214F}"/>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886c502fe073432d"/>
              </a:rPr>
              <a:t>⌂</a:t>
            </a:r>
          </a:p>
        </p:txBody>
      </p:sp>
      <p:sp>
        <p:nvSpPr>
          <p:cNvPr id="2" name="title-602">
            <a:extLst xmlns:a="http://schemas.openxmlformats.org/drawingml/2006/main">
              <a:ext uri="{FF2B5EF4-FFF2-40B4-BE49-F238E27FC236}">
                <a16:creationId xmlns:a16="http://schemas.microsoft.com/office/drawing/2014/main" id="{9033364C-905D-4A51-8DEA-03ED97F163EC}"/>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A past experience</a:t>
            </a:r>
          </a:p>
        </p:txBody>
      </p:sp>
      <p:sp>
        <p:nvSpPr>
          <p:cNvPr id="3" name="text-603">
            <a:extLst xmlns:a="http://schemas.openxmlformats.org/drawingml/2006/main">
              <a:ext uri="{FF2B5EF4-FFF2-40B4-BE49-F238E27FC236}">
                <a16:creationId xmlns:a16="http://schemas.microsoft.com/office/drawing/2014/main" id="{6048E890-C244-491A-AB28-A6BB9EC070F1}"/>
              </a:ext>
            </a:extLst>
          </p:cNvPr>
          <p:cNvSpPr>
            <a:spLocks xmlns:a="http://schemas.openxmlformats.org/drawingml/2006/main" noGrp="1"/>
          </p:cNvSpPr>
          <p:nvPr/>
        </p:nvSpPr>
        <p:spPr>
          <a:xfrm xmlns:a="http://schemas.openxmlformats.org/drawingml/2006/main">
            <a:off x="4063944" y="2085975"/>
            <a:ext cx="1099937"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Some</a:t>
            </a:r>
          </a:p>
        </p:txBody>
      </p:sp>
      <p:sp>
        <p:nvSpPr>
          <p:cNvPr id="4" name="text-604">
            <a:extLst xmlns:a="http://schemas.openxmlformats.org/drawingml/2006/main">
              <a:ext uri="{FF2B5EF4-FFF2-40B4-BE49-F238E27FC236}">
                <a16:creationId xmlns:a16="http://schemas.microsoft.com/office/drawing/2014/main" id="{BCF5A5C2-2AF9-4DCA-AAAA-743ACB3D5C07}"/>
              </a:ext>
            </a:extLst>
          </p:cNvPr>
          <p:cNvSpPr>
            <a:spLocks xmlns:a="http://schemas.openxmlformats.org/drawingml/2006/main" noGrp="1"/>
          </p:cNvSpPr>
          <p:nvPr/>
        </p:nvSpPr>
        <p:spPr>
          <a:xfrm xmlns:a="http://schemas.openxmlformats.org/drawingml/2006/main">
            <a:off x="5216300" y="2085975"/>
            <a:ext cx="1645299"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students</a:t>
            </a:r>
          </a:p>
        </p:txBody>
      </p:sp>
      <p:sp>
        <p:nvSpPr>
          <p:cNvPr id="5" name="text-605">
            <a:extLst xmlns:a="http://schemas.openxmlformats.org/drawingml/2006/main">
              <a:ext uri="{FF2B5EF4-FFF2-40B4-BE49-F238E27FC236}">
                <a16:creationId xmlns:a16="http://schemas.microsoft.com/office/drawing/2014/main" id="{2FB47788-88B3-4D63-A9FE-5E7BEAA4814D}"/>
              </a:ext>
            </a:extLst>
          </p:cNvPr>
          <p:cNvSpPr>
            <a:spLocks xmlns:a="http://schemas.openxmlformats.org/drawingml/2006/main" noGrp="1"/>
          </p:cNvSpPr>
          <p:nvPr/>
        </p:nvSpPr>
        <p:spPr>
          <a:xfrm xmlns:a="http://schemas.openxmlformats.org/drawingml/2006/main">
            <a:off x="6929543" y="2085975"/>
            <a:ext cx="191906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DFFF5B"/>
                </a:solidFill>
                <a:latin typeface="Nunito"/>
                <a:ea typeface="Nunito"/>
                <a:cs typeface="Nunito"/>
              </a:defRPr>
            </a:pPr>
            <a:r>
              <a:rPr sz="2565" b="1">
                <a:solidFill>
                  <a:srgbClr val="DFFF5B"/>
                </a:solidFill>
                <a:latin typeface="Nunito"/>
                <a:ea typeface="Nunito"/>
                <a:cs typeface="Nunito"/>
              </a:rPr>
              <a:t>have felt</a:t>
            </a:r>
          </a:p>
        </p:txBody>
      </p:sp>
      <p:sp>
        <p:nvSpPr>
          <p:cNvPr id="6" name="gap-line-27">
            <a:extLst xmlns:a="http://schemas.openxmlformats.org/drawingml/2006/main">
              <a:ext uri="{FF2B5EF4-FFF2-40B4-BE49-F238E27FC236}">
                <a16:creationId xmlns:a16="http://schemas.microsoft.com/office/drawing/2014/main" id="{A5B0A9BF-503C-4D69-B116-28231C609047}"/>
              </a:ext>
            </a:extLst>
          </p:cNvPr>
          <p:cNvSpPr>
            <a:spLocks xmlns:a="http://schemas.openxmlformats.org/drawingml/2006/main" noGrp="1"/>
          </p:cNvSpPr>
          <p:nvPr/>
        </p:nvSpPr>
        <p:spPr>
          <a:xfrm xmlns:a="http://schemas.openxmlformats.org/drawingml/2006/main">
            <a:off x="6929543" y="2628900"/>
            <a:ext cx="1919060" cy="0"/>
          </a:xfrm>
          <a:prstGeom xmlns:a="http://schemas.openxmlformats.org/drawingml/2006/main" prst="line">
            <a:avLst/>
          </a:prstGeom>
          <a:ln xmlns:a="http://schemas.openxmlformats.org/drawingml/2006/main" w="19050">
            <a:solidFill>
              <a:srgbClr val="DFFF5B"/>
            </a:solidFill>
          </a:ln>
        </p:spPr>
      </p:sp>
      <p:sp>
        <p:nvSpPr>
          <p:cNvPr id="7" name="text-606">
            <a:extLst xmlns:a="http://schemas.openxmlformats.org/drawingml/2006/main">
              <a:ext uri="{FF2B5EF4-FFF2-40B4-BE49-F238E27FC236}">
                <a16:creationId xmlns:a16="http://schemas.microsoft.com/office/drawing/2014/main" id="{26D77FF1-7D61-4586-AA71-2628ED57A5C9}"/>
              </a:ext>
            </a:extLst>
          </p:cNvPr>
          <p:cNvSpPr>
            <a:spLocks xmlns:a="http://schemas.openxmlformats.org/drawingml/2006/main" noGrp="1"/>
          </p:cNvSpPr>
          <p:nvPr/>
        </p:nvSpPr>
        <p:spPr>
          <a:xfrm xmlns:a="http://schemas.openxmlformats.org/drawingml/2006/main">
            <a:off x="8916548" y="2085975"/>
            <a:ext cx="1146988"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alone.</a:t>
            </a:r>
          </a:p>
        </p:txBody>
      </p:sp>
      <p:sp>
        <p:nvSpPr>
          <p:cNvPr id="8" name="text-607">
            <a:extLst xmlns:a="http://schemas.openxmlformats.org/drawingml/2006/main">
              <a:ext uri="{FF2B5EF4-FFF2-40B4-BE49-F238E27FC236}">
                <a16:creationId xmlns:a16="http://schemas.microsoft.com/office/drawing/2014/main" id="{17FFAD10-ADBB-483C-A831-71BD9FB61CA4}"/>
              </a:ext>
            </a:extLst>
          </p:cNvPr>
          <p:cNvSpPr>
            <a:spLocks xmlns:a="http://schemas.openxmlformats.org/drawingml/2006/main" noGrp="1"/>
          </p:cNvSpPr>
          <p:nvPr/>
        </p:nvSpPr>
        <p:spPr>
          <a:xfrm xmlns:a="http://schemas.openxmlformats.org/drawingml/2006/main">
            <a:off x="2794159" y="3600450"/>
            <a:ext cx="2732532"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F7F7F2"/>
                </a:solidFill>
                <a:latin typeface="Nunito"/>
                <a:ea typeface="Nunito"/>
                <a:cs typeface="Nunito"/>
              </a:defRPr>
            </a:pPr>
            <a:r>
              <a:rPr sz="2228" b="1">
                <a:solidFill>
                  <a:srgbClr val="F7F7F2"/>
                </a:solidFill>
                <a:latin typeface="Nunito"/>
                <a:ea typeface="Nunito"/>
                <a:cs typeface="Nunito"/>
              </a:rPr>
              <a:t>A   has felt</a:t>
            </a:r>
          </a:p>
        </p:txBody>
      </p:sp>
      <p:sp>
        <p:nvSpPr>
          <p:cNvPr id="9" name="text-608">
            <a:extLst xmlns:a="http://schemas.openxmlformats.org/drawingml/2006/main">
              <a:ext uri="{FF2B5EF4-FFF2-40B4-BE49-F238E27FC236}">
                <a16:creationId xmlns:a16="http://schemas.microsoft.com/office/drawing/2014/main" id="{AFF1C7E7-7508-4057-8C61-E1DC1DF0FF11}"/>
              </a:ext>
            </a:extLst>
          </p:cNvPr>
          <p:cNvSpPr>
            <a:spLocks xmlns:a="http://schemas.openxmlformats.org/drawingml/2006/main" noGrp="1"/>
          </p:cNvSpPr>
          <p:nvPr/>
        </p:nvSpPr>
        <p:spPr>
          <a:xfrm xmlns:a="http://schemas.openxmlformats.org/drawingml/2006/main">
            <a:off x="5697474" y="3600450"/>
            <a:ext cx="2732532"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DFFF5B"/>
                </a:solidFill>
                <a:latin typeface="Nunito"/>
                <a:ea typeface="Nunito"/>
                <a:cs typeface="Nunito"/>
              </a:defRPr>
            </a:pPr>
            <a:r>
              <a:rPr sz="2228" b="1">
                <a:solidFill>
                  <a:srgbClr val="DFFF5B"/>
                </a:solidFill>
                <a:latin typeface="Nunito"/>
                <a:ea typeface="Nunito"/>
                <a:cs typeface="Nunito"/>
              </a:rPr>
              <a:t>B   have felt</a:t>
            </a:r>
          </a:p>
        </p:txBody>
      </p:sp>
      <p:sp>
        <p:nvSpPr>
          <p:cNvPr id="10" name="text-609">
            <a:extLst xmlns:a="http://schemas.openxmlformats.org/drawingml/2006/main">
              <a:ext uri="{FF2B5EF4-FFF2-40B4-BE49-F238E27FC236}">
                <a16:creationId xmlns:a16="http://schemas.microsoft.com/office/drawing/2014/main" id="{6782B6B0-7221-4823-9429-556D5A0A3A78}"/>
              </a:ext>
            </a:extLst>
          </p:cNvPr>
          <p:cNvSpPr>
            <a:spLocks xmlns:a="http://schemas.openxmlformats.org/drawingml/2006/main" noGrp="1"/>
          </p:cNvSpPr>
          <p:nvPr/>
        </p:nvSpPr>
        <p:spPr>
          <a:xfrm xmlns:a="http://schemas.openxmlformats.org/drawingml/2006/main">
            <a:off x="8600789" y="3600450"/>
            <a:ext cx="2732532"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F7F7F2"/>
                </a:solidFill>
                <a:latin typeface="Nunito"/>
                <a:ea typeface="Nunito"/>
                <a:cs typeface="Nunito"/>
              </a:defRPr>
            </a:pPr>
            <a:r>
              <a:rPr sz="2228" b="1">
                <a:solidFill>
                  <a:srgbClr val="F7F7F2"/>
                </a:solidFill>
                <a:latin typeface="Nunito"/>
                <a:ea typeface="Nunito"/>
                <a:cs typeface="Nunito"/>
              </a:rPr>
              <a:t>C   have feel</a:t>
            </a:r>
          </a:p>
        </p:txBody>
      </p:sp>
      <p:sp>
        <p:nvSpPr>
          <p:cNvPr id="11" name="text-610">
            <a:extLst xmlns:a="http://schemas.openxmlformats.org/drawingml/2006/main">
              <a:ext uri="{FF2B5EF4-FFF2-40B4-BE49-F238E27FC236}">
                <a16:creationId xmlns:a16="http://schemas.microsoft.com/office/drawing/2014/main" id="{0051CF05-04D0-4B4A-A916-7C916B1A013E}"/>
              </a:ext>
            </a:extLst>
          </p:cNvPr>
          <p:cNvSpPr>
            <a:spLocks xmlns:a="http://schemas.openxmlformats.org/drawingml/2006/main" noGrp="1"/>
          </p:cNvSpPr>
          <p:nvPr/>
        </p:nvSpPr>
        <p:spPr>
          <a:xfrm xmlns:a="http://schemas.openxmlformats.org/drawingml/2006/main">
            <a:off x="2809685" y="4895850"/>
            <a:ext cx="8508111"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DFFF5B"/>
                </a:solidFill>
                <a:latin typeface="Nunito"/>
                <a:ea typeface="Nunito"/>
                <a:cs typeface="Nunito"/>
              </a:defRPr>
            </a:pPr>
            <a:r>
              <a:rPr sz="2025" b="1">
                <a:solidFill>
                  <a:srgbClr val="DFFF5B"/>
                </a:solidFill>
                <a:latin typeface="Nunito"/>
                <a:ea typeface="Nunito"/>
                <a:cs typeface="Nunito"/>
              </a:rPr>
              <a:t>Students is plural: have felt.</a:t>
            </a:r>
          </a:p>
        </p:txBody>
      </p:sp>
      <p:sp>
        <p:nvSpPr>
          <p:cNvPr id="12" name="progress-611">
            <a:extLst xmlns:a="http://schemas.openxmlformats.org/drawingml/2006/main">
              <a:ext uri="{FF2B5EF4-FFF2-40B4-BE49-F238E27FC236}">
                <a16:creationId xmlns:a16="http://schemas.microsoft.com/office/drawing/2014/main" id="{E8EEB8E4-D548-47FD-86F2-0E102D450CD7}"/>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13" name="progress-612">
            <a:extLst xmlns:a="http://schemas.openxmlformats.org/drawingml/2006/main">
              <a:ext uri="{FF2B5EF4-FFF2-40B4-BE49-F238E27FC236}">
                <a16:creationId xmlns:a16="http://schemas.microsoft.com/office/drawing/2014/main" id="{8FFF4AF8-18A6-4457-9D28-D9C672706078}"/>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5 / 10</a:t>
            </a:r>
          </a:p>
        </p:txBody>
      </p:sp>
      <p:sp>
        <p:nvSpPr>
          <p:cNvPr id="14" name="progress-613">
            <a:extLst xmlns:a="http://schemas.openxmlformats.org/drawingml/2006/main">
              <a:ext uri="{FF2B5EF4-FFF2-40B4-BE49-F238E27FC236}">
                <a16:creationId xmlns:a16="http://schemas.microsoft.com/office/drawing/2014/main" id="{6DF09660-DD0C-4917-8532-AE87650EE053}"/>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5" name="progress-614">
            <a:extLst xmlns:a="http://schemas.openxmlformats.org/drawingml/2006/main">
              <a:ext uri="{FF2B5EF4-FFF2-40B4-BE49-F238E27FC236}">
                <a16:creationId xmlns:a16="http://schemas.microsoft.com/office/drawing/2014/main" id="{9A8826EE-7017-464A-88A5-F743679697D9}"/>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67</a:t>
            </a:r>
          </a:p>
        </p:txBody>
      </p:sp>
      <p:sp>
        <p:nvSpPr>
          <p:cNvPr id="16" name="progress-615">
            <a:extLst xmlns:a="http://schemas.openxmlformats.org/drawingml/2006/main">
              <a:ext uri="{FF2B5EF4-FFF2-40B4-BE49-F238E27FC236}">
                <a16:creationId xmlns:a16="http://schemas.microsoft.com/office/drawing/2014/main" id="{432DDC09-ACAB-4ED9-B3D2-444304B6A9A3}"/>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7" name="sidebar-divider">
            <a:extLst xmlns:a="http://schemas.openxmlformats.org/drawingml/2006/main">
              <a:ext uri="{FF2B5EF4-FFF2-40B4-BE49-F238E27FC236}">
                <a16:creationId xmlns:a16="http://schemas.microsoft.com/office/drawing/2014/main" id="{83204E08-73D1-44EC-9C75-7925A0CD3C5D}"/>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8" name="progress-616">
            <a:extLst xmlns:a="http://schemas.openxmlformats.org/drawingml/2006/main">
              <a:ext uri="{FF2B5EF4-FFF2-40B4-BE49-F238E27FC236}">
                <a16:creationId xmlns:a16="http://schemas.microsoft.com/office/drawing/2014/main" id="{7333A3E6-5A42-4C44-AADE-BE94E4F1E453}"/>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9" name="progress-617">
            <a:extLst xmlns:a="http://schemas.openxmlformats.org/drawingml/2006/main">
              <a:ext uri="{FF2B5EF4-FFF2-40B4-BE49-F238E27FC236}">
                <a16:creationId xmlns:a16="http://schemas.microsoft.com/office/drawing/2014/main" id="{A4B00B20-9AB1-4E8B-A5E9-7E83B8E0B42A}"/>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20" name="progress-618">
            <a:extLst xmlns:a="http://schemas.openxmlformats.org/drawingml/2006/main">
              <a:ext uri="{FF2B5EF4-FFF2-40B4-BE49-F238E27FC236}">
                <a16:creationId xmlns:a16="http://schemas.microsoft.com/office/drawing/2014/main" id="{0537554B-DAB7-4239-9550-96B74FDF2F13}"/>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21" name="progress-619">
            <a:extLst xmlns:a="http://schemas.openxmlformats.org/drawingml/2006/main">
              <a:ext uri="{FF2B5EF4-FFF2-40B4-BE49-F238E27FC236}">
                <a16:creationId xmlns:a16="http://schemas.microsoft.com/office/drawing/2014/main" id="{78473978-7A4E-4454-8E98-3CF58493DFAB}"/>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22" name="progress-620">
            <a:extLst xmlns:a="http://schemas.openxmlformats.org/drawingml/2006/main">
              <a:ext uri="{FF2B5EF4-FFF2-40B4-BE49-F238E27FC236}">
                <a16:creationId xmlns:a16="http://schemas.microsoft.com/office/drawing/2014/main" id="{87C01D25-02FB-412A-A622-8912483B3BFE}"/>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23" name="progress-621">
            <a:extLst xmlns:a="http://schemas.openxmlformats.org/drawingml/2006/main">
              <a:ext uri="{FF2B5EF4-FFF2-40B4-BE49-F238E27FC236}">
                <a16:creationId xmlns:a16="http://schemas.microsoft.com/office/drawing/2014/main" id="{7ABF51D3-32AA-417A-A9ED-01D6CA0BA553}"/>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6. Experience</a:t>
            </a:r>
          </a:p>
        </p:txBody>
      </p:sp>
      <p:sp>
        <p:nvSpPr>
          <p:cNvPr id="24" name="progress-622">
            <a:extLst xmlns:a="http://schemas.openxmlformats.org/drawingml/2006/main">
              <a:ext uri="{FF2B5EF4-FFF2-40B4-BE49-F238E27FC236}">
                <a16:creationId xmlns:a16="http://schemas.microsoft.com/office/drawing/2014/main" id="{BBFAF643-E0E4-410E-A120-D6E76B04A04A}"/>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25" name="progress-623">
            <a:extLst xmlns:a="http://schemas.openxmlformats.org/drawingml/2006/main">
              <a:ext uri="{FF2B5EF4-FFF2-40B4-BE49-F238E27FC236}">
                <a16:creationId xmlns:a16="http://schemas.microsoft.com/office/drawing/2014/main" id="{73191E2F-D323-4210-816A-0079ED5E8C0B}"/>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26" name="progress-624">
            <a:extLst xmlns:a="http://schemas.openxmlformats.org/drawingml/2006/main">
              <a:ext uri="{FF2B5EF4-FFF2-40B4-BE49-F238E27FC236}">
                <a16:creationId xmlns:a16="http://schemas.microsoft.com/office/drawing/2014/main" id="{5604FC5D-BAFF-4822-96D1-E98B277E6E73}"/>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7" name="progress-625">
            <a:extLst xmlns:a="http://schemas.openxmlformats.org/drawingml/2006/main">
              <a:ext uri="{FF2B5EF4-FFF2-40B4-BE49-F238E27FC236}">
                <a16:creationId xmlns:a16="http://schemas.microsoft.com/office/drawing/2014/main" id="{4C685AA8-6029-4152-A0D8-C91C993317C7}"/>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8" name="progress-626">
            <a:extLst xmlns:a="http://schemas.openxmlformats.org/drawingml/2006/main">
              <a:ext uri="{FF2B5EF4-FFF2-40B4-BE49-F238E27FC236}">
                <a16:creationId xmlns:a16="http://schemas.microsoft.com/office/drawing/2014/main" id="{E3DCF32A-AD68-426B-9D10-ACC16AA84DA4}"/>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9" name="text-627">
            <a:extLst xmlns:a="http://schemas.openxmlformats.org/drawingml/2006/main">
              <a:ext uri="{FF2B5EF4-FFF2-40B4-BE49-F238E27FC236}">
                <a16:creationId xmlns:a16="http://schemas.microsoft.com/office/drawing/2014/main" id="{E11AFD21-4A20-4DFD-8937-78D3A0BC1B05}"/>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27 / 50</a:t>
            </a:r>
          </a:p>
        </p:txBody>
      </p:sp>
    </p:spTree>
    <p:extLst>
      <p:ext uri="{BB962C8B-B14F-4D97-AF65-F5344CB8AC3E}">
        <p14:creationId xmlns:p14="http://schemas.microsoft.com/office/powerpoint/2010/main" val="1958818139"/>
      </p:ext>
    </p:extLst>
  </p:cSld>
</p:sld>
</file>

<file path=ppt/slides/slide28.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5" name="text-628">
            <a:extLst xmlns:a="http://schemas.openxmlformats.org/drawingml/2006/main">
              <a:ext uri="{FF2B5EF4-FFF2-40B4-BE49-F238E27FC236}">
                <a16:creationId xmlns:a16="http://schemas.microsoft.com/office/drawing/2014/main" id="{8927EACE-228E-42BE-82E4-1C82E46404AF}"/>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5485a79200254571"/>
              </a:rPr>
              <a:t>⌂</a:t>
            </a:r>
          </a:p>
        </p:txBody>
      </p:sp>
      <p:sp>
        <p:nvSpPr>
          <p:cNvPr id="2" name="title-629">
            <a:extLst xmlns:a="http://schemas.openxmlformats.org/drawingml/2006/main">
              <a:ext uri="{FF2B5EF4-FFF2-40B4-BE49-F238E27FC236}">
                <a16:creationId xmlns:a16="http://schemas.microsoft.com/office/drawing/2014/main" id="{7CE19011-F785-4E1E-8F41-FD9342D36561}"/>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Sixth sentence · Experience</a:t>
            </a:r>
          </a:p>
        </p:txBody>
      </p:sp>
      <p:sp>
        <p:nvSpPr>
          <p:cNvPr id="3" name="text-630">
            <a:extLst xmlns:a="http://schemas.openxmlformats.org/drawingml/2006/main">
              <a:ext uri="{FF2B5EF4-FFF2-40B4-BE49-F238E27FC236}">
                <a16:creationId xmlns:a16="http://schemas.microsoft.com/office/drawing/2014/main" id="{E5462F41-49BA-41A2-A6C8-A475F099C3DF}"/>
              </a:ext>
            </a:extLst>
          </p:cNvPr>
          <p:cNvSpPr>
            <a:spLocks xmlns:a="http://schemas.openxmlformats.org/drawingml/2006/main" noGrp="1"/>
          </p:cNvSpPr>
          <p:nvPr/>
        </p:nvSpPr>
        <p:spPr>
          <a:xfrm xmlns:a="http://schemas.openxmlformats.org/drawingml/2006/main">
            <a:off x="2794159" y="1562100"/>
            <a:ext cx="8539162"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038" b="1">
                <a:solidFill>
                  <a:srgbClr val="F7F7F2"/>
                </a:solidFill>
                <a:latin typeface="Nunito"/>
                <a:ea typeface="Nunito"/>
                <a:cs typeface="Nunito"/>
              </a:defRPr>
            </a:pPr>
            <a:r>
              <a:rPr sz="3038" b="1">
                <a:solidFill>
                  <a:srgbClr val="F7F7F2"/>
                </a:solidFill>
                <a:latin typeface="Nunito"/>
                <a:ea typeface="Nunito"/>
                <a:cs typeface="Nunito"/>
              </a:rPr>
              <a:t>Some students have felt ... , so ...</a:t>
            </a:r>
          </a:p>
        </p:txBody>
      </p:sp>
      <p:sp>
        <p:nvSpPr>
          <p:cNvPr id="4" name="text-631">
            <a:extLst xmlns:a="http://schemas.openxmlformats.org/drawingml/2006/main">
              <a:ext uri="{FF2B5EF4-FFF2-40B4-BE49-F238E27FC236}">
                <a16:creationId xmlns:a16="http://schemas.microsoft.com/office/drawing/2014/main" id="{98E98122-0A6E-4B64-9D74-2B687656A620}"/>
              </a:ext>
            </a:extLst>
          </p:cNvPr>
          <p:cNvSpPr>
            <a:spLocks xmlns:a="http://schemas.openxmlformats.org/drawingml/2006/main" noGrp="1"/>
          </p:cNvSpPr>
          <p:nvPr/>
        </p:nvSpPr>
        <p:spPr>
          <a:xfrm xmlns:a="http://schemas.openxmlformats.org/drawingml/2006/main">
            <a:off x="2871788" y="3143250"/>
            <a:ext cx="838390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93" b="1">
                <a:solidFill>
                  <a:srgbClr val="A9BDD2"/>
                </a:solidFill>
                <a:latin typeface="Nunito"/>
                <a:ea typeface="Nunito"/>
                <a:cs typeface="Nunito"/>
              </a:defRPr>
            </a:pPr>
            <a:r>
              <a:rPr sz="2093" b="1">
                <a:solidFill>
                  <a:srgbClr val="A9BDD2"/>
                </a:solidFill>
                <a:latin typeface="Nunito"/>
                <a:ea typeface="Nunito"/>
                <a:cs typeface="Nunito"/>
              </a:rPr>
              <a:t>Connect a past experience to the benefit of playing together.</a:t>
            </a:r>
          </a:p>
        </p:txBody>
      </p:sp>
      <p:sp>
        <p:nvSpPr>
          <p:cNvPr id="5" name="text-632">
            <a:extLst xmlns:a="http://schemas.openxmlformats.org/drawingml/2006/main">
              <a:ext uri="{FF2B5EF4-FFF2-40B4-BE49-F238E27FC236}">
                <a16:creationId xmlns:a16="http://schemas.microsoft.com/office/drawing/2014/main" id="{CC344EBF-F0D0-4959-BD5F-EE3A31228A45}"/>
              </a:ext>
            </a:extLst>
          </p:cNvPr>
          <p:cNvSpPr>
            <a:spLocks xmlns:a="http://schemas.openxmlformats.org/drawingml/2006/main" noGrp="1"/>
          </p:cNvSpPr>
          <p:nvPr/>
        </p:nvSpPr>
        <p:spPr>
          <a:xfrm xmlns:a="http://schemas.openxmlformats.org/drawingml/2006/main">
            <a:off x="2871788" y="4343400"/>
            <a:ext cx="838390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5738" b="1">
                <a:solidFill>
                  <a:srgbClr val="FFC857"/>
                </a:solidFill>
                <a:latin typeface="Nunito"/>
                <a:ea typeface="Nunito"/>
                <a:cs typeface="Nunito"/>
              </a:defRPr>
            </a:pPr>
            <a:r>
              <a:rPr sz="5738" b="1">
                <a:solidFill>
                  <a:srgbClr val="FFC857"/>
                </a:solidFill>
                <a:latin typeface="Nunito"/>
                <a:ea typeface="Nunito"/>
                <a:cs typeface="Nunito"/>
              </a:rPr>
              <a:t>00:45</a:t>
            </a:r>
          </a:p>
        </p:txBody>
      </p:sp>
      <p:sp>
        <p:nvSpPr>
          <p:cNvPr id="6" name="text-633">
            <a:extLst xmlns:a="http://schemas.openxmlformats.org/drawingml/2006/main">
              <a:ext uri="{FF2B5EF4-FFF2-40B4-BE49-F238E27FC236}">
                <a16:creationId xmlns:a16="http://schemas.microsoft.com/office/drawing/2014/main" id="{C78CA04E-67A2-4217-8399-DF6B39B754FC}"/>
              </a:ext>
            </a:extLst>
          </p:cNvPr>
          <p:cNvSpPr>
            <a:spLocks xmlns:a="http://schemas.openxmlformats.org/drawingml/2006/main" noGrp="1"/>
          </p:cNvSpPr>
          <p:nvPr/>
        </p:nvSpPr>
        <p:spPr>
          <a:xfrm xmlns:a="http://schemas.openxmlformats.org/drawingml/2006/main">
            <a:off x="2871788" y="5553075"/>
            <a:ext cx="838390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20" b="1">
                <a:solidFill>
                  <a:srgbClr val="4EE5FF"/>
                </a:solidFill>
                <a:latin typeface="Nunito"/>
                <a:ea typeface="Nunito"/>
                <a:cs typeface="Nunito"/>
              </a:defRPr>
            </a:pPr>
            <a:r>
              <a:rPr sz="1620" b="1">
                <a:solidFill>
                  <a:srgbClr val="4EE5FF"/>
                </a:solidFill>
                <a:latin typeface="Nunito"/>
                <a:ea typeface="Nunito"/>
                <a:cs typeface="Nunito"/>
                <a:hlinkClick xmlns:r="http://schemas.openxmlformats.org/officeDocument/2006/relationships" r:id="R7f9f9beeba4f482a"/>
              </a:rPr>
              <a:t>Live timer on the website</a:t>
            </a:r>
          </a:p>
        </p:txBody>
      </p:sp>
      <p:sp>
        <p:nvSpPr>
          <p:cNvPr id="7" name="progress-634">
            <a:extLst xmlns:a="http://schemas.openxmlformats.org/drawingml/2006/main">
              <a:ext uri="{FF2B5EF4-FFF2-40B4-BE49-F238E27FC236}">
                <a16:creationId xmlns:a16="http://schemas.microsoft.com/office/drawing/2014/main" id="{636539A9-FD95-48A7-8AB1-ABC625440A9E}"/>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8" name="progress-635">
            <a:extLst xmlns:a="http://schemas.openxmlformats.org/drawingml/2006/main">
              <a:ext uri="{FF2B5EF4-FFF2-40B4-BE49-F238E27FC236}">
                <a16:creationId xmlns:a16="http://schemas.microsoft.com/office/drawing/2014/main" id="{A12BB9A8-29D8-4DF6-89B5-2B2E12A42C2E}"/>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5 / 10</a:t>
            </a:r>
          </a:p>
        </p:txBody>
      </p:sp>
      <p:sp>
        <p:nvSpPr>
          <p:cNvPr id="9" name="progress-636">
            <a:extLst xmlns:a="http://schemas.openxmlformats.org/drawingml/2006/main">
              <a:ext uri="{FF2B5EF4-FFF2-40B4-BE49-F238E27FC236}">
                <a16:creationId xmlns:a16="http://schemas.microsoft.com/office/drawing/2014/main" id="{BDE7B6D9-791A-425B-915C-E10E7921C85B}"/>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0" name="progress-637">
            <a:extLst xmlns:a="http://schemas.openxmlformats.org/drawingml/2006/main">
              <a:ext uri="{FF2B5EF4-FFF2-40B4-BE49-F238E27FC236}">
                <a16:creationId xmlns:a16="http://schemas.microsoft.com/office/drawing/2014/main" id="{DEB9DA88-438B-4C6F-B42F-3343C9FBEC08}"/>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67</a:t>
            </a:r>
          </a:p>
        </p:txBody>
      </p:sp>
      <p:sp>
        <p:nvSpPr>
          <p:cNvPr id="11" name="progress-638">
            <a:extLst xmlns:a="http://schemas.openxmlformats.org/drawingml/2006/main">
              <a:ext uri="{FF2B5EF4-FFF2-40B4-BE49-F238E27FC236}">
                <a16:creationId xmlns:a16="http://schemas.microsoft.com/office/drawing/2014/main" id="{903A7156-B73B-46D7-9284-3FC0465C9DB9}"/>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2" name="sidebar-divider">
            <a:extLst xmlns:a="http://schemas.openxmlformats.org/drawingml/2006/main">
              <a:ext uri="{FF2B5EF4-FFF2-40B4-BE49-F238E27FC236}">
                <a16:creationId xmlns:a16="http://schemas.microsoft.com/office/drawing/2014/main" id="{28846DE5-6DBF-488D-BA57-5F6026102196}"/>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3" name="progress-639">
            <a:extLst xmlns:a="http://schemas.openxmlformats.org/drawingml/2006/main">
              <a:ext uri="{FF2B5EF4-FFF2-40B4-BE49-F238E27FC236}">
                <a16:creationId xmlns:a16="http://schemas.microsoft.com/office/drawing/2014/main" id="{D352C881-A1ED-4191-9D5D-B1C55E3170C6}"/>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4" name="progress-640">
            <a:extLst xmlns:a="http://schemas.openxmlformats.org/drawingml/2006/main">
              <a:ext uri="{FF2B5EF4-FFF2-40B4-BE49-F238E27FC236}">
                <a16:creationId xmlns:a16="http://schemas.microsoft.com/office/drawing/2014/main" id="{F4E1886F-F30C-4F83-BA2C-921800DCC53E}"/>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5" name="progress-641">
            <a:extLst xmlns:a="http://schemas.openxmlformats.org/drawingml/2006/main">
              <a:ext uri="{FF2B5EF4-FFF2-40B4-BE49-F238E27FC236}">
                <a16:creationId xmlns:a16="http://schemas.microsoft.com/office/drawing/2014/main" id="{321039EF-F878-4A52-A481-629EBD813C87}"/>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6" name="progress-642">
            <a:extLst xmlns:a="http://schemas.openxmlformats.org/drawingml/2006/main">
              <a:ext uri="{FF2B5EF4-FFF2-40B4-BE49-F238E27FC236}">
                <a16:creationId xmlns:a16="http://schemas.microsoft.com/office/drawing/2014/main" id="{D47CBF0E-ED2A-4D2B-A6E4-C1DE0674B252}"/>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17" name="progress-643">
            <a:extLst xmlns:a="http://schemas.openxmlformats.org/drawingml/2006/main">
              <a:ext uri="{FF2B5EF4-FFF2-40B4-BE49-F238E27FC236}">
                <a16:creationId xmlns:a16="http://schemas.microsoft.com/office/drawing/2014/main" id="{6D08F2BD-7ADC-464D-BCF1-7024CF2C0536}"/>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18" name="progress-644">
            <a:extLst xmlns:a="http://schemas.openxmlformats.org/drawingml/2006/main">
              <a:ext uri="{FF2B5EF4-FFF2-40B4-BE49-F238E27FC236}">
                <a16:creationId xmlns:a16="http://schemas.microsoft.com/office/drawing/2014/main" id="{1E44DC10-EFF6-484D-8F18-5B468DDDE1DE}"/>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4EE5FF"/>
                </a:solidFill>
                <a:latin typeface="Nunito"/>
                <a:ea typeface="Nunito"/>
                <a:cs typeface="Nunito"/>
              </a:defRPr>
            </a:pPr>
            <a:r>
              <a:rPr sz="1275" b="1">
                <a:solidFill>
                  <a:srgbClr val="4EE5FF"/>
                </a:solidFill>
                <a:latin typeface="Nunito"/>
                <a:ea typeface="Nunito"/>
                <a:cs typeface="Nunito"/>
              </a:rPr>
              <a:t>› 6. Experience</a:t>
            </a:r>
          </a:p>
        </p:txBody>
      </p:sp>
      <p:sp>
        <p:nvSpPr>
          <p:cNvPr id="19" name="progress-645">
            <a:extLst xmlns:a="http://schemas.openxmlformats.org/drawingml/2006/main">
              <a:ext uri="{FF2B5EF4-FFF2-40B4-BE49-F238E27FC236}">
                <a16:creationId xmlns:a16="http://schemas.microsoft.com/office/drawing/2014/main" id="{FDA2E344-AED7-44F6-B90C-C0DB13EF4FAC}"/>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20" name="progress-646">
            <a:extLst xmlns:a="http://schemas.openxmlformats.org/drawingml/2006/main">
              <a:ext uri="{FF2B5EF4-FFF2-40B4-BE49-F238E27FC236}">
                <a16:creationId xmlns:a16="http://schemas.microsoft.com/office/drawing/2014/main" id="{39E85C3C-A663-4538-8488-3E10B743126D}"/>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21" name="progress-647">
            <a:extLst xmlns:a="http://schemas.openxmlformats.org/drawingml/2006/main">
              <a:ext uri="{FF2B5EF4-FFF2-40B4-BE49-F238E27FC236}">
                <a16:creationId xmlns:a16="http://schemas.microsoft.com/office/drawing/2014/main" id="{54960E17-F5C8-4AEE-9528-CE595F46372E}"/>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2" name="progress-648">
            <a:extLst xmlns:a="http://schemas.openxmlformats.org/drawingml/2006/main">
              <a:ext uri="{FF2B5EF4-FFF2-40B4-BE49-F238E27FC236}">
                <a16:creationId xmlns:a16="http://schemas.microsoft.com/office/drawing/2014/main" id="{ED72CA40-17D6-4022-B696-3394BBAFDFB9}"/>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3" name="progress-649">
            <a:extLst xmlns:a="http://schemas.openxmlformats.org/drawingml/2006/main">
              <a:ext uri="{FF2B5EF4-FFF2-40B4-BE49-F238E27FC236}">
                <a16:creationId xmlns:a16="http://schemas.microsoft.com/office/drawing/2014/main" id="{A4D66B70-B0DE-4FF1-8F94-04331FFDCE70}"/>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4" name="text-650">
            <a:extLst xmlns:a="http://schemas.openxmlformats.org/drawingml/2006/main">
              <a:ext uri="{FF2B5EF4-FFF2-40B4-BE49-F238E27FC236}">
                <a16:creationId xmlns:a16="http://schemas.microsoft.com/office/drawing/2014/main" id="{520489C7-99AE-4D02-8D71-E7593712583E}"/>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28 / 50</a:t>
            </a:r>
          </a:p>
        </p:txBody>
      </p:sp>
    </p:spTree>
    <p:extLst>
      <p:ext uri="{BB962C8B-B14F-4D97-AF65-F5344CB8AC3E}">
        <p14:creationId xmlns:p14="http://schemas.microsoft.com/office/powerpoint/2010/main" val="1021894402"/>
      </p:ext>
    </p:extLst>
  </p:cSld>
</p:sld>
</file>

<file path=ppt/slides/slide29.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5" name="text-651">
            <a:extLst xmlns:a="http://schemas.openxmlformats.org/drawingml/2006/main">
              <a:ext uri="{FF2B5EF4-FFF2-40B4-BE49-F238E27FC236}">
                <a16:creationId xmlns:a16="http://schemas.microsoft.com/office/drawing/2014/main" id="{CD2E5E71-319B-441F-B26C-108246ABC428}"/>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52ac56a3a22240e0"/>
              </a:rPr>
              <a:t>⌂</a:t>
            </a:r>
          </a:p>
        </p:txBody>
      </p:sp>
      <p:sp>
        <p:nvSpPr>
          <p:cNvPr id="2" name="title-652">
            <a:extLst xmlns:a="http://schemas.openxmlformats.org/drawingml/2006/main">
              <a:ext uri="{FF2B5EF4-FFF2-40B4-BE49-F238E27FC236}">
                <a16:creationId xmlns:a16="http://schemas.microsoft.com/office/drawing/2014/main" id="{55619854-D6D7-4DF4-8E86-4D8AC1AB1D0A}"/>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Sixth sentence · Our essay so far</a:t>
            </a:r>
          </a:p>
        </p:txBody>
      </p:sp>
      <p:sp>
        <p:nvSpPr>
          <p:cNvPr id="3" name="text-653">
            <a:extLst xmlns:a="http://schemas.openxmlformats.org/drawingml/2006/main">
              <a:ext uri="{FF2B5EF4-FFF2-40B4-BE49-F238E27FC236}">
                <a16:creationId xmlns:a16="http://schemas.microsoft.com/office/drawing/2014/main" id="{745F66E4-6EBB-4EBF-8D19-F4D7209E90FE}"/>
              </a:ext>
            </a:extLst>
          </p:cNvPr>
          <p:cNvSpPr>
            <a:spLocks xmlns:a="http://schemas.openxmlformats.org/drawingml/2006/main" noGrp="1"/>
          </p:cNvSpPr>
          <p:nvPr/>
        </p:nvSpPr>
        <p:spPr>
          <a:xfrm xmlns:a="http://schemas.openxmlformats.org/drawingml/2006/main">
            <a:off x="2778633" y="1257300"/>
            <a:ext cx="8570214"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School games are part of school life, but some students play better than others. I claim that every student should have a chance to play.</a:t>
            </a:r>
          </a:p>
        </p:txBody>
      </p:sp>
      <p:sp>
        <p:nvSpPr>
          <p:cNvPr id="4" name="text-654">
            <a:extLst xmlns:a="http://schemas.openxmlformats.org/drawingml/2006/main">
              <a:ext uri="{FF2B5EF4-FFF2-40B4-BE49-F238E27FC236}">
                <a16:creationId xmlns:a16="http://schemas.microsoft.com/office/drawing/2014/main" id="{331EA605-7D9F-497D-B3B3-F036CF672C25}"/>
              </a:ext>
            </a:extLst>
          </p:cNvPr>
          <p:cNvSpPr>
            <a:spLocks xmlns:a="http://schemas.openxmlformats.org/drawingml/2006/main" noGrp="1"/>
          </p:cNvSpPr>
          <p:nvPr/>
        </p:nvSpPr>
        <p:spPr>
          <a:xfrm xmlns:a="http://schemas.openxmlformats.org/drawingml/2006/main">
            <a:off x="2778633" y="2143125"/>
            <a:ext cx="8570214"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On the one hand, some students may make more mistakes during games. If they play, the team will sometimes lose since these mistakes can help the other team.</a:t>
            </a:r>
          </a:p>
        </p:txBody>
      </p:sp>
      <p:sp>
        <p:nvSpPr>
          <p:cNvPr id="5" name="text-655">
            <a:extLst xmlns:a="http://schemas.openxmlformats.org/drawingml/2006/main">
              <a:ext uri="{FF2B5EF4-FFF2-40B4-BE49-F238E27FC236}">
                <a16:creationId xmlns:a16="http://schemas.microsoft.com/office/drawing/2014/main" id="{877A5214-483B-4521-AF87-2E04F781AEA5}"/>
              </a:ext>
            </a:extLst>
          </p:cNvPr>
          <p:cNvSpPr>
            <a:spLocks xmlns:a="http://schemas.openxmlformats.org/drawingml/2006/main" noGrp="1"/>
          </p:cNvSpPr>
          <p:nvPr/>
        </p:nvSpPr>
        <p:spPr>
          <a:xfrm xmlns:a="http://schemas.openxmlformats.org/drawingml/2006/main">
            <a:off x="2778633" y="3476625"/>
            <a:ext cx="8570214"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On the other hand, playing together can help students make friends and feel better. Some students have felt alone, so joining a team can help them.</a:t>
            </a:r>
          </a:p>
        </p:txBody>
      </p:sp>
      <p:sp>
        <p:nvSpPr>
          <p:cNvPr id="6" name="text-656">
            <a:extLst xmlns:a="http://schemas.openxmlformats.org/drawingml/2006/main">
              <a:ext uri="{FF2B5EF4-FFF2-40B4-BE49-F238E27FC236}">
                <a16:creationId xmlns:a16="http://schemas.microsoft.com/office/drawing/2014/main" id="{C427EF76-3EF9-4102-B9F1-2D9A0CBF29CC}"/>
              </a:ext>
            </a:extLst>
          </p:cNvPr>
          <p:cNvSpPr>
            <a:spLocks xmlns:a="http://schemas.openxmlformats.org/drawingml/2006/main" noGrp="1"/>
          </p:cNvSpPr>
          <p:nvPr/>
        </p:nvSpPr>
        <p:spPr>
          <a:xfrm xmlns:a="http://schemas.openxmlformats.org/drawingml/2006/main">
            <a:off x="2794159" y="5934075"/>
            <a:ext cx="8539162"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85" b="1">
                <a:solidFill>
                  <a:srgbClr val="DFFF5B"/>
                </a:solidFill>
                <a:latin typeface="Nunito"/>
                <a:ea typeface="Nunito"/>
                <a:cs typeface="Nunito"/>
              </a:defRPr>
            </a:pPr>
            <a:r>
              <a:rPr sz="1485" b="1">
                <a:solidFill>
                  <a:srgbClr val="DFFF5B"/>
                </a:solidFill>
                <a:latin typeface="Nunito"/>
                <a:ea typeface="Nunito"/>
                <a:cs typeface="Nunito"/>
              </a:rPr>
              <a:t>6/10 sentences · 79 words</a:t>
            </a:r>
          </a:p>
        </p:txBody>
      </p:sp>
      <p:sp>
        <p:nvSpPr>
          <p:cNvPr id="7" name="progress-657">
            <a:extLst xmlns:a="http://schemas.openxmlformats.org/drawingml/2006/main">
              <a:ext uri="{FF2B5EF4-FFF2-40B4-BE49-F238E27FC236}">
                <a16:creationId xmlns:a16="http://schemas.microsoft.com/office/drawing/2014/main" id="{E6E98C26-6A70-40CD-9C10-C5ECA5F53ADA}"/>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8" name="progress-658">
            <a:extLst xmlns:a="http://schemas.openxmlformats.org/drawingml/2006/main">
              <a:ext uri="{FF2B5EF4-FFF2-40B4-BE49-F238E27FC236}">
                <a16:creationId xmlns:a16="http://schemas.microsoft.com/office/drawing/2014/main" id="{49334CE6-1897-4E5F-A8BC-CBB783BB7A51}"/>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6 / 10</a:t>
            </a:r>
          </a:p>
        </p:txBody>
      </p:sp>
      <p:sp>
        <p:nvSpPr>
          <p:cNvPr id="9" name="progress-659">
            <a:extLst xmlns:a="http://schemas.openxmlformats.org/drawingml/2006/main">
              <a:ext uri="{FF2B5EF4-FFF2-40B4-BE49-F238E27FC236}">
                <a16:creationId xmlns:a16="http://schemas.microsoft.com/office/drawing/2014/main" id="{9A3FFB6F-F751-45CD-A7AC-DBFB08F75505}"/>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0" name="progress-660">
            <a:extLst xmlns:a="http://schemas.openxmlformats.org/drawingml/2006/main">
              <a:ext uri="{FF2B5EF4-FFF2-40B4-BE49-F238E27FC236}">
                <a16:creationId xmlns:a16="http://schemas.microsoft.com/office/drawing/2014/main" id="{F1F4AB78-0985-4DCB-959B-6C511EF15520}"/>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79</a:t>
            </a:r>
          </a:p>
        </p:txBody>
      </p:sp>
      <p:sp>
        <p:nvSpPr>
          <p:cNvPr id="11" name="progress-661">
            <a:extLst xmlns:a="http://schemas.openxmlformats.org/drawingml/2006/main">
              <a:ext uri="{FF2B5EF4-FFF2-40B4-BE49-F238E27FC236}">
                <a16:creationId xmlns:a16="http://schemas.microsoft.com/office/drawing/2014/main" id="{B4844C9E-D96E-42A0-9624-A3FA6A218277}"/>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2" name="sidebar-divider">
            <a:extLst xmlns:a="http://schemas.openxmlformats.org/drawingml/2006/main">
              <a:ext uri="{FF2B5EF4-FFF2-40B4-BE49-F238E27FC236}">
                <a16:creationId xmlns:a16="http://schemas.microsoft.com/office/drawing/2014/main" id="{D46AE8D9-94E1-45AE-BCA5-2C934D9E2319}"/>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3" name="progress-662">
            <a:extLst xmlns:a="http://schemas.openxmlformats.org/drawingml/2006/main">
              <a:ext uri="{FF2B5EF4-FFF2-40B4-BE49-F238E27FC236}">
                <a16:creationId xmlns:a16="http://schemas.microsoft.com/office/drawing/2014/main" id="{14C89AD0-A12F-45E0-B9D9-B8899800AEC2}"/>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4" name="progress-663">
            <a:extLst xmlns:a="http://schemas.openxmlformats.org/drawingml/2006/main">
              <a:ext uri="{FF2B5EF4-FFF2-40B4-BE49-F238E27FC236}">
                <a16:creationId xmlns:a16="http://schemas.microsoft.com/office/drawing/2014/main" id="{20BBF425-9887-4FC4-90BF-321BF1FBCAC6}"/>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5" name="progress-664">
            <a:extLst xmlns:a="http://schemas.openxmlformats.org/drawingml/2006/main">
              <a:ext uri="{FF2B5EF4-FFF2-40B4-BE49-F238E27FC236}">
                <a16:creationId xmlns:a16="http://schemas.microsoft.com/office/drawing/2014/main" id="{B8180836-204C-4D78-B4AA-9425D7B7B912}"/>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6" name="progress-665">
            <a:extLst xmlns:a="http://schemas.openxmlformats.org/drawingml/2006/main">
              <a:ext uri="{FF2B5EF4-FFF2-40B4-BE49-F238E27FC236}">
                <a16:creationId xmlns:a16="http://schemas.microsoft.com/office/drawing/2014/main" id="{971F25A1-D2EC-4FCC-B67B-A70A60EDCA1D}"/>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17" name="progress-666">
            <a:extLst xmlns:a="http://schemas.openxmlformats.org/drawingml/2006/main">
              <a:ext uri="{FF2B5EF4-FFF2-40B4-BE49-F238E27FC236}">
                <a16:creationId xmlns:a16="http://schemas.microsoft.com/office/drawing/2014/main" id="{DA7D8F98-29E6-493E-952D-93CBB5BC61C9}"/>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18" name="progress-667">
            <a:extLst xmlns:a="http://schemas.openxmlformats.org/drawingml/2006/main">
              <a:ext uri="{FF2B5EF4-FFF2-40B4-BE49-F238E27FC236}">
                <a16:creationId xmlns:a16="http://schemas.microsoft.com/office/drawing/2014/main" id="{3D6A8E9E-8D57-47A9-93C4-D8D16EA32FE9}"/>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6. Experience</a:t>
            </a:r>
          </a:p>
        </p:txBody>
      </p:sp>
      <p:sp>
        <p:nvSpPr>
          <p:cNvPr id="19" name="progress-668">
            <a:extLst xmlns:a="http://schemas.openxmlformats.org/drawingml/2006/main">
              <a:ext uri="{FF2B5EF4-FFF2-40B4-BE49-F238E27FC236}">
                <a16:creationId xmlns:a16="http://schemas.microsoft.com/office/drawing/2014/main" id="{8687AE9D-1723-4CFD-A813-5F7F285871F9}"/>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7. Conclusion</a:t>
            </a:r>
          </a:p>
        </p:txBody>
      </p:sp>
      <p:sp>
        <p:nvSpPr>
          <p:cNvPr id="20" name="progress-669">
            <a:extLst xmlns:a="http://schemas.openxmlformats.org/drawingml/2006/main">
              <a:ext uri="{FF2B5EF4-FFF2-40B4-BE49-F238E27FC236}">
                <a16:creationId xmlns:a16="http://schemas.microsoft.com/office/drawing/2014/main" id="{A747001B-D4DC-4450-9064-634BE97E2D63}"/>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21" name="progress-670">
            <a:extLst xmlns:a="http://schemas.openxmlformats.org/drawingml/2006/main">
              <a:ext uri="{FF2B5EF4-FFF2-40B4-BE49-F238E27FC236}">
                <a16:creationId xmlns:a16="http://schemas.microsoft.com/office/drawing/2014/main" id="{9EC67474-0F34-4822-80A8-3A074AC297A6}"/>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2" name="progress-671">
            <a:extLst xmlns:a="http://schemas.openxmlformats.org/drawingml/2006/main">
              <a:ext uri="{FF2B5EF4-FFF2-40B4-BE49-F238E27FC236}">
                <a16:creationId xmlns:a16="http://schemas.microsoft.com/office/drawing/2014/main" id="{FE8932BB-F74D-4B09-A754-B14DF06FDB76}"/>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3" name="progress-672">
            <a:extLst xmlns:a="http://schemas.openxmlformats.org/drawingml/2006/main">
              <a:ext uri="{FF2B5EF4-FFF2-40B4-BE49-F238E27FC236}">
                <a16:creationId xmlns:a16="http://schemas.microsoft.com/office/drawing/2014/main" id="{7B6B54BA-5FF8-4EB6-B828-6D868AFE4986}"/>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4" name="text-673">
            <a:extLst xmlns:a="http://schemas.openxmlformats.org/drawingml/2006/main">
              <a:ext uri="{FF2B5EF4-FFF2-40B4-BE49-F238E27FC236}">
                <a16:creationId xmlns:a16="http://schemas.microsoft.com/office/drawing/2014/main" id="{03574FE9-6CB0-43A1-9466-A1B9674EBCE8}"/>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29 / 50</a:t>
            </a:r>
          </a:p>
        </p:txBody>
      </p:sp>
    </p:spTree>
    <p:extLst>
      <p:ext uri="{BB962C8B-B14F-4D97-AF65-F5344CB8AC3E}">
        <p14:creationId xmlns:p14="http://schemas.microsoft.com/office/powerpoint/2010/main" val="1186500892"/>
      </p:ext>
    </p:extLst>
  </p:cSld>
</p:sld>
</file>

<file path=ppt/slides/slide30.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5" name="text-674">
            <a:extLst xmlns:a="http://schemas.openxmlformats.org/drawingml/2006/main">
              <a:ext uri="{FF2B5EF4-FFF2-40B4-BE49-F238E27FC236}">
                <a16:creationId xmlns:a16="http://schemas.microsoft.com/office/drawing/2014/main" id="{D8D30D55-BBFB-4626-8DF9-53E396F65950}"/>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74748d41e3c2499d"/>
              </a:rPr>
              <a:t>⌂</a:t>
            </a:r>
          </a:p>
        </p:txBody>
      </p:sp>
      <p:sp>
        <p:nvSpPr>
          <p:cNvPr id="2" name="title-675">
            <a:extLst xmlns:a="http://schemas.openxmlformats.org/drawingml/2006/main">
              <a:ext uri="{FF2B5EF4-FFF2-40B4-BE49-F238E27FC236}">
                <a16:creationId xmlns:a16="http://schemas.microsoft.com/office/drawing/2014/main" id="{24783064-E167-4062-AA44-069BA4A6FEBA}"/>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Seventh sentence · Conclusion</a:t>
            </a:r>
          </a:p>
        </p:txBody>
      </p:sp>
      <p:sp>
        <p:nvSpPr>
          <p:cNvPr id="3" name="text-676">
            <a:extLst xmlns:a="http://schemas.openxmlformats.org/drawingml/2006/main">
              <a:ext uri="{FF2B5EF4-FFF2-40B4-BE49-F238E27FC236}">
                <a16:creationId xmlns:a16="http://schemas.microsoft.com/office/drawing/2014/main" id="{614F5D1C-3EC9-40A4-9463-793217B5BCE6}"/>
              </a:ext>
            </a:extLst>
          </p:cNvPr>
          <p:cNvSpPr>
            <a:spLocks xmlns:a="http://schemas.openxmlformats.org/drawingml/2006/main" noGrp="1"/>
          </p:cNvSpPr>
          <p:nvPr/>
        </p:nvSpPr>
        <p:spPr>
          <a:xfrm xmlns:a="http://schemas.openxmlformats.org/drawingml/2006/main">
            <a:off x="2794159" y="1562100"/>
            <a:ext cx="8539162"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038" b="1">
                <a:solidFill>
                  <a:srgbClr val="F7F7F2"/>
                </a:solidFill>
                <a:latin typeface="Nunito"/>
                <a:ea typeface="Nunito"/>
                <a:cs typeface="Nunito"/>
              </a:defRPr>
            </a:pPr>
            <a:r>
              <a:rPr sz="3038" b="1">
                <a:solidFill>
                  <a:srgbClr val="F7F7F2"/>
                </a:solidFill>
                <a:latin typeface="Nunito"/>
                <a:ea typeface="Nunito"/>
                <a:cs typeface="Nunito"/>
              </a:rPr>
              <a:t>In conclusion, I believe that ...</a:t>
            </a:r>
          </a:p>
        </p:txBody>
      </p:sp>
      <p:sp>
        <p:nvSpPr>
          <p:cNvPr id="4" name="text-677">
            <a:extLst xmlns:a="http://schemas.openxmlformats.org/drawingml/2006/main">
              <a:ext uri="{FF2B5EF4-FFF2-40B4-BE49-F238E27FC236}">
                <a16:creationId xmlns:a16="http://schemas.microsoft.com/office/drawing/2014/main" id="{6413FD20-D5A4-4B65-BD57-177D5191E83D}"/>
              </a:ext>
            </a:extLst>
          </p:cNvPr>
          <p:cNvSpPr>
            <a:spLocks xmlns:a="http://schemas.openxmlformats.org/drawingml/2006/main" noGrp="1"/>
          </p:cNvSpPr>
          <p:nvPr/>
        </p:nvSpPr>
        <p:spPr>
          <a:xfrm xmlns:a="http://schemas.openxmlformats.org/drawingml/2006/main">
            <a:off x="2871788" y="3143250"/>
            <a:ext cx="838390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93" b="1">
                <a:solidFill>
                  <a:srgbClr val="A9BDD2"/>
                </a:solidFill>
                <a:latin typeface="Nunito"/>
                <a:ea typeface="Nunito"/>
                <a:cs typeface="Nunito"/>
              </a:defRPr>
            </a:pPr>
            <a:r>
              <a:rPr sz="2093" b="1">
                <a:solidFill>
                  <a:srgbClr val="A9BDD2"/>
                </a:solidFill>
                <a:latin typeface="Nunito"/>
                <a:ea typeface="Nunito"/>
                <a:cs typeface="Nunito"/>
              </a:rPr>
              <a:t>Repeat your opinion briefly. Do not add a new argument.</a:t>
            </a:r>
          </a:p>
        </p:txBody>
      </p:sp>
      <p:sp>
        <p:nvSpPr>
          <p:cNvPr id="5" name="text-678">
            <a:extLst xmlns:a="http://schemas.openxmlformats.org/drawingml/2006/main">
              <a:ext uri="{FF2B5EF4-FFF2-40B4-BE49-F238E27FC236}">
                <a16:creationId xmlns:a16="http://schemas.microsoft.com/office/drawing/2014/main" id="{943A656A-AB1C-4DFA-8EB4-7B26CD64F69B}"/>
              </a:ext>
            </a:extLst>
          </p:cNvPr>
          <p:cNvSpPr>
            <a:spLocks xmlns:a="http://schemas.openxmlformats.org/drawingml/2006/main" noGrp="1"/>
          </p:cNvSpPr>
          <p:nvPr/>
        </p:nvSpPr>
        <p:spPr>
          <a:xfrm xmlns:a="http://schemas.openxmlformats.org/drawingml/2006/main">
            <a:off x="2871788" y="4343400"/>
            <a:ext cx="838390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5738" b="1">
                <a:solidFill>
                  <a:srgbClr val="FFC857"/>
                </a:solidFill>
                <a:latin typeface="Nunito"/>
                <a:ea typeface="Nunito"/>
                <a:cs typeface="Nunito"/>
              </a:defRPr>
            </a:pPr>
            <a:r>
              <a:rPr sz="5738" b="1">
                <a:solidFill>
                  <a:srgbClr val="FFC857"/>
                </a:solidFill>
                <a:latin typeface="Nunito"/>
                <a:ea typeface="Nunito"/>
                <a:cs typeface="Nunito"/>
              </a:rPr>
              <a:t>00:45</a:t>
            </a:r>
          </a:p>
        </p:txBody>
      </p:sp>
      <p:sp>
        <p:nvSpPr>
          <p:cNvPr id="6" name="text-679">
            <a:extLst xmlns:a="http://schemas.openxmlformats.org/drawingml/2006/main">
              <a:ext uri="{FF2B5EF4-FFF2-40B4-BE49-F238E27FC236}">
                <a16:creationId xmlns:a16="http://schemas.microsoft.com/office/drawing/2014/main" id="{3D0E884F-2446-4D21-8E6E-DDE1FA4EBAA0}"/>
              </a:ext>
            </a:extLst>
          </p:cNvPr>
          <p:cNvSpPr>
            <a:spLocks xmlns:a="http://schemas.openxmlformats.org/drawingml/2006/main" noGrp="1"/>
          </p:cNvSpPr>
          <p:nvPr/>
        </p:nvSpPr>
        <p:spPr>
          <a:xfrm xmlns:a="http://schemas.openxmlformats.org/drawingml/2006/main">
            <a:off x="2871788" y="5553075"/>
            <a:ext cx="838390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20" b="1">
                <a:solidFill>
                  <a:srgbClr val="4EE5FF"/>
                </a:solidFill>
                <a:latin typeface="Nunito"/>
                <a:ea typeface="Nunito"/>
                <a:cs typeface="Nunito"/>
              </a:defRPr>
            </a:pPr>
            <a:r>
              <a:rPr sz="1620" b="1">
                <a:solidFill>
                  <a:srgbClr val="4EE5FF"/>
                </a:solidFill>
                <a:latin typeface="Nunito"/>
                <a:ea typeface="Nunito"/>
                <a:cs typeface="Nunito"/>
                <a:hlinkClick xmlns:r="http://schemas.openxmlformats.org/officeDocument/2006/relationships" r:id="Rfdd477d0798d4331"/>
              </a:rPr>
              <a:t>Live timer on the website</a:t>
            </a:r>
          </a:p>
        </p:txBody>
      </p:sp>
      <p:sp>
        <p:nvSpPr>
          <p:cNvPr id="7" name="progress-680">
            <a:extLst xmlns:a="http://schemas.openxmlformats.org/drawingml/2006/main">
              <a:ext uri="{FF2B5EF4-FFF2-40B4-BE49-F238E27FC236}">
                <a16:creationId xmlns:a16="http://schemas.microsoft.com/office/drawing/2014/main" id="{D50891B2-5367-486E-B946-39CB144A4F40}"/>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8" name="progress-681">
            <a:extLst xmlns:a="http://schemas.openxmlformats.org/drawingml/2006/main">
              <a:ext uri="{FF2B5EF4-FFF2-40B4-BE49-F238E27FC236}">
                <a16:creationId xmlns:a16="http://schemas.microsoft.com/office/drawing/2014/main" id="{9AF0D8CA-B9BB-491E-9CEA-B7A33672E408}"/>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6 / 10</a:t>
            </a:r>
          </a:p>
        </p:txBody>
      </p:sp>
      <p:sp>
        <p:nvSpPr>
          <p:cNvPr id="9" name="progress-682">
            <a:extLst xmlns:a="http://schemas.openxmlformats.org/drawingml/2006/main">
              <a:ext uri="{FF2B5EF4-FFF2-40B4-BE49-F238E27FC236}">
                <a16:creationId xmlns:a16="http://schemas.microsoft.com/office/drawing/2014/main" id="{B557627E-D0F5-4C76-9C91-F12226E88F77}"/>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0" name="progress-683">
            <a:extLst xmlns:a="http://schemas.openxmlformats.org/drawingml/2006/main">
              <a:ext uri="{FF2B5EF4-FFF2-40B4-BE49-F238E27FC236}">
                <a16:creationId xmlns:a16="http://schemas.microsoft.com/office/drawing/2014/main" id="{5AE5038A-D0A0-4A3F-A423-5A861AA61002}"/>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79</a:t>
            </a:r>
          </a:p>
        </p:txBody>
      </p:sp>
      <p:sp>
        <p:nvSpPr>
          <p:cNvPr id="11" name="progress-684">
            <a:extLst xmlns:a="http://schemas.openxmlformats.org/drawingml/2006/main">
              <a:ext uri="{FF2B5EF4-FFF2-40B4-BE49-F238E27FC236}">
                <a16:creationId xmlns:a16="http://schemas.microsoft.com/office/drawing/2014/main" id="{85947C25-CA34-4868-ACF9-F0DDBE79A98C}"/>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2" name="sidebar-divider">
            <a:extLst xmlns:a="http://schemas.openxmlformats.org/drawingml/2006/main">
              <a:ext uri="{FF2B5EF4-FFF2-40B4-BE49-F238E27FC236}">
                <a16:creationId xmlns:a16="http://schemas.microsoft.com/office/drawing/2014/main" id="{1306C142-2D30-4A9B-BB76-879017AC608D}"/>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3" name="progress-685">
            <a:extLst xmlns:a="http://schemas.openxmlformats.org/drawingml/2006/main">
              <a:ext uri="{FF2B5EF4-FFF2-40B4-BE49-F238E27FC236}">
                <a16:creationId xmlns:a16="http://schemas.microsoft.com/office/drawing/2014/main" id="{0779D04A-EE6F-4D64-BFBD-47744C329FA4}"/>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4" name="progress-686">
            <a:extLst xmlns:a="http://schemas.openxmlformats.org/drawingml/2006/main">
              <a:ext uri="{FF2B5EF4-FFF2-40B4-BE49-F238E27FC236}">
                <a16:creationId xmlns:a16="http://schemas.microsoft.com/office/drawing/2014/main" id="{1A6DB8B2-6E9D-49F7-9B37-07EDB2D22C6B}"/>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5" name="progress-687">
            <a:extLst xmlns:a="http://schemas.openxmlformats.org/drawingml/2006/main">
              <a:ext uri="{FF2B5EF4-FFF2-40B4-BE49-F238E27FC236}">
                <a16:creationId xmlns:a16="http://schemas.microsoft.com/office/drawing/2014/main" id="{656D43AD-D828-4CD6-AFEB-F87690498856}"/>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6" name="progress-688">
            <a:extLst xmlns:a="http://schemas.openxmlformats.org/drawingml/2006/main">
              <a:ext uri="{FF2B5EF4-FFF2-40B4-BE49-F238E27FC236}">
                <a16:creationId xmlns:a16="http://schemas.microsoft.com/office/drawing/2014/main" id="{013A515A-60FA-483F-80F0-B426E2B42459}"/>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17" name="progress-689">
            <a:extLst xmlns:a="http://schemas.openxmlformats.org/drawingml/2006/main">
              <a:ext uri="{FF2B5EF4-FFF2-40B4-BE49-F238E27FC236}">
                <a16:creationId xmlns:a16="http://schemas.microsoft.com/office/drawing/2014/main" id="{411265EB-32AE-42B3-94B9-FAE6DF6D4593}"/>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18" name="progress-690">
            <a:extLst xmlns:a="http://schemas.openxmlformats.org/drawingml/2006/main">
              <a:ext uri="{FF2B5EF4-FFF2-40B4-BE49-F238E27FC236}">
                <a16:creationId xmlns:a16="http://schemas.microsoft.com/office/drawing/2014/main" id="{D880436B-07A9-403B-BA89-04FD4A51B4DF}"/>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6. Experience</a:t>
            </a:r>
          </a:p>
        </p:txBody>
      </p:sp>
      <p:sp>
        <p:nvSpPr>
          <p:cNvPr id="19" name="progress-691">
            <a:extLst xmlns:a="http://schemas.openxmlformats.org/drawingml/2006/main">
              <a:ext uri="{FF2B5EF4-FFF2-40B4-BE49-F238E27FC236}">
                <a16:creationId xmlns:a16="http://schemas.microsoft.com/office/drawing/2014/main" id="{A1C6A84E-39B3-4999-8FC6-72938059AA9F}"/>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4EE5FF"/>
                </a:solidFill>
                <a:latin typeface="Nunito"/>
                <a:ea typeface="Nunito"/>
                <a:cs typeface="Nunito"/>
              </a:defRPr>
            </a:pPr>
            <a:r>
              <a:rPr sz="1275" b="1">
                <a:solidFill>
                  <a:srgbClr val="4EE5FF"/>
                </a:solidFill>
                <a:latin typeface="Nunito"/>
                <a:ea typeface="Nunito"/>
                <a:cs typeface="Nunito"/>
              </a:rPr>
              <a:t>› 7. Conclusion</a:t>
            </a:r>
          </a:p>
        </p:txBody>
      </p:sp>
      <p:sp>
        <p:nvSpPr>
          <p:cNvPr id="20" name="progress-692">
            <a:extLst xmlns:a="http://schemas.openxmlformats.org/drawingml/2006/main">
              <a:ext uri="{FF2B5EF4-FFF2-40B4-BE49-F238E27FC236}">
                <a16:creationId xmlns:a16="http://schemas.microsoft.com/office/drawing/2014/main" id="{AED348A6-94B0-4114-97A8-62A601071B2F}"/>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21" name="progress-693">
            <a:extLst xmlns:a="http://schemas.openxmlformats.org/drawingml/2006/main">
              <a:ext uri="{FF2B5EF4-FFF2-40B4-BE49-F238E27FC236}">
                <a16:creationId xmlns:a16="http://schemas.microsoft.com/office/drawing/2014/main" id="{650F098F-A69F-4D58-81FF-DD180E3F6BA3}"/>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2" name="progress-694">
            <a:extLst xmlns:a="http://schemas.openxmlformats.org/drawingml/2006/main">
              <a:ext uri="{FF2B5EF4-FFF2-40B4-BE49-F238E27FC236}">
                <a16:creationId xmlns:a16="http://schemas.microsoft.com/office/drawing/2014/main" id="{E2938AA5-0A87-474A-A63A-C493717AF9D2}"/>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3" name="progress-695">
            <a:extLst xmlns:a="http://schemas.openxmlformats.org/drawingml/2006/main">
              <a:ext uri="{FF2B5EF4-FFF2-40B4-BE49-F238E27FC236}">
                <a16:creationId xmlns:a16="http://schemas.microsoft.com/office/drawing/2014/main" id="{FD3AF89E-4429-4AB5-8A11-421F8C8F1D34}"/>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4" name="text-696">
            <a:extLst xmlns:a="http://schemas.openxmlformats.org/drawingml/2006/main">
              <a:ext uri="{FF2B5EF4-FFF2-40B4-BE49-F238E27FC236}">
                <a16:creationId xmlns:a16="http://schemas.microsoft.com/office/drawing/2014/main" id="{6DC122F9-5547-4792-9E58-D97F00C84C17}"/>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30 / 50</a:t>
            </a:r>
          </a:p>
        </p:txBody>
      </p:sp>
    </p:spTree>
    <p:extLst>
      <p:ext uri="{BB962C8B-B14F-4D97-AF65-F5344CB8AC3E}">
        <p14:creationId xmlns:p14="http://schemas.microsoft.com/office/powerpoint/2010/main" val="1108975472"/>
      </p:ext>
    </p:extLst>
  </p:cSld>
</p:sld>
</file>

<file path=ppt/slides/slide31.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6" name="text-697">
            <a:extLst xmlns:a="http://schemas.openxmlformats.org/drawingml/2006/main">
              <a:ext uri="{FF2B5EF4-FFF2-40B4-BE49-F238E27FC236}">
                <a16:creationId xmlns:a16="http://schemas.microsoft.com/office/drawing/2014/main" id="{0FD92082-90F9-4693-AD06-75F08B14BE39}"/>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817477ffe6724d82"/>
              </a:rPr>
              <a:t>⌂</a:t>
            </a:r>
          </a:p>
        </p:txBody>
      </p:sp>
      <p:sp>
        <p:nvSpPr>
          <p:cNvPr id="2" name="title-698">
            <a:extLst xmlns:a="http://schemas.openxmlformats.org/drawingml/2006/main">
              <a:ext uri="{FF2B5EF4-FFF2-40B4-BE49-F238E27FC236}">
                <a16:creationId xmlns:a16="http://schemas.microsoft.com/office/drawing/2014/main" id="{745DA3CC-27D1-4901-BC36-5F87C6FF64F4}"/>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Seventh sentence · Our essay so far</a:t>
            </a:r>
          </a:p>
        </p:txBody>
      </p:sp>
      <p:sp>
        <p:nvSpPr>
          <p:cNvPr id="3" name="text-699">
            <a:extLst xmlns:a="http://schemas.openxmlformats.org/drawingml/2006/main">
              <a:ext uri="{FF2B5EF4-FFF2-40B4-BE49-F238E27FC236}">
                <a16:creationId xmlns:a16="http://schemas.microsoft.com/office/drawing/2014/main" id="{75C18977-5DB0-475E-A4A3-854A8D3D5B13}"/>
              </a:ext>
            </a:extLst>
          </p:cNvPr>
          <p:cNvSpPr>
            <a:spLocks xmlns:a="http://schemas.openxmlformats.org/drawingml/2006/main" noGrp="1"/>
          </p:cNvSpPr>
          <p:nvPr/>
        </p:nvSpPr>
        <p:spPr>
          <a:xfrm xmlns:a="http://schemas.openxmlformats.org/drawingml/2006/main">
            <a:off x="2778633" y="1257300"/>
            <a:ext cx="8570214"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School games are part of school life, but some students play better than others. I claim that every student should have a chance to play.</a:t>
            </a:r>
          </a:p>
        </p:txBody>
      </p:sp>
      <p:sp>
        <p:nvSpPr>
          <p:cNvPr id="4" name="text-700">
            <a:extLst xmlns:a="http://schemas.openxmlformats.org/drawingml/2006/main">
              <a:ext uri="{FF2B5EF4-FFF2-40B4-BE49-F238E27FC236}">
                <a16:creationId xmlns:a16="http://schemas.microsoft.com/office/drawing/2014/main" id="{88D28A4C-FD59-42FD-AE37-A91D819B2D14}"/>
              </a:ext>
            </a:extLst>
          </p:cNvPr>
          <p:cNvSpPr>
            <a:spLocks xmlns:a="http://schemas.openxmlformats.org/drawingml/2006/main" noGrp="1"/>
          </p:cNvSpPr>
          <p:nvPr/>
        </p:nvSpPr>
        <p:spPr>
          <a:xfrm xmlns:a="http://schemas.openxmlformats.org/drawingml/2006/main">
            <a:off x="2778633" y="2143125"/>
            <a:ext cx="8570214"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On the one hand, some students may make more mistakes during games. If they play, the team will sometimes lose since these mistakes can help the other team.</a:t>
            </a:r>
          </a:p>
        </p:txBody>
      </p:sp>
      <p:sp>
        <p:nvSpPr>
          <p:cNvPr id="5" name="text-701">
            <a:extLst xmlns:a="http://schemas.openxmlformats.org/drawingml/2006/main">
              <a:ext uri="{FF2B5EF4-FFF2-40B4-BE49-F238E27FC236}">
                <a16:creationId xmlns:a16="http://schemas.microsoft.com/office/drawing/2014/main" id="{C97C7A23-BC64-4943-8355-0D35CFC97511}"/>
              </a:ext>
            </a:extLst>
          </p:cNvPr>
          <p:cNvSpPr>
            <a:spLocks xmlns:a="http://schemas.openxmlformats.org/drawingml/2006/main" noGrp="1"/>
          </p:cNvSpPr>
          <p:nvPr/>
        </p:nvSpPr>
        <p:spPr>
          <a:xfrm xmlns:a="http://schemas.openxmlformats.org/drawingml/2006/main">
            <a:off x="2778633" y="3476625"/>
            <a:ext cx="8570214"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On the other hand, playing together can help students make friends and feel better. Some students have felt alone, so joining a team can help them.</a:t>
            </a:r>
          </a:p>
        </p:txBody>
      </p:sp>
      <p:sp>
        <p:nvSpPr>
          <p:cNvPr id="6" name="text-702">
            <a:extLst xmlns:a="http://schemas.openxmlformats.org/drawingml/2006/main">
              <a:ext uri="{FF2B5EF4-FFF2-40B4-BE49-F238E27FC236}">
                <a16:creationId xmlns:a16="http://schemas.microsoft.com/office/drawing/2014/main" id="{552FFA6F-5378-44BD-A00B-F61F8E47DE77}"/>
              </a:ext>
            </a:extLst>
          </p:cNvPr>
          <p:cNvSpPr>
            <a:spLocks xmlns:a="http://schemas.openxmlformats.org/drawingml/2006/main" noGrp="1"/>
          </p:cNvSpPr>
          <p:nvPr/>
        </p:nvSpPr>
        <p:spPr>
          <a:xfrm xmlns:a="http://schemas.openxmlformats.org/drawingml/2006/main">
            <a:off x="2778633" y="4810125"/>
            <a:ext cx="8570214"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In conclusion, I believe that everyone should have a chance to play.</a:t>
            </a:r>
          </a:p>
        </p:txBody>
      </p:sp>
      <p:sp>
        <p:nvSpPr>
          <p:cNvPr id="7" name="text-703">
            <a:extLst xmlns:a="http://schemas.openxmlformats.org/drawingml/2006/main">
              <a:ext uri="{FF2B5EF4-FFF2-40B4-BE49-F238E27FC236}">
                <a16:creationId xmlns:a16="http://schemas.microsoft.com/office/drawing/2014/main" id="{02A050FA-53E0-410C-8164-FB258A22C322}"/>
              </a:ext>
            </a:extLst>
          </p:cNvPr>
          <p:cNvSpPr>
            <a:spLocks xmlns:a="http://schemas.openxmlformats.org/drawingml/2006/main" noGrp="1"/>
          </p:cNvSpPr>
          <p:nvPr/>
        </p:nvSpPr>
        <p:spPr>
          <a:xfrm xmlns:a="http://schemas.openxmlformats.org/drawingml/2006/main">
            <a:off x="2794159" y="5934075"/>
            <a:ext cx="8539162"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85" b="1">
                <a:solidFill>
                  <a:srgbClr val="DFFF5B"/>
                </a:solidFill>
                <a:latin typeface="Nunito"/>
                <a:ea typeface="Nunito"/>
                <a:cs typeface="Nunito"/>
              </a:defRPr>
            </a:pPr>
            <a:r>
              <a:rPr sz="1485" b="1">
                <a:solidFill>
                  <a:srgbClr val="DFFF5B"/>
                </a:solidFill>
                <a:latin typeface="Nunito"/>
                <a:ea typeface="Nunito"/>
                <a:cs typeface="Nunito"/>
              </a:rPr>
              <a:t>7/10 sentences · 91 words</a:t>
            </a:r>
          </a:p>
        </p:txBody>
      </p:sp>
      <p:sp>
        <p:nvSpPr>
          <p:cNvPr id="8" name="progress-704">
            <a:extLst xmlns:a="http://schemas.openxmlformats.org/drawingml/2006/main">
              <a:ext uri="{FF2B5EF4-FFF2-40B4-BE49-F238E27FC236}">
                <a16:creationId xmlns:a16="http://schemas.microsoft.com/office/drawing/2014/main" id="{A09119FD-025C-4D35-97D2-F9681721100F}"/>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9" name="progress-705">
            <a:extLst xmlns:a="http://schemas.openxmlformats.org/drawingml/2006/main">
              <a:ext uri="{FF2B5EF4-FFF2-40B4-BE49-F238E27FC236}">
                <a16:creationId xmlns:a16="http://schemas.microsoft.com/office/drawing/2014/main" id="{4F39F7EC-303B-43A8-9C01-B76925C030F0}"/>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7 / 10</a:t>
            </a:r>
          </a:p>
        </p:txBody>
      </p:sp>
      <p:sp>
        <p:nvSpPr>
          <p:cNvPr id="10" name="progress-706">
            <a:extLst xmlns:a="http://schemas.openxmlformats.org/drawingml/2006/main">
              <a:ext uri="{FF2B5EF4-FFF2-40B4-BE49-F238E27FC236}">
                <a16:creationId xmlns:a16="http://schemas.microsoft.com/office/drawing/2014/main" id="{D4020D51-9BFE-4A60-9A69-91146F36CD7E}"/>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1" name="progress-707">
            <a:extLst xmlns:a="http://schemas.openxmlformats.org/drawingml/2006/main">
              <a:ext uri="{FF2B5EF4-FFF2-40B4-BE49-F238E27FC236}">
                <a16:creationId xmlns:a16="http://schemas.microsoft.com/office/drawing/2014/main" id="{DC6BF28E-5272-4380-B1D5-6E60353BC147}"/>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91</a:t>
            </a:r>
          </a:p>
        </p:txBody>
      </p:sp>
      <p:sp>
        <p:nvSpPr>
          <p:cNvPr id="12" name="progress-708">
            <a:extLst xmlns:a="http://schemas.openxmlformats.org/drawingml/2006/main">
              <a:ext uri="{FF2B5EF4-FFF2-40B4-BE49-F238E27FC236}">
                <a16:creationId xmlns:a16="http://schemas.microsoft.com/office/drawing/2014/main" id="{E97EA6EF-AD3F-4596-9912-ED22D8ADC210}"/>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3" name="sidebar-divider">
            <a:extLst xmlns:a="http://schemas.openxmlformats.org/drawingml/2006/main">
              <a:ext uri="{FF2B5EF4-FFF2-40B4-BE49-F238E27FC236}">
                <a16:creationId xmlns:a16="http://schemas.microsoft.com/office/drawing/2014/main" id="{B412FDA3-5AA0-49C1-BEFE-D21E45E70BEC}"/>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4" name="progress-709">
            <a:extLst xmlns:a="http://schemas.openxmlformats.org/drawingml/2006/main">
              <a:ext uri="{FF2B5EF4-FFF2-40B4-BE49-F238E27FC236}">
                <a16:creationId xmlns:a16="http://schemas.microsoft.com/office/drawing/2014/main" id="{334D2EA0-01DB-4EAE-B324-DF8AC5EAED17}"/>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5" name="progress-710">
            <a:extLst xmlns:a="http://schemas.openxmlformats.org/drawingml/2006/main">
              <a:ext uri="{FF2B5EF4-FFF2-40B4-BE49-F238E27FC236}">
                <a16:creationId xmlns:a16="http://schemas.microsoft.com/office/drawing/2014/main" id="{289FB892-C170-401F-95AD-5A908E42075A}"/>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6" name="progress-711">
            <a:extLst xmlns:a="http://schemas.openxmlformats.org/drawingml/2006/main">
              <a:ext uri="{FF2B5EF4-FFF2-40B4-BE49-F238E27FC236}">
                <a16:creationId xmlns:a16="http://schemas.microsoft.com/office/drawing/2014/main" id="{28D45462-2BEF-4DD3-9CDC-EAA92CCF1265}"/>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7" name="progress-712">
            <a:extLst xmlns:a="http://schemas.openxmlformats.org/drawingml/2006/main">
              <a:ext uri="{FF2B5EF4-FFF2-40B4-BE49-F238E27FC236}">
                <a16:creationId xmlns:a16="http://schemas.microsoft.com/office/drawing/2014/main" id="{91C6CADA-9A0F-4F95-A036-2B0E673049AF}"/>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18" name="progress-713">
            <a:extLst xmlns:a="http://schemas.openxmlformats.org/drawingml/2006/main">
              <a:ext uri="{FF2B5EF4-FFF2-40B4-BE49-F238E27FC236}">
                <a16:creationId xmlns:a16="http://schemas.microsoft.com/office/drawing/2014/main" id="{5F6C9428-8591-4DC7-9002-A25593A4A624}"/>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19" name="progress-714">
            <a:extLst xmlns:a="http://schemas.openxmlformats.org/drawingml/2006/main">
              <a:ext uri="{FF2B5EF4-FFF2-40B4-BE49-F238E27FC236}">
                <a16:creationId xmlns:a16="http://schemas.microsoft.com/office/drawing/2014/main" id="{D66BE6E9-EFC5-4FB5-ABE6-77CF78FB17EE}"/>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6. Experience</a:t>
            </a:r>
          </a:p>
        </p:txBody>
      </p:sp>
      <p:sp>
        <p:nvSpPr>
          <p:cNvPr id="20" name="progress-715">
            <a:extLst xmlns:a="http://schemas.openxmlformats.org/drawingml/2006/main">
              <a:ext uri="{FF2B5EF4-FFF2-40B4-BE49-F238E27FC236}">
                <a16:creationId xmlns:a16="http://schemas.microsoft.com/office/drawing/2014/main" id="{A6C6360B-2AC0-41A7-8215-6E1EC55983A3}"/>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7. Conclusion</a:t>
            </a:r>
          </a:p>
        </p:txBody>
      </p:sp>
      <p:sp>
        <p:nvSpPr>
          <p:cNvPr id="21" name="progress-716">
            <a:extLst xmlns:a="http://schemas.openxmlformats.org/drawingml/2006/main">
              <a:ext uri="{FF2B5EF4-FFF2-40B4-BE49-F238E27FC236}">
                <a16:creationId xmlns:a16="http://schemas.microsoft.com/office/drawing/2014/main" id="{5DBE9A73-9B55-4311-9A26-D76DABA4E530}"/>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22" name="progress-717">
            <a:extLst xmlns:a="http://schemas.openxmlformats.org/drawingml/2006/main">
              <a:ext uri="{FF2B5EF4-FFF2-40B4-BE49-F238E27FC236}">
                <a16:creationId xmlns:a16="http://schemas.microsoft.com/office/drawing/2014/main" id="{625A6748-7629-44D0-BFAB-DFA775107818}"/>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3" name="progress-718">
            <a:extLst xmlns:a="http://schemas.openxmlformats.org/drawingml/2006/main">
              <a:ext uri="{FF2B5EF4-FFF2-40B4-BE49-F238E27FC236}">
                <a16:creationId xmlns:a16="http://schemas.microsoft.com/office/drawing/2014/main" id="{59695D4A-0CF4-413E-9B6B-8F060D601127}"/>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4" name="progress-719">
            <a:extLst xmlns:a="http://schemas.openxmlformats.org/drawingml/2006/main">
              <a:ext uri="{FF2B5EF4-FFF2-40B4-BE49-F238E27FC236}">
                <a16:creationId xmlns:a16="http://schemas.microsoft.com/office/drawing/2014/main" id="{93054379-EA56-4080-AC58-738A2DFB847E}"/>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5" name="text-720">
            <a:extLst xmlns:a="http://schemas.openxmlformats.org/drawingml/2006/main">
              <a:ext uri="{FF2B5EF4-FFF2-40B4-BE49-F238E27FC236}">
                <a16:creationId xmlns:a16="http://schemas.microsoft.com/office/drawing/2014/main" id="{D1CD2CE6-3557-45BE-ABD7-FA978323C56E}"/>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31 / 50</a:t>
            </a:r>
          </a:p>
        </p:txBody>
      </p:sp>
    </p:spTree>
    <p:extLst>
      <p:ext uri="{BB962C8B-B14F-4D97-AF65-F5344CB8AC3E}">
        <p14:creationId xmlns:p14="http://schemas.microsoft.com/office/powerpoint/2010/main" val="1416201120"/>
      </p:ext>
    </p:extLst>
  </p:cSld>
</p:sld>
</file>

<file path=ppt/slides/slide32.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3" name="text-721">
            <a:extLst xmlns:a="http://schemas.openxmlformats.org/drawingml/2006/main">
              <a:ext uri="{FF2B5EF4-FFF2-40B4-BE49-F238E27FC236}">
                <a16:creationId xmlns:a16="http://schemas.microsoft.com/office/drawing/2014/main" id="{8F696AB0-8023-46D9-B897-97E06594357B}"/>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47481ffa3c0d4681"/>
              </a:rPr>
              <a:t>⌂</a:t>
            </a:r>
          </a:p>
        </p:txBody>
      </p:sp>
      <p:sp>
        <p:nvSpPr>
          <p:cNvPr id="2" name="title-722">
            <a:extLst xmlns:a="http://schemas.openxmlformats.org/drawingml/2006/main">
              <a:ext uri="{FF2B5EF4-FFF2-40B4-BE49-F238E27FC236}">
                <a16:creationId xmlns:a16="http://schemas.microsoft.com/office/drawing/2014/main" id="{CBE11FEC-6B08-4C31-9666-43D1078561DD}"/>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Passive</a:t>
            </a:r>
          </a:p>
        </p:txBody>
      </p:sp>
      <p:sp>
        <p:nvSpPr>
          <p:cNvPr id="3" name="text-723">
            <a:extLst xmlns:a="http://schemas.openxmlformats.org/drawingml/2006/main">
              <a:ext uri="{FF2B5EF4-FFF2-40B4-BE49-F238E27FC236}">
                <a16:creationId xmlns:a16="http://schemas.microsoft.com/office/drawing/2014/main" id="{CD10CCA7-2F2D-4820-A20C-8EDFE62583FC}"/>
              </a:ext>
            </a:extLst>
          </p:cNvPr>
          <p:cNvSpPr>
            <a:spLocks xmlns:a="http://schemas.openxmlformats.org/drawingml/2006/main" noGrp="1"/>
          </p:cNvSpPr>
          <p:nvPr/>
        </p:nvSpPr>
        <p:spPr>
          <a:xfrm xmlns:a="http://schemas.openxmlformats.org/drawingml/2006/main">
            <a:off x="2755344" y="1438275"/>
            <a:ext cx="8616791"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105" b="1">
                <a:solidFill>
                  <a:srgbClr val="F7F7F2"/>
                </a:solidFill>
                <a:latin typeface="Nunito"/>
                <a:ea typeface="Nunito"/>
                <a:cs typeface="Nunito"/>
              </a:defRPr>
            </a:pPr>
            <a:r>
              <a:rPr sz="3105" b="1">
                <a:solidFill>
                  <a:srgbClr val="F7F7F2"/>
                </a:solidFill>
                <a:latin typeface="Nunito"/>
                <a:ea typeface="Nunito"/>
                <a:cs typeface="Nunito"/>
              </a:rPr>
              <a:t>should be + V3</a:t>
            </a:r>
          </a:p>
          <a:p xmlns:a="http://schemas.openxmlformats.org/drawingml/2006/main">
            <a:pPr algn="ctr">
              <a:defRPr sz="3105" b="1">
                <a:solidFill>
                  <a:srgbClr val="F7F7F2"/>
                </a:solidFill>
                <a:latin typeface="Nunito"/>
                <a:ea typeface="Nunito"/>
                <a:cs typeface="Nunito"/>
              </a:defRPr>
            </a:pPr>
            <a:r>
              <a:rPr sz="3105" b="1">
                <a:solidFill>
                  <a:srgbClr val="F7F7F2"/>
                </a:solidFill>
                <a:latin typeface="Nunito"/>
                <a:ea typeface="Nunito"/>
                <a:cs typeface="Nunito"/>
              </a:rPr>
              <a:t>include → included</a:t>
            </a:r>
          </a:p>
        </p:txBody>
      </p:sp>
      <p:sp>
        <p:nvSpPr>
          <p:cNvPr id="4" name="text-724">
            <a:extLst xmlns:a="http://schemas.openxmlformats.org/drawingml/2006/main">
              <a:ext uri="{FF2B5EF4-FFF2-40B4-BE49-F238E27FC236}">
                <a16:creationId xmlns:a16="http://schemas.microsoft.com/office/drawing/2014/main" id="{3B45771B-BE5A-48F3-9CDE-1F49DD87D7D3}"/>
              </a:ext>
            </a:extLst>
          </p:cNvPr>
          <p:cNvSpPr>
            <a:spLocks xmlns:a="http://schemas.openxmlformats.org/drawingml/2006/main" noGrp="1"/>
          </p:cNvSpPr>
          <p:nvPr/>
        </p:nvSpPr>
        <p:spPr>
          <a:xfrm xmlns:a="http://schemas.openxmlformats.org/drawingml/2006/main">
            <a:off x="2809685" y="4524375"/>
            <a:ext cx="8508111"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A9BDD2"/>
                </a:solidFill>
                <a:latin typeface="Nunito"/>
                <a:ea typeface="Nunito"/>
                <a:cs typeface="Nunito"/>
              </a:defRPr>
            </a:pPr>
            <a:r>
              <a:rPr sz="2228" b="1">
                <a:solidFill>
                  <a:srgbClr val="A9BDD2"/>
                </a:solidFill>
                <a:latin typeface="Nunito"/>
                <a:ea typeface="Nunito"/>
                <a:cs typeface="Nunito"/>
              </a:rPr>
              <a:t>Say what should happen to every student.</a:t>
            </a:r>
          </a:p>
        </p:txBody>
      </p:sp>
      <p:sp>
        <p:nvSpPr>
          <p:cNvPr id="5" name="progress-725">
            <a:extLst xmlns:a="http://schemas.openxmlformats.org/drawingml/2006/main">
              <a:ext uri="{FF2B5EF4-FFF2-40B4-BE49-F238E27FC236}">
                <a16:creationId xmlns:a16="http://schemas.microsoft.com/office/drawing/2014/main" id="{0777863A-C58C-48BF-AAB9-06C2E473944F}"/>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6" name="progress-726">
            <a:extLst xmlns:a="http://schemas.openxmlformats.org/drawingml/2006/main">
              <a:ext uri="{FF2B5EF4-FFF2-40B4-BE49-F238E27FC236}">
                <a16:creationId xmlns:a16="http://schemas.microsoft.com/office/drawing/2014/main" id="{24129B29-67C6-4B36-BCA4-C12666B12F8B}"/>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7 / 10</a:t>
            </a:r>
          </a:p>
        </p:txBody>
      </p:sp>
      <p:sp>
        <p:nvSpPr>
          <p:cNvPr id="7" name="progress-727">
            <a:extLst xmlns:a="http://schemas.openxmlformats.org/drawingml/2006/main">
              <a:ext uri="{FF2B5EF4-FFF2-40B4-BE49-F238E27FC236}">
                <a16:creationId xmlns:a16="http://schemas.microsoft.com/office/drawing/2014/main" id="{E7D4A890-AFC7-4BF8-901F-04C531713ED4}"/>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8" name="progress-728">
            <a:extLst xmlns:a="http://schemas.openxmlformats.org/drawingml/2006/main">
              <a:ext uri="{FF2B5EF4-FFF2-40B4-BE49-F238E27FC236}">
                <a16:creationId xmlns:a16="http://schemas.microsoft.com/office/drawing/2014/main" id="{86C2BC32-8BAD-489E-9AAD-1FAD9EC1122B}"/>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91</a:t>
            </a:r>
          </a:p>
        </p:txBody>
      </p:sp>
      <p:sp>
        <p:nvSpPr>
          <p:cNvPr id="9" name="progress-729">
            <a:extLst xmlns:a="http://schemas.openxmlformats.org/drawingml/2006/main">
              <a:ext uri="{FF2B5EF4-FFF2-40B4-BE49-F238E27FC236}">
                <a16:creationId xmlns:a16="http://schemas.microsoft.com/office/drawing/2014/main" id="{19DED199-CB7E-4315-91A2-C953E899FBB6}"/>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0" name="sidebar-divider">
            <a:extLst xmlns:a="http://schemas.openxmlformats.org/drawingml/2006/main">
              <a:ext uri="{FF2B5EF4-FFF2-40B4-BE49-F238E27FC236}">
                <a16:creationId xmlns:a16="http://schemas.microsoft.com/office/drawing/2014/main" id="{5640A07D-2C5D-496D-9812-CC373D21A9D3}"/>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1" name="progress-730">
            <a:extLst xmlns:a="http://schemas.openxmlformats.org/drawingml/2006/main">
              <a:ext uri="{FF2B5EF4-FFF2-40B4-BE49-F238E27FC236}">
                <a16:creationId xmlns:a16="http://schemas.microsoft.com/office/drawing/2014/main" id="{7B3F66AA-E295-4247-BE45-EF02D41689CE}"/>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2" name="progress-731">
            <a:extLst xmlns:a="http://schemas.openxmlformats.org/drawingml/2006/main">
              <a:ext uri="{FF2B5EF4-FFF2-40B4-BE49-F238E27FC236}">
                <a16:creationId xmlns:a16="http://schemas.microsoft.com/office/drawing/2014/main" id="{F8684D3B-83BD-4727-92C3-20D8373FC003}"/>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3" name="progress-732">
            <a:extLst xmlns:a="http://schemas.openxmlformats.org/drawingml/2006/main">
              <a:ext uri="{FF2B5EF4-FFF2-40B4-BE49-F238E27FC236}">
                <a16:creationId xmlns:a16="http://schemas.microsoft.com/office/drawing/2014/main" id="{F87BA323-9ED0-4DAF-B880-54ABC8AF8F21}"/>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4" name="progress-733">
            <a:extLst xmlns:a="http://schemas.openxmlformats.org/drawingml/2006/main">
              <a:ext uri="{FF2B5EF4-FFF2-40B4-BE49-F238E27FC236}">
                <a16:creationId xmlns:a16="http://schemas.microsoft.com/office/drawing/2014/main" id="{F6E82903-070A-4B54-AF52-C492651EC8D4}"/>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15" name="progress-734">
            <a:extLst xmlns:a="http://schemas.openxmlformats.org/drawingml/2006/main">
              <a:ext uri="{FF2B5EF4-FFF2-40B4-BE49-F238E27FC236}">
                <a16:creationId xmlns:a16="http://schemas.microsoft.com/office/drawing/2014/main" id="{A68586D8-9BB6-4871-A4E9-6BD2E00D8B5F}"/>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16" name="progress-735">
            <a:extLst xmlns:a="http://schemas.openxmlformats.org/drawingml/2006/main">
              <a:ext uri="{FF2B5EF4-FFF2-40B4-BE49-F238E27FC236}">
                <a16:creationId xmlns:a16="http://schemas.microsoft.com/office/drawing/2014/main" id="{F68D367E-E2C3-41EE-B337-3C8A07A525CA}"/>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6. Experience</a:t>
            </a:r>
          </a:p>
        </p:txBody>
      </p:sp>
      <p:sp>
        <p:nvSpPr>
          <p:cNvPr id="17" name="progress-736">
            <a:extLst xmlns:a="http://schemas.openxmlformats.org/drawingml/2006/main">
              <a:ext uri="{FF2B5EF4-FFF2-40B4-BE49-F238E27FC236}">
                <a16:creationId xmlns:a16="http://schemas.microsoft.com/office/drawing/2014/main" id="{61E538DA-7F5A-4ACF-BCCA-8329C386234A}"/>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7. Conclusion</a:t>
            </a:r>
          </a:p>
        </p:txBody>
      </p:sp>
      <p:sp>
        <p:nvSpPr>
          <p:cNvPr id="18" name="progress-737">
            <a:extLst xmlns:a="http://schemas.openxmlformats.org/drawingml/2006/main">
              <a:ext uri="{FF2B5EF4-FFF2-40B4-BE49-F238E27FC236}">
                <a16:creationId xmlns:a16="http://schemas.microsoft.com/office/drawing/2014/main" id="{5755B219-8EE2-4649-A725-8EACCAB12613}"/>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19" name="progress-738">
            <a:extLst xmlns:a="http://schemas.openxmlformats.org/drawingml/2006/main">
              <a:ext uri="{FF2B5EF4-FFF2-40B4-BE49-F238E27FC236}">
                <a16:creationId xmlns:a16="http://schemas.microsoft.com/office/drawing/2014/main" id="{D9476610-2D3C-48C5-B323-595ACC81F06A}"/>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0" name="progress-739">
            <a:extLst xmlns:a="http://schemas.openxmlformats.org/drawingml/2006/main">
              <a:ext uri="{FF2B5EF4-FFF2-40B4-BE49-F238E27FC236}">
                <a16:creationId xmlns:a16="http://schemas.microsoft.com/office/drawing/2014/main" id="{D82D85F2-9DB9-46D8-8A8C-23CFA40E7EC4}"/>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1" name="progress-740">
            <a:extLst xmlns:a="http://schemas.openxmlformats.org/drawingml/2006/main">
              <a:ext uri="{FF2B5EF4-FFF2-40B4-BE49-F238E27FC236}">
                <a16:creationId xmlns:a16="http://schemas.microsoft.com/office/drawing/2014/main" id="{B2A973E5-A318-4010-B619-EA156747F420}"/>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2" name="text-741">
            <a:extLst xmlns:a="http://schemas.openxmlformats.org/drawingml/2006/main">
              <a:ext uri="{FF2B5EF4-FFF2-40B4-BE49-F238E27FC236}">
                <a16:creationId xmlns:a16="http://schemas.microsoft.com/office/drawing/2014/main" id="{AA67327C-106D-4601-BBFE-CF337035F9A4}"/>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32 / 50</a:t>
            </a:r>
          </a:p>
        </p:txBody>
      </p:sp>
    </p:spTree>
    <p:extLst>
      <p:ext uri="{BB962C8B-B14F-4D97-AF65-F5344CB8AC3E}">
        <p14:creationId xmlns:p14="http://schemas.microsoft.com/office/powerpoint/2010/main" val="1032444759"/>
      </p:ext>
    </p:extLst>
  </p:cSld>
</p:sld>
</file>

<file path=ppt/slides/slide33.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32" name="text-742">
            <a:extLst xmlns:a="http://schemas.openxmlformats.org/drawingml/2006/main">
              <a:ext uri="{FF2B5EF4-FFF2-40B4-BE49-F238E27FC236}">
                <a16:creationId xmlns:a16="http://schemas.microsoft.com/office/drawing/2014/main" id="{6557F046-C78A-422F-B0F3-288B69D113D9}"/>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25467e0265384812"/>
              </a:rPr>
              <a:t>⌂</a:t>
            </a:r>
          </a:p>
        </p:txBody>
      </p:sp>
      <p:sp>
        <p:nvSpPr>
          <p:cNvPr id="2" name="title-743">
            <a:extLst xmlns:a="http://schemas.openxmlformats.org/drawingml/2006/main">
              <a:ext uri="{FF2B5EF4-FFF2-40B4-BE49-F238E27FC236}">
                <a16:creationId xmlns:a16="http://schemas.microsoft.com/office/drawing/2014/main" id="{2021A330-A6FD-4CF5-AE0F-CE594384EE80}"/>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A recommendation in the passive</a:t>
            </a:r>
          </a:p>
        </p:txBody>
      </p:sp>
      <p:sp>
        <p:nvSpPr>
          <p:cNvPr id="3" name="text-744">
            <a:extLst xmlns:a="http://schemas.openxmlformats.org/drawingml/2006/main">
              <a:ext uri="{FF2B5EF4-FFF2-40B4-BE49-F238E27FC236}">
                <a16:creationId xmlns:a16="http://schemas.microsoft.com/office/drawing/2014/main" id="{0823C484-EA9C-47C8-9EDF-43C0A3704753}"/>
              </a:ext>
            </a:extLst>
          </p:cNvPr>
          <p:cNvSpPr>
            <a:spLocks xmlns:a="http://schemas.openxmlformats.org/drawingml/2006/main" noGrp="1"/>
          </p:cNvSpPr>
          <p:nvPr/>
        </p:nvSpPr>
        <p:spPr>
          <a:xfrm xmlns:a="http://schemas.openxmlformats.org/drawingml/2006/main">
            <a:off x="3154552" y="1776413"/>
            <a:ext cx="1075962"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Every</a:t>
            </a:r>
          </a:p>
        </p:txBody>
      </p:sp>
      <p:sp>
        <p:nvSpPr>
          <p:cNvPr id="4" name="text-745">
            <a:extLst xmlns:a="http://schemas.openxmlformats.org/drawingml/2006/main">
              <a:ext uri="{FF2B5EF4-FFF2-40B4-BE49-F238E27FC236}">
                <a16:creationId xmlns:a16="http://schemas.microsoft.com/office/drawing/2014/main" id="{83941EF4-7733-4FB5-888B-6F254766B4B3}"/>
              </a:ext>
            </a:extLst>
          </p:cNvPr>
          <p:cNvSpPr>
            <a:spLocks xmlns:a="http://schemas.openxmlformats.org/drawingml/2006/main" noGrp="1"/>
          </p:cNvSpPr>
          <p:nvPr/>
        </p:nvSpPr>
        <p:spPr>
          <a:xfrm xmlns:a="http://schemas.openxmlformats.org/drawingml/2006/main">
            <a:off x="4282933" y="1776413"/>
            <a:ext cx="1442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student</a:t>
            </a:r>
          </a:p>
        </p:txBody>
      </p:sp>
      <p:sp>
        <p:nvSpPr>
          <p:cNvPr id="5" name="text-746">
            <a:extLst xmlns:a="http://schemas.openxmlformats.org/drawingml/2006/main">
              <a:ext uri="{FF2B5EF4-FFF2-40B4-BE49-F238E27FC236}">
                <a16:creationId xmlns:a16="http://schemas.microsoft.com/office/drawing/2014/main" id="{297F2F79-957F-417D-91EF-E927ECC011BC}"/>
              </a:ext>
            </a:extLst>
          </p:cNvPr>
          <p:cNvSpPr>
            <a:spLocks xmlns:a="http://schemas.openxmlformats.org/drawingml/2006/main" noGrp="1"/>
          </p:cNvSpPr>
          <p:nvPr/>
        </p:nvSpPr>
        <p:spPr>
          <a:xfrm xmlns:a="http://schemas.openxmlformats.org/drawingml/2006/main">
            <a:off x="5777476" y="1776413"/>
            <a:ext cx="1292418"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should</a:t>
            </a:r>
          </a:p>
        </p:txBody>
      </p:sp>
      <p:sp>
        <p:nvSpPr>
          <p:cNvPr id="6" name="text-747">
            <a:extLst xmlns:a="http://schemas.openxmlformats.org/drawingml/2006/main">
              <a:ext uri="{FF2B5EF4-FFF2-40B4-BE49-F238E27FC236}">
                <a16:creationId xmlns:a16="http://schemas.microsoft.com/office/drawing/2014/main" id="{ACE99D7E-C040-44C0-85A9-6E49C3328139}"/>
              </a:ext>
            </a:extLst>
          </p:cNvPr>
          <p:cNvSpPr>
            <a:spLocks xmlns:a="http://schemas.openxmlformats.org/drawingml/2006/main" noGrp="1"/>
          </p:cNvSpPr>
          <p:nvPr/>
        </p:nvSpPr>
        <p:spPr>
          <a:xfrm xmlns:a="http://schemas.openxmlformats.org/drawingml/2006/main">
            <a:off x="7137839" y="1776413"/>
            <a:ext cx="2386979"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DFFF5B"/>
                </a:solidFill>
                <a:latin typeface="Nunito"/>
                <a:ea typeface="Nunito"/>
                <a:cs typeface="Nunito"/>
              </a:defRPr>
            </a:pPr>
            <a:r>
              <a:rPr sz="2565" b="1">
                <a:solidFill>
                  <a:srgbClr val="DFFF5B"/>
                </a:solidFill>
                <a:latin typeface="Nunito"/>
                <a:ea typeface="Nunito"/>
                <a:cs typeface="Nunito"/>
              </a:rPr>
              <a:t> </a:t>
            </a:r>
          </a:p>
        </p:txBody>
      </p:sp>
      <p:sp>
        <p:nvSpPr>
          <p:cNvPr id="7" name="gap-line-33">
            <a:extLst xmlns:a="http://schemas.openxmlformats.org/drawingml/2006/main">
              <a:ext uri="{FF2B5EF4-FFF2-40B4-BE49-F238E27FC236}">
                <a16:creationId xmlns:a16="http://schemas.microsoft.com/office/drawing/2014/main" id="{13AF03E1-23DE-4684-8724-1900946DCFCF}"/>
              </a:ext>
            </a:extLst>
          </p:cNvPr>
          <p:cNvSpPr>
            <a:spLocks xmlns:a="http://schemas.openxmlformats.org/drawingml/2006/main" noGrp="1"/>
          </p:cNvSpPr>
          <p:nvPr/>
        </p:nvSpPr>
        <p:spPr>
          <a:xfrm xmlns:a="http://schemas.openxmlformats.org/drawingml/2006/main">
            <a:off x="7137839" y="2319338"/>
            <a:ext cx="2386979" cy="0"/>
          </a:xfrm>
          <a:prstGeom xmlns:a="http://schemas.openxmlformats.org/drawingml/2006/main" prst="line">
            <a:avLst/>
          </a:prstGeom>
          <a:ln xmlns:a="http://schemas.openxmlformats.org/drawingml/2006/main" w="19050">
            <a:solidFill>
              <a:srgbClr val="4EE5FF"/>
            </a:solidFill>
          </a:ln>
        </p:spPr>
      </p:sp>
      <p:sp>
        <p:nvSpPr>
          <p:cNvPr id="8" name="text-748">
            <a:extLst xmlns:a="http://schemas.openxmlformats.org/drawingml/2006/main">
              <a:ext uri="{FF2B5EF4-FFF2-40B4-BE49-F238E27FC236}">
                <a16:creationId xmlns:a16="http://schemas.microsoft.com/office/drawing/2014/main" id="{9259F4F4-7126-48A4-BB7A-F0D0D5CAA0B0}"/>
              </a:ext>
            </a:extLst>
          </p:cNvPr>
          <p:cNvSpPr>
            <a:spLocks xmlns:a="http://schemas.openxmlformats.org/drawingml/2006/main" noGrp="1"/>
          </p:cNvSpPr>
          <p:nvPr/>
        </p:nvSpPr>
        <p:spPr>
          <a:xfrm xmlns:a="http://schemas.openxmlformats.org/drawingml/2006/main">
            <a:off x="9592762" y="1776413"/>
            <a:ext cx="358268"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in</a:t>
            </a:r>
          </a:p>
        </p:txBody>
      </p:sp>
      <p:sp>
        <p:nvSpPr>
          <p:cNvPr id="9" name="text-749">
            <a:extLst xmlns:a="http://schemas.openxmlformats.org/drawingml/2006/main">
              <a:ext uri="{FF2B5EF4-FFF2-40B4-BE49-F238E27FC236}">
                <a16:creationId xmlns:a16="http://schemas.microsoft.com/office/drawing/2014/main" id="{AE8FC7FD-3C7C-47C9-8508-C4443CE9F0CC}"/>
              </a:ext>
            </a:extLst>
          </p:cNvPr>
          <p:cNvSpPr>
            <a:spLocks xmlns:a="http://schemas.openxmlformats.org/drawingml/2006/main" noGrp="1"/>
          </p:cNvSpPr>
          <p:nvPr/>
        </p:nvSpPr>
        <p:spPr>
          <a:xfrm xmlns:a="http://schemas.openxmlformats.org/drawingml/2006/main">
            <a:off x="10003450" y="1776413"/>
            <a:ext cx="969478"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class</a:t>
            </a:r>
          </a:p>
        </p:txBody>
      </p:sp>
      <p:sp>
        <p:nvSpPr>
          <p:cNvPr id="10" name="text-750">
            <a:extLst xmlns:a="http://schemas.openxmlformats.org/drawingml/2006/main">
              <a:ext uri="{FF2B5EF4-FFF2-40B4-BE49-F238E27FC236}">
                <a16:creationId xmlns:a16="http://schemas.microsoft.com/office/drawing/2014/main" id="{1B484A6D-F463-4325-ADE4-21D8779B5D25}"/>
              </a:ext>
            </a:extLst>
          </p:cNvPr>
          <p:cNvSpPr>
            <a:spLocks xmlns:a="http://schemas.openxmlformats.org/drawingml/2006/main" noGrp="1"/>
          </p:cNvSpPr>
          <p:nvPr/>
        </p:nvSpPr>
        <p:spPr>
          <a:xfrm xmlns:a="http://schemas.openxmlformats.org/drawingml/2006/main">
            <a:off x="6379654" y="2395538"/>
            <a:ext cx="1368172"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games.</a:t>
            </a:r>
          </a:p>
        </p:txBody>
      </p:sp>
      <p:sp>
        <p:nvSpPr>
          <p:cNvPr id="11" name="text-751">
            <a:extLst xmlns:a="http://schemas.openxmlformats.org/drawingml/2006/main">
              <a:ext uri="{FF2B5EF4-FFF2-40B4-BE49-F238E27FC236}">
                <a16:creationId xmlns:a16="http://schemas.microsoft.com/office/drawing/2014/main" id="{92FCCFE3-18B6-4479-8549-7B44C01ACA0E}"/>
              </a:ext>
            </a:extLst>
          </p:cNvPr>
          <p:cNvSpPr>
            <a:spLocks xmlns:a="http://schemas.openxmlformats.org/drawingml/2006/main" noGrp="1"/>
          </p:cNvSpPr>
          <p:nvPr/>
        </p:nvSpPr>
        <p:spPr>
          <a:xfrm xmlns:a="http://schemas.openxmlformats.org/drawingml/2006/main">
            <a:off x="2794159" y="3600450"/>
            <a:ext cx="2732532"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F7F7F2"/>
                </a:solidFill>
                <a:latin typeface="Nunito"/>
                <a:ea typeface="Nunito"/>
                <a:cs typeface="Nunito"/>
              </a:defRPr>
            </a:pPr>
            <a:r>
              <a:rPr sz="2228" b="1">
                <a:solidFill>
                  <a:srgbClr val="F7F7F2"/>
                </a:solidFill>
                <a:latin typeface="Nunito"/>
                <a:ea typeface="Nunito"/>
                <a:cs typeface="Nunito"/>
              </a:rPr>
              <a:t>A   include</a:t>
            </a:r>
          </a:p>
        </p:txBody>
      </p:sp>
      <p:sp>
        <p:nvSpPr>
          <p:cNvPr id="12" name="text-752">
            <a:extLst xmlns:a="http://schemas.openxmlformats.org/drawingml/2006/main">
              <a:ext uri="{FF2B5EF4-FFF2-40B4-BE49-F238E27FC236}">
                <a16:creationId xmlns:a16="http://schemas.microsoft.com/office/drawing/2014/main" id="{D0B283AC-8CA3-4974-8032-AFDD8137D1B6}"/>
              </a:ext>
            </a:extLst>
          </p:cNvPr>
          <p:cNvSpPr>
            <a:spLocks xmlns:a="http://schemas.openxmlformats.org/drawingml/2006/main" noGrp="1"/>
          </p:cNvSpPr>
          <p:nvPr/>
        </p:nvSpPr>
        <p:spPr>
          <a:xfrm xmlns:a="http://schemas.openxmlformats.org/drawingml/2006/main">
            <a:off x="5697474" y="3600450"/>
            <a:ext cx="2732532"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F7F7F2"/>
                </a:solidFill>
                <a:latin typeface="Nunito"/>
                <a:ea typeface="Nunito"/>
                <a:cs typeface="Nunito"/>
              </a:defRPr>
            </a:pPr>
            <a:r>
              <a:rPr sz="2228" b="1">
                <a:solidFill>
                  <a:srgbClr val="F7F7F2"/>
                </a:solidFill>
                <a:latin typeface="Nunito"/>
                <a:ea typeface="Nunito"/>
                <a:cs typeface="Nunito"/>
              </a:rPr>
              <a:t>B   be included</a:t>
            </a:r>
          </a:p>
        </p:txBody>
      </p:sp>
      <p:sp>
        <p:nvSpPr>
          <p:cNvPr id="13" name="text-753">
            <a:extLst xmlns:a="http://schemas.openxmlformats.org/drawingml/2006/main">
              <a:ext uri="{FF2B5EF4-FFF2-40B4-BE49-F238E27FC236}">
                <a16:creationId xmlns:a16="http://schemas.microsoft.com/office/drawing/2014/main" id="{E0DE4D20-79CA-4BEA-9D32-C210D4603910}"/>
              </a:ext>
            </a:extLst>
          </p:cNvPr>
          <p:cNvSpPr>
            <a:spLocks xmlns:a="http://schemas.openxmlformats.org/drawingml/2006/main" noGrp="1"/>
          </p:cNvSpPr>
          <p:nvPr/>
        </p:nvSpPr>
        <p:spPr>
          <a:xfrm xmlns:a="http://schemas.openxmlformats.org/drawingml/2006/main">
            <a:off x="8600789" y="3600450"/>
            <a:ext cx="2732532"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F7F7F2"/>
                </a:solidFill>
                <a:latin typeface="Nunito"/>
                <a:ea typeface="Nunito"/>
                <a:cs typeface="Nunito"/>
              </a:defRPr>
            </a:pPr>
            <a:r>
              <a:rPr sz="2228" b="1">
                <a:solidFill>
                  <a:srgbClr val="F7F7F2"/>
                </a:solidFill>
                <a:latin typeface="Nunito"/>
                <a:ea typeface="Nunito"/>
                <a:cs typeface="Nunito"/>
              </a:rPr>
              <a:t>C   be include</a:t>
            </a:r>
          </a:p>
        </p:txBody>
      </p:sp>
      <p:sp>
        <p:nvSpPr>
          <p:cNvPr id="14" name="progress-754">
            <a:extLst xmlns:a="http://schemas.openxmlformats.org/drawingml/2006/main">
              <a:ext uri="{FF2B5EF4-FFF2-40B4-BE49-F238E27FC236}">
                <a16:creationId xmlns:a16="http://schemas.microsoft.com/office/drawing/2014/main" id="{58030A91-7873-4224-9555-6DECDEC3EB11}"/>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15" name="progress-755">
            <a:extLst xmlns:a="http://schemas.openxmlformats.org/drawingml/2006/main">
              <a:ext uri="{FF2B5EF4-FFF2-40B4-BE49-F238E27FC236}">
                <a16:creationId xmlns:a16="http://schemas.microsoft.com/office/drawing/2014/main" id="{51D91D41-E6D3-4C96-ACB5-6B32B019DCBE}"/>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7 / 10</a:t>
            </a:r>
          </a:p>
        </p:txBody>
      </p:sp>
      <p:sp>
        <p:nvSpPr>
          <p:cNvPr id="16" name="progress-756">
            <a:extLst xmlns:a="http://schemas.openxmlformats.org/drawingml/2006/main">
              <a:ext uri="{FF2B5EF4-FFF2-40B4-BE49-F238E27FC236}">
                <a16:creationId xmlns:a16="http://schemas.microsoft.com/office/drawing/2014/main" id="{B8A065DF-76C8-404C-8FE8-706B55C00732}"/>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7" name="progress-757">
            <a:extLst xmlns:a="http://schemas.openxmlformats.org/drawingml/2006/main">
              <a:ext uri="{FF2B5EF4-FFF2-40B4-BE49-F238E27FC236}">
                <a16:creationId xmlns:a16="http://schemas.microsoft.com/office/drawing/2014/main" id="{7BE8B72F-4D74-48D0-9F0D-6E7DA2D7426E}"/>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91</a:t>
            </a:r>
          </a:p>
        </p:txBody>
      </p:sp>
      <p:sp>
        <p:nvSpPr>
          <p:cNvPr id="18" name="progress-758">
            <a:extLst xmlns:a="http://schemas.openxmlformats.org/drawingml/2006/main">
              <a:ext uri="{FF2B5EF4-FFF2-40B4-BE49-F238E27FC236}">
                <a16:creationId xmlns:a16="http://schemas.microsoft.com/office/drawing/2014/main" id="{02EC97CF-4E18-4495-9E17-02DF86274B18}"/>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9" name="sidebar-divider">
            <a:extLst xmlns:a="http://schemas.openxmlformats.org/drawingml/2006/main">
              <a:ext uri="{FF2B5EF4-FFF2-40B4-BE49-F238E27FC236}">
                <a16:creationId xmlns:a16="http://schemas.microsoft.com/office/drawing/2014/main" id="{8B81ABA6-2CAE-4ADD-B3D2-027D0B25F89C}"/>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20" name="progress-759">
            <a:extLst xmlns:a="http://schemas.openxmlformats.org/drawingml/2006/main">
              <a:ext uri="{FF2B5EF4-FFF2-40B4-BE49-F238E27FC236}">
                <a16:creationId xmlns:a16="http://schemas.microsoft.com/office/drawing/2014/main" id="{C382A5B0-3061-4223-AA8D-08936569C730}"/>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21" name="progress-760">
            <a:extLst xmlns:a="http://schemas.openxmlformats.org/drawingml/2006/main">
              <a:ext uri="{FF2B5EF4-FFF2-40B4-BE49-F238E27FC236}">
                <a16:creationId xmlns:a16="http://schemas.microsoft.com/office/drawing/2014/main" id="{E4D3E741-817A-458F-B0D6-CB52CA51B696}"/>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22" name="progress-761">
            <a:extLst xmlns:a="http://schemas.openxmlformats.org/drawingml/2006/main">
              <a:ext uri="{FF2B5EF4-FFF2-40B4-BE49-F238E27FC236}">
                <a16:creationId xmlns:a16="http://schemas.microsoft.com/office/drawing/2014/main" id="{5E59ACE1-7E73-4A2F-A35B-8347A749297A}"/>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23" name="progress-762">
            <a:extLst xmlns:a="http://schemas.openxmlformats.org/drawingml/2006/main">
              <a:ext uri="{FF2B5EF4-FFF2-40B4-BE49-F238E27FC236}">
                <a16:creationId xmlns:a16="http://schemas.microsoft.com/office/drawing/2014/main" id="{97C1B773-2DDB-4DEA-8FEB-0B41492FF206}"/>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24" name="progress-763">
            <a:extLst xmlns:a="http://schemas.openxmlformats.org/drawingml/2006/main">
              <a:ext uri="{FF2B5EF4-FFF2-40B4-BE49-F238E27FC236}">
                <a16:creationId xmlns:a16="http://schemas.microsoft.com/office/drawing/2014/main" id="{E4BD17C7-FF3F-49E0-9927-B99486C117BF}"/>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25" name="progress-764">
            <a:extLst xmlns:a="http://schemas.openxmlformats.org/drawingml/2006/main">
              <a:ext uri="{FF2B5EF4-FFF2-40B4-BE49-F238E27FC236}">
                <a16:creationId xmlns:a16="http://schemas.microsoft.com/office/drawing/2014/main" id="{2D255379-BB88-4BF6-8C53-8A4D67CD03AD}"/>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6. Experience</a:t>
            </a:r>
          </a:p>
        </p:txBody>
      </p:sp>
      <p:sp>
        <p:nvSpPr>
          <p:cNvPr id="26" name="progress-765">
            <a:extLst xmlns:a="http://schemas.openxmlformats.org/drawingml/2006/main">
              <a:ext uri="{FF2B5EF4-FFF2-40B4-BE49-F238E27FC236}">
                <a16:creationId xmlns:a16="http://schemas.microsoft.com/office/drawing/2014/main" id="{158FA644-FE0E-4C38-B0EA-FC8ADC43716E}"/>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7. Conclusion</a:t>
            </a:r>
          </a:p>
        </p:txBody>
      </p:sp>
      <p:sp>
        <p:nvSpPr>
          <p:cNvPr id="27" name="progress-766">
            <a:extLst xmlns:a="http://schemas.openxmlformats.org/drawingml/2006/main">
              <a:ext uri="{FF2B5EF4-FFF2-40B4-BE49-F238E27FC236}">
                <a16:creationId xmlns:a16="http://schemas.microsoft.com/office/drawing/2014/main" id="{E10F33AD-A3E0-4BC8-AA37-F318A03EC3CB}"/>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28" name="progress-767">
            <a:extLst xmlns:a="http://schemas.openxmlformats.org/drawingml/2006/main">
              <a:ext uri="{FF2B5EF4-FFF2-40B4-BE49-F238E27FC236}">
                <a16:creationId xmlns:a16="http://schemas.microsoft.com/office/drawing/2014/main" id="{AA6FBD42-4361-45B8-95D7-26CAE9D5C468}"/>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9" name="progress-768">
            <a:extLst xmlns:a="http://schemas.openxmlformats.org/drawingml/2006/main">
              <a:ext uri="{FF2B5EF4-FFF2-40B4-BE49-F238E27FC236}">
                <a16:creationId xmlns:a16="http://schemas.microsoft.com/office/drawing/2014/main" id="{194A6693-4473-4FF8-8C32-2BF67DF74ADE}"/>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30" name="progress-769">
            <a:extLst xmlns:a="http://schemas.openxmlformats.org/drawingml/2006/main">
              <a:ext uri="{FF2B5EF4-FFF2-40B4-BE49-F238E27FC236}">
                <a16:creationId xmlns:a16="http://schemas.microsoft.com/office/drawing/2014/main" id="{9B094B1B-DA0B-4C52-99FC-91C56BDF04B4}"/>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31" name="text-770">
            <a:extLst xmlns:a="http://schemas.openxmlformats.org/drawingml/2006/main">
              <a:ext uri="{FF2B5EF4-FFF2-40B4-BE49-F238E27FC236}">
                <a16:creationId xmlns:a16="http://schemas.microsoft.com/office/drawing/2014/main" id="{73639DB8-D63C-4AD8-A29A-2D553DE96DA3}"/>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33 / 50</a:t>
            </a:r>
          </a:p>
        </p:txBody>
      </p:sp>
    </p:spTree>
    <p:extLst>
      <p:ext uri="{BB962C8B-B14F-4D97-AF65-F5344CB8AC3E}">
        <p14:creationId xmlns:p14="http://schemas.microsoft.com/office/powerpoint/2010/main" val="1832572424"/>
      </p:ext>
    </p:extLst>
  </p:cSld>
</p:sld>
</file>

<file path=ppt/slides/slide34.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33" name="text-771">
            <a:extLst xmlns:a="http://schemas.openxmlformats.org/drawingml/2006/main">
              <a:ext uri="{FF2B5EF4-FFF2-40B4-BE49-F238E27FC236}">
                <a16:creationId xmlns:a16="http://schemas.microsoft.com/office/drawing/2014/main" id="{E56525C2-20DD-4EFB-A345-726F94D9E3BE}"/>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bd04a6b3fe714850"/>
              </a:rPr>
              <a:t>⌂</a:t>
            </a:r>
          </a:p>
        </p:txBody>
      </p:sp>
      <p:sp>
        <p:nvSpPr>
          <p:cNvPr id="2" name="title-772">
            <a:extLst xmlns:a="http://schemas.openxmlformats.org/drawingml/2006/main">
              <a:ext uri="{FF2B5EF4-FFF2-40B4-BE49-F238E27FC236}">
                <a16:creationId xmlns:a16="http://schemas.microsoft.com/office/drawing/2014/main" id="{7C309931-F688-4703-88F9-51542B8E9DFC}"/>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A recommendation in the passive</a:t>
            </a:r>
          </a:p>
        </p:txBody>
      </p:sp>
      <p:sp>
        <p:nvSpPr>
          <p:cNvPr id="3" name="text-773">
            <a:extLst xmlns:a="http://schemas.openxmlformats.org/drawingml/2006/main">
              <a:ext uri="{FF2B5EF4-FFF2-40B4-BE49-F238E27FC236}">
                <a16:creationId xmlns:a16="http://schemas.microsoft.com/office/drawing/2014/main" id="{9D4B100E-C13B-4061-B5AB-7BF775F07C4D}"/>
              </a:ext>
            </a:extLst>
          </p:cNvPr>
          <p:cNvSpPr>
            <a:spLocks xmlns:a="http://schemas.openxmlformats.org/drawingml/2006/main" noGrp="1"/>
          </p:cNvSpPr>
          <p:nvPr/>
        </p:nvSpPr>
        <p:spPr>
          <a:xfrm xmlns:a="http://schemas.openxmlformats.org/drawingml/2006/main">
            <a:off x="3154552" y="1776413"/>
            <a:ext cx="1075962"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Every</a:t>
            </a:r>
          </a:p>
        </p:txBody>
      </p:sp>
      <p:sp>
        <p:nvSpPr>
          <p:cNvPr id="4" name="text-774">
            <a:extLst xmlns:a="http://schemas.openxmlformats.org/drawingml/2006/main">
              <a:ext uri="{FF2B5EF4-FFF2-40B4-BE49-F238E27FC236}">
                <a16:creationId xmlns:a16="http://schemas.microsoft.com/office/drawing/2014/main" id="{820EF4B2-8C17-4532-B7D0-AADE02055EB9}"/>
              </a:ext>
            </a:extLst>
          </p:cNvPr>
          <p:cNvSpPr>
            <a:spLocks xmlns:a="http://schemas.openxmlformats.org/drawingml/2006/main" noGrp="1"/>
          </p:cNvSpPr>
          <p:nvPr/>
        </p:nvSpPr>
        <p:spPr>
          <a:xfrm xmlns:a="http://schemas.openxmlformats.org/drawingml/2006/main">
            <a:off x="4282933" y="1776413"/>
            <a:ext cx="1442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student</a:t>
            </a:r>
          </a:p>
        </p:txBody>
      </p:sp>
      <p:sp>
        <p:nvSpPr>
          <p:cNvPr id="5" name="text-775">
            <a:extLst xmlns:a="http://schemas.openxmlformats.org/drawingml/2006/main">
              <a:ext uri="{FF2B5EF4-FFF2-40B4-BE49-F238E27FC236}">
                <a16:creationId xmlns:a16="http://schemas.microsoft.com/office/drawing/2014/main" id="{CC4887EF-45C2-4430-80A4-4DCF421DCE06}"/>
              </a:ext>
            </a:extLst>
          </p:cNvPr>
          <p:cNvSpPr>
            <a:spLocks xmlns:a="http://schemas.openxmlformats.org/drawingml/2006/main" noGrp="1"/>
          </p:cNvSpPr>
          <p:nvPr/>
        </p:nvSpPr>
        <p:spPr>
          <a:xfrm xmlns:a="http://schemas.openxmlformats.org/drawingml/2006/main">
            <a:off x="5777476" y="1776413"/>
            <a:ext cx="1292418"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should</a:t>
            </a:r>
          </a:p>
        </p:txBody>
      </p:sp>
      <p:sp>
        <p:nvSpPr>
          <p:cNvPr id="6" name="text-776">
            <a:extLst xmlns:a="http://schemas.openxmlformats.org/drawingml/2006/main">
              <a:ext uri="{FF2B5EF4-FFF2-40B4-BE49-F238E27FC236}">
                <a16:creationId xmlns:a16="http://schemas.microsoft.com/office/drawing/2014/main" id="{0CA7F4BF-E1E3-418C-A4A4-9CBE7BFBF892}"/>
              </a:ext>
            </a:extLst>
          </p:cNvPr>
          <p:cNvSpPr>
            <a:spLocks xmlns:a="http://schemas.openxmlformats.org/drawingml/2006/main" noGrp="1"/>
          </p:cNvSpPr>
          <p:nvPr/>
        </p:nvSpPr>
        <p:spPr>
          <a:xfrm xmlns:a="http://schemas.openxmlformats.org/drawingml/2006/main">
            <a:off x="7137839" y="1776413"/>
            <a:ext cx="2386979"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DFFF5B"/>
                </a:solidFill>
                <a:latin typeface="Nunito"/>
                <a:ea typeface="Nunito"/>
                <a:cs typeface="Nunito"/>
              </a:defRPr>
            </a:pPr>
            <a:r>
              <a:rPr sz="2565" b="1">
                <a:solidFill>
                  <a:srgbClr val="DFFF5B"/>
                </a:solidFill>
                <a:latin typeface="Nunito"/>
                <a:ea typeface="Nunito"/>
                <a:cs typeface="Nunito"/>
              </a:rPr>
              <a:t>be included</a:t>
            </a:r>
          </a:p>
        </p:txBody>
      </p:sp>
      <p:sp>
        <p:nvSpPr>
          <p:cNvPr id="7" name="gap-line-34">
            <a:extLst xmlns:a="http://schemas.openxmlformats.org/drawingml/2006/main">
              <a:ext uri="{FF2B5EF4-FFF2-40B4-BE49-F238E27FC236}">
                <a16:creationId xmlns:a16="http://schemas.microsoft.com/office/drawing/2014/main" id="{A0CCC171-74D0-4CEA-A790-00C34D38D7B7}"/>
              </a:ext>
            </a:extLst>
          </p:cNvPr>
          <p:cNvSpPr>
            <a:spLocks xmlns:a="http://schemas.openxmlformats.org/drawingml/2006/main" noGrp="1"/>
          </p:cNvSpPr>
          <p:nvPr/>
        </p:nvSpPr>
        <p:spPr>
          <a:xfrm xmlns:a="http://schemas.openxmlformats.org/drawingml/2006/main">
            <a:off x="7137839" y="2319338"/>
            <a:ext cx="2386979" cy="0"/>
          </a:xfrm>
          <a:prstGeom xmlns:a="http://schemas.openxmlformats.org/drawingml/2006/main" prst="line">
            <a:avLst/>
          </a:prstGeom>
          <a:ln xmlns:a="http://schemas.openxmlformats.org/drawingml/2006/main" w="19050">
            <a:solidFill>
              <a:srgbClr val="DFFF5B"/>
            </a:solidFill>
          </a:ln>
        </p:spPr>
      </p:sp>
      <p:sp>
        <p:nvSpPr>
          <p:cNvPr id="8" name="text-777">
            <a:extLst xmlns:a="http://schemas.openxmlformats.org/drawingml/2006/main">
              <a:ext uri="{FF2B5EF4-FFF2-40B4-BE49-F238E27FC236}">
                <a16:creationId xmlns:a16="http://schemas.microsoft.com/office/drawing/2014/main" id="{FF2BFD9A-EED3-40B4-8D9D-B297EA12AC71}"/>
              </a:ext>
            </a:extLst>
          </p:cNvPr>
          <p:cNvSpPr>
            <a:spLocks xmlns:a="http://schemas.openxmlformats.org/drawingml/2006/main" noGrp="1"/>
          </p:cNvSpPr>
          <p:nvPr/>
        </p:nvSpPr>
        <p:spPr>
          <a:xfrm xmlns:a="http://schemas.openxmlformats.org/drawingml/2006/main">
            <a:off x="9592762" y="1776413"/>
            <a:ext cx="358268"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in</a:t>
            </a:r>
          </a:p>
        </p:txBody>
      </p:sp>
      <p:sp>
        <p:nvSpPr>
          <p:cNvPr id="9" name="text-778">
            <a:extLst xmlns:a="http://schemas.openxmlformats.org/drawingml/2006/main">
              <a:ext uri="{FF2B5EF4-FFF2-40B4-BE49-F238E27FC236}">
                <a16:creationId xmlns:a16="http://schemas.microsoft.com/office/drawing/2014/main" id="{F8B02135-66FD-46DE-B264-EE6F604AD7E5}"/>
              </a:ext>
            </a:extLst>
          </p:cNvPr>
          <p:cNvSpPr>
            <a:spLocks xmlns:a="http://schemas.openxmlformats.org/drawingml/2006/main" noGrp="1"/>
          </p:cNvSpPr>
          <p:nvPr/>
        </p:nvSpPr>
        <p:spPr>
          <a:xfrm xmlns:a="http://schemas.openxmlformats.org/drawingml/2006/main">
            <a:off x="10003450" y="1776413"/>
            <a:ext cx="969478"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class</a:t>
            </a:r>
          </a:p>
        </p:txBody>
      </p:sp>
      <p:sp>
        <p:nvSpPr>
          <p:cNvPr id="10" name="text-779">
            <a:extLst xmlns:a="http://schemas.openxmlformats.org/drawingml/2006/main">
              <a:ext uri="{FF2B5EF4-FFF2-40B4-BE49-F238E27FC236}">
                <a16:creationId xmlns:a16="http://schemas.microsoft.com/office/drawing/2014/main" id="{BE2D40E1-43D6-4D3F-98FC-7DDB9BD3DB09}"/>
              </a:ext>
            </a:extLst>
          </p:cNvPr>
          <p:cNvSpPr>
            <a:spLocks xmlns:a="http://schemas.openxmlformats.org/drawingml/2006/main" noGrp="1"/>
          </p:cNvSpPr>
          <p:nvPr/>
        </p:nvSpPr>
        <p:spPr>
          <a:xfrm xmlns:a="http://schemas.openxmlformats.org/drawingml/2006/main">
            <a:off x="6379654" y="2395538"/>
            <a:ext cx="1368172"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65" b="1">
                <a:solidFill>
                  <a:srgbClr val="F7F7F2"/>
                </a:solidFill>
                <a:latin typeface="Nunito"/>
                <a:ea typeface="Nunito"/>
                <a:cs typeface="Nunito"/>
              </a:defRPr>
            </a:pPr>
            <a:r>
              <a:rPr sz="2565" b="1">
                <a:solidFill>
                  <a:srgbClr val="F7F7F2"/>
                </a:solidFill>
                <a:latin typeface="Nunito"/>
                <a:ea typeface="Nunito"/>
                <a:cs typeface="Nunito"/>
              </a:rPr>
              <a:t>games.</a:t>
            </a:r>
          </a:p>
        </p:txBody>
      </p:sp>
      <p:sp>
        <p:nvSpPr>
          <p:cNvPr id="11" name="text-780">
            <a:extLst xmlns:a="http://schemas.openxmlformats.org/drawingml/2006/main">
              <a:ext uri="{FF2B5EF4-FFF2-40B4-BE49-F238E27FC236}">
                <a16:creationId xmlns:a16="http://schemas.microsoft.com/office/drawing/2014/main" id="{36585A9E-133D-4122-9051-46C756658944}"/>
              </a:ext>
            </a:extLst>
          </p:cNvPr>
          <p:cNvSpPr>
            <a:spLocks xmlns:a="http://schemas.openxmlformats.org/drawingml/2006/main" noGrp="1"/>
          </p:cNvSpPr>
          <p:nvPr/>
        </p:nvSpPr>
        <p:spPr>
          <a:xfrm xmlns:a="http://schemas.openxmlformats.org/drawingml/2006/main">
            <a:off x="2794159" y="3600450"/>
            <a:ext cx="2732532"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F7F7F2"/>
                </a:solidFill>
                <a:latin typeface="Nunito"/>
                <a:ea typeface="Nunito"/>
                <a:cs typeface="Nunito"/>
              </a:defRPr>
            </a:pPr>
            <a:r>
              <a:rPr sz="2228" b="1">
                <a:solidFill>
                  <a:srgbClr val="F7F7F2"/>
                </a:solidFill>
                <a:latin typeface="Nunito"/>
                <a:ea typeface="Nunito"/>
                <a:cs typeface="Nunito"/>
              </a:rPr>
              <a:t>A   include</a:t>
            </a:r>
          </a:p>
        </p:txBody>
      </p:sp>
      <p:sp>
        <p:nvSpPr>
          <p:cNvPr id="12" name="text-781">
            <a:extLst xmlns:a="http://schemas.openxmlformats.org/drawingml/2006/main">
              <a:ext uri="{FF2B5EF4-FFF2-40B4-BE49-F238E27FC236}">
                <a16:creationId xmlns:a16="http://schemas.microsoft.com/office/drawing/2014/main" id="{6202AADA-C721-403A-998D-1888C4004E10}"/>
              </a:ext>
            </a:extLst>
          </p:cNvPr>
          <p:cNvSpPr>
            <a:spLocks xmlns:a="http://schemas.openxmlformats.org/drawingml/2006/main" noGrp="1"/>
          </p:cNvSpPr>
          <p:nvPr/>
        </p:nvSpPr>
        <p:spPr>
          <a:xfrm xmlns:a="http://schemas.openxmlformats.org/drawingml/2006/main">
            <a:off x="5697474" y="3600450"/>
            <a:ext cx="2732532"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DFFF5B"/>
                </a:solidFill>
                <a:latin typeface="Nunito"/>
                <a:ea typeface="Nunito"/>
                <a:cs typeface="Nunito"/>
              </a:defRPr>
            </a:pPr>
            <a:r>
              <a:rPr sz="2228" b="1">
                <a:solidFill>
                  <a:srgbClr val="DFFF5B"/>
                </a:solidFill>
                <a:latin typeface="Nunito"/>
                <a:ea typeface="Nunito"/>
                <a:cs typeface="Nunito"/>
              </a:rPr>
              <a:t>B   be included</a:t>
            </a:r>
          </a:p>
        </p:txBody>
      </p:sp>
      <p:sp>
        <p:nvSpPr>
          <p:cNvPr id="13" name="text-782">
            <a:extLst xmlns:a="http://schemas.openxmlformats.org/drawingml/2006/main">
              <a:ext uri="{FF2B5EF4-FFF2-40B4-BE49-F238E27FC236}">
                <a16:creationId xmlns:a16="http://schemas.microsoft.com/office/drawing/2014/main" id="{7B20A3E7-2117-4566-AFDA-4ED6674F02A1}"/>
              </a:ext>
            </a:extLst>
          </p:cNvPr>
          <p:cNvSpPr>
            <a:spLocks xmlns:a="http://schemas.openxmlformats.org/drawingml/2006/main" noGrp="1"/>
          </p:cNvSpPr>
          <p:nvPr/>
        </p:nvSpPr>
        <p:spPr>
          <a:xfrm xmlns:a="http://schemas.openxmlformats.org/drawingml/2006/main">
            <a:off x="8600789" y="3600450"/>
            <a:ext cx="2732532"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F7F7F2"/>
                </a:solidFill>
                <a:latin typeface="Nunito"/>
                <a:ea typeface="Nunito"/>
                <a:cs typeface="Nunito"/>
              </a:defRPr>
            </a:pPr>
            <a:r>
              <a:rPr sz="2228" b="1">
                <a:solidFill>
                  <a:srgbClr val="F7F7F2"/>
                </a:solidFill>
                <a:latin typeface="Nunito"/>
                <a:ea typeface="Nunito"/>
                <a:cs typeface="Nunito"/>
              </a:rPr>
              <a:t>C   be include</a:t>
            </a:r>
          </a:p>
        </p:txBody>
      </p:sp>
      <p:sp>
        <p:nvSpPr>
          <p:cNvPr id="14" name="text-783">
            <a:extLst xmlns:a="http://schemas.openxmlformats.org/drawingml/2006/main">
              <a:ext uri="{FF2B5EF4-FFF2-40B4-BE49-F238E27FC236}">
                <a16:creationId xmlns:a16="http://schemas.microsoft.com/office/drawing/2014/main" id="{1DFF5435-3012-4CEC-865D-7F8497C7A5CB}"/>
              </a:ext>
            </a:extLst>
          </p:cNvPr>
          <p:cNvSpPr>
            <a:spLocks xmlns:a="http://schemas.openxmlformats.org/drawingml/2006/main" noGrp="1"/>
          </p:cNvSpPr>
          <p:nvPr/>
        </p:nvSpPr>
        <p:spPr>
          <a:xfrm xmlns:a="http://schemas.openxmlformats.org/drawingml/2006/main">
            <a:off x="2809685" y="4895850"/>
            <a:ext cx="8508111"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DFFF5B"/>
                </a:solidFill>
                <a:latin typeface="Nunito"/>
                <a:ea typeface="Nunito"/>
                <a:cs typeface="Nunito"/>
              </a:defRPr>
            </a:pPr>
            <a:r>
              <a:rPr sz="2025" b="1">
                <a:solidFill>
                  <a:srgbClr val="DFFF5B"/>
                </a:solidFill>
                <a:latin typeface="Nunito"/>
                <a:ea typeface="Nunito"/>
                <a:cs typeface="Nunito"/>
              </a:rPr>
              <a:t>should be + V3: should be included.</a:t>
            </a:r>
          </a:p>
        </p:txBody>
      </p:sp>
      <p:sp>
        <p:nvSpPr>
          <p:cNvPr id="15" name="progress-784">
            <a:extLst xmlns:a="http://schemas.openxmlformats.org/drawingml/2006/main">
              <a:ext uri="{FF2B5EF4-FFF2-40B4-BE49-F238E27FC236}">
                <a16:creationId xmlns:a16="http://schemas.microsoft.com/office/drawing/2014/main" id="{D45CD8F4-6F69-4F36-AECD-BA815B8923B5}"/>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16" name="progress-785">
            <a:extLst xmlns:a="http://schemas.openxmlformats.org/drawingml/2006/main">
              <a:ext uri="{FF2B5EF4-FFF2-40B4-BE49-F238E27FC236}">
                <a16:creationId xmlns:a16="http://schemas.microsoft.com/office/drawing/2014/main" id="{9C7E1D82-275F-4973-8CD1-B6EB207549A6}"/>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7 / 10</a:t>
            </a:r>
          </a:p>
        </p:txBody>
      </p:sp>
      <p:sp>
        <p:nvSpPr>
          <p:cNvPr id="17" name="progress-786">
            <a:extLst xmlns:a="http://schemas.openxmlformats.org/drawingml/2006/main">
              <a:ext uri="{FF2B5EF4-FFF2-40B4-BE49-F238E27FC236}">
                <a16:creationId xmlns:a16="http://schemas.microsoft.com/office/drawing/2014/main" id="{1931854E-9086-4932-94F9-40970A235F58}"/>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8" name="progress-787">
            <a:extLst xmlns:a="http://schemas.openxmlformats.org/drawingml/2006/main">
              <a:ext uri="{FF2B5EF4-FFF2-40B4-BE49-F238E27FC236}">
                <a16:creationId xmlns:a16="http://schemas.microsoft.com/office/drawing/2014/main" id="{527AEF5E-79ED-4EBE-A81F-13CE7643828B}"/>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91</a:t>
            </a:r>
          </a:p>
        </p:txBody>
      </p:sp>
      <p:sp>
        <p:nvSpPr>
          <p:cNvPr id="19" name="progress-788">
            <a:extLst xmlns:a="http://schemas.openxmlformats.org/drawingml/2006/main">
              <a:ext uri="{FF2B5EF4-FFF2-40B4-BE49-F238E27FC236}">
                <a16:creationId xmlns:a16="http://schemas.microsoft.com/office/drawing/2014/main" id="{BBC33C91-F5FB-4112-9FEA-233DBC949C5E}"/>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20" name="sidebar-divider">
            <a:extLst xmlns:a="http://schemas.openxmlformats.org/drawingml/2006/main">
              <a:ext uri="{FF2B5EF4-FFF2-40B4-BE49-F238E27FC236}">
                <a16:creationId xmlns:a16="http://schemas.microsoft.com/office/drawing/2014/main" id="{B0643999-ADC1-45CB-9888-9139DB4DAAD2}"/>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21" name="progress-789">
            <a:extLst xmlns:a="http://schemas.openxmlformats.org/drawingml/2006/main">
              <a:ext uri="{FF2B5EF4-FFF2-40B4-BE49-F238E27FC236}">
                <a16:creationId xmlns:a16="http://schemas.microsoft.com/office/drawing/2014/main" id="{2E0920D8-2FBF-470B-A153-A9F5BA448DE4}"/>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22" name="progress-790">
            <a:extLst xmlns:a="http://schemas.openxmlformats.org/drawingml/2006/main">
              <a:ext uri="{FF2B5EF4-FFF2-40B4-BE49-F238E27FC236}">
                <a16:creationId xmlns:a16="http://schemas.microsoft.com/office/drawing/2014/main" id="{7FFE09AB-780A-4BBC-86BB-D2946B696BCA}"/>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23" name="progress-791">
            <a:extLst xmlns:a="http://schemas.openxmlformats.org/drawingml/2006/main">
              <a:ext uri="{FF2B5EF4-FFF2-40B4-BE49-F238E27FC236}">
                <a16:creationId xmlns:a16="http://schemas.microsoft.com/office/drawing/2014/main" id="{4F36875E-42F5-47C5-9E96-CCF2A255FAD3}"/>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24" name="progress-792">
            <a:extLst xmlns:a="http://schemas.openxmlformats.org/drawingml/2006/main">
              <a:ext uri="{FF2B5EF4-FFF2-40B4-BE49-F238E27FC236}">
                <a16:creationId xmlns:a16="http://schemas.microsoft.com/office/drawing/2014/main" id="{6C9D97B8-D9F9-473C-92F6-A2CD804A8AAF}"/>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25" name="progress-793">
            <a:extLst xmlns:a="http://schemas.openxmlformats.org/drawingml/2006/main">
              <a:ext uri="{FF2B5EF4-FFF2-40B4-BE49-F238E27FC236}">
                <a16:creationId xmlns:a16="http://schemas.microsoft.com/office/drawing/2014/main" id="{C2C03C17-FAFB-4C50-8FDF-6AE5408B27B6}"/>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26" name="progress-794">
            <a:extLst xmlns:a="http://schemas.openxmlformats.org/drawingml/2006/main">
              <a:ext uri="{FF2B5EF4-FFF2-40B4-BE49-F238E27FC236}">
                <a16:creationId xmlns:a16="http://schemas.microsoft.com/office/drawing/2014/main" id="{68C0CD05-5DBC-4B17-9EEA-6286A02EAFD8}"/>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6. Experience</a:t>
            </a:r>
          </a:p>
        </p:txBody>
      </p:sp>
      <p:sp>
        <p:nvSpPr>
          <p:cNvPr id="27" name="progress-795">
            <a:extLst xmlns:a="http://schemas.openxmlformats.org/drawingml/2006/main">
              <a:ext uri="{FF2B5EF4-FFF2-40B4-BE49-F238E27FC236}">
                <a16:creationId xmlns:a16="http://schemas.microsoft.com/office/drawing/2014/main" id="{7A853937-B3C9-4624-BB95-2B56AAECCA15}"/>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7. Conclusion</a:t>
            </a:r>
          </a:p>
        </p:txBody>
      </p:sp>
      <p:sp>
        <p:nvSpPr>
          <p:cNvPr id="28" name="progress-796">
            <a:extLst xmlns:a="http://schemas.openxmlformats.org/drawingml/2006/main">
              <a:ext uri="{FF2B5EF4-FFF2-40B4-BE49-F238E27FC236}">
                <a16:creationId xmlns:a16="http://schemas.microsoft.com/office/drawing/2014/main" id="{256D81FB-E3A3-4DEB-B6D3-77E7A9C87A65}"/>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8. Passive</a:t>
            </a:r>
          </a:p>
        </p:txBody>
      </p:sp>
      <p:sp>
        <p:nvSpPr>
          <p:cNvPr id="29" name="progress-797">
            <a:extLst xmlns:a="http://schemas.openxmlformats.org/drawingml/2006/main">
              <a:ext uri="{FF2B5EF4-FFF2-40B4-BE49-F238E27FC236}">
                <a16:creationId xmlns:a16="http://schemas.microsoft.com/office/drawing/2014/main" id="{E7F8FAD3-BC69-4AF3-931A-D1AA9685F8C2}"/>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30" name="progress-798">
            <a:extLst xmlns:a="http://schemas.openxmlformats.org/drawingml/2006/main">
              <a:ext uri="{FF2B5EF4-FFF2-40B4-BE49-F238E27FC236}">
                <a16:creationId xmlns:a16="http://schemas.microsoft.com/office/drawing/2014/main" id="{9FD3CB71-2EC2-4BB0-B0C7-D80D39970D0C}"/>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31" name="progress-799">
            <a:extLst xmlns:a="http://schemas.openxmlformats.org/drawingml/2006/main">
              <a:ext uri="{FF2B5EF4-FFF2-40B4-BE49-F238E27FC236}">
                <a16:creationId xmlns:a16="http://schemas.microsoft.com/office/drawing/2014/main" id="{061567CE-B772-48AE-9D02-F1D3AEC51932}"/>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32" name="text-800">
            <a:extLst xmlns:a="http://schemas.openxmlformats.org/drawingml/2006/main">
              <a:ext uri="{FF2B5EF4-FFF2-40B4-BE49-F238E27FC236}">
                <a16:creationId xmlns:a16="http://schemas.microsoft.com/office/drawing/2014/main" id="{46104C06-61DF-4829-B006-92F0FE843535}"/>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34 / 50</a:t>
            </a:r>
          </a:p>
        </p:txBody>
      </p:sp>
    </p:spTree>
    <p:extLst>
      <p:ext uri="{BB962C8B-B14F-4D97-AF65-F5344CB8AC3E}">
        <p14:creationId xmlns:p14="http://schemas.microsoft.com/office/powerpoint/2010/main" val="2022600271"/>
      </p:ext>
    </p:extLst>
  </p:cSld>
</p:sld>
</file>

<file path=ppt/slides/slide35.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5" name="text-801">
            <a:extLst xmlns:a="http://schemas.openxmlformats.org/drawingml/2006/main">
              <a:ext uri="{FF2B5EF4-FFF2-40B4-BE49-F238E27FC236}">
                <a16:creationId xmlns:a16="http://schemas.microsoft.com/office/drawing/2014/main" id="{778EE5D7-3F8E-46FC-A009-6473912D812F}"/>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e3da306d0d2a48b4"/>
              </a:rPr>
              <a:t>⌂</a:t>
            </a:r>
          </a:p>
        </p:txBody>
      </p:sp>
      <p:sp>
        <p:nvSpPr>
          <p:cNvPr id="2" name="title-802">
            <a:extLst xmlns:a="http://schemas.openxmlformats.org/drawingml/2006/main">
              <a:ext uri="{FF2B5EF4-FFF2-40B4-BE49-F238E27FC236}">
                <a16:creationId xmlns:a16="http://schemas.microsoft.com/office/drawing/2014/main" id="{83FCA1A8-677A-4CE4-8106-9CFA1162452B}"/>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Eighth sentence · Passive</a:t>
            </a:r>
          </a:p>
        </p:txBody>
      </p:sp>
      <p:sp>
        <p:nvSpPr>
          <p:cNvPr id="3" name="text-803">
            <a:extLst xmlns:a="http://schemas.openxmlformats.org/drawingml/2006/main">
              <a:ext uri="{FF2B5EF4-FFF2-40B4-BE49-F238E27FC236}">
                <a16:creationId xmlns:a16="http://schemas.microsoft.com/office/drawing/2014/main" id="{E2CD4C60-77AA-4FB5-9C44-E48C860AABE8}"/>
              </a:ext>
            </a:extLst>
          </p:cNvPr>
          <p:cNvSpPr>
            <a:spLocks xmlns:a="http://schemas.openxmlformats.org/drawingml/2006/main" noGrp="1"/>
          </p:cNvSpPr>
          <p:nvPr/>
        </p:nvSpPr>
        <p:spPr>
          <a:xfrm xmlns:a="http://schemas.openxmlformats.org/drawingml/2006/main">
            <a:off x="2794159" y="1562100"/>
            <a:ext cx="8539162"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038" b="1">
                <a:solidFill>
                  <a:srgbClr val="F7F7F2"/>
                </a:solidFill>
                <a:latin typeface="Nunito"/>
                <a:ea typeface="Nunito"/>
                <a:cs typeface="Nunito"/>
              </a:defRPr>
            </a:pPr>
            <a:r>
              <a:rPr sz="3038" b="1">
                <a:solidFill>
                  <a:srgbClr val="F7F7F2"/>
                </a:solidFill>
                <a:latin typeface="Nunito"/>
                <a:ea typeface="Nunito"/>
                <a:cs typeface="Nunito"/>
              </a:rPr>
              <a:t>Therefore, every student should be ...</a:t>
            </a:r>
          </a:p>
        </p:txBody>
      </p:sp>
      <p:sp>
        <p:nvSpPr>
          <p:cNvPr id="4" name="text-804">
            <a:extLst xmlns:a="http://schemas.openxmlformats.org/drawingml/2006/main">
              <a:ext uri="{FF2B5EF4-FFF2-40B4-BE49-F238E27FC236}">
                <a16:creationId xmlns:a16="http://schemas.microsoft.com/office/drawing/2014/main" id="{9E23E8D5-A96C-429A-B3CC-8B4B4EA25735}"/>
              </a:ext>
            </a:extLst>
          </p:cNvPr>
          <p:cNvSpPr>
            <a:spLocks xmlns:a="http://schemas.openxmlformats.org/drawingml/2006/main" noGrp="1"/>
          </p:cNvSpPr>
          <p:nvPr/>
        </p:nvSpPr>
        <p:spPr>
          <a:xfrm xmlns:a="http://schemas.openxmlformats.org/drawingml/2006/main">
            <a:off x="2871788" y="3143250"/>
            <a:ext cx="838390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93" b="1">
                <a:solidFill>
                  <a:srgbClr val="A9BDD2"/>
                </a:solidFill>
                <a:latin typeface="Nunito"/>
                <a:ea typeface="Nunito"/>
                <a:cs typeface="Nunito"/>
              </a:defRPr>
            </a:pPr>
            <a:r>
              <a:rPr sz="2093" b="1">
                <a:solidFill>
                  <a:srgbClr val="A9BDD2"/>
                </a:solidFill>
                <a:latin typeface="Nunito"/>
                <a:ea typeface="Nunito"/>
                <a:cs typeface="Nunito"/>
              </a:rPr>
              <a:t>End with a recommendation that supports your opinion.</a:t>
            </a:r>
          </a:p>
        </p:txBody>
      </p:sp>
      <p:sp>
        <p:nvSpPr>
          <p:cNvPr id="5" name="text-805">
            <a:extLst xmlns:a="http://schemas.openxmlformats.org/drawingml/2006/main">
              <a:ext uri="{FF2B5EF4-FFF2-40B4-BE49-F238E27FC236}">
                <a16:creationId xmlns:a16="http://schemas.microsoft.com/office/drawing/2014/main" id="{969F36E2-436A-4D69-9887-2D63E83EBDDE}"/>
              </a:ext>
            </a:extLst>
          </p:cNvPr>
          <p:cNvSpPr>
            <a:spLocks xmlns:a="http://schemas.openxmlformats.org/drawingml/2006/main" noGrp="1"/>
          </p:cNvSpPr>
          <p:nvPr/>
        </p:nvSpPr>
        <p:spPr>
          <a:xfrm xmlns:a="http://schemas.openxmlformats.org/drawingml/2006/main">
            <a:off x="2871788" y="4343400"/>
            <a:ext cx="838390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5738" b="1">
                <a:solidFill>
                  <a:srgbClr val="FFC857"/>
                </a:solidFill>
                <a:latin typeface="Nunito"/>
                <a:ea typeface="Nunito"/>
                <a:cs typeface="Nunito"/>
              </a:defRPr>
            </a:pPr>
            <a:r>
              <a:rPr sz="5738" b="1">
                <a:solidFill>
                  <a:srgbClr val="FFC857"/>
                </a:solidFill>
                <a:latin typeface="Nunito"/>
                <a:ea typeface="Nunito"/>
                <a:cs typeface="Nunito"/>
              </a:rPr>
              <a:t>00:45</a:t>
            </a:r>
          </a:p>
        </p:txBody>
      </p:sp>
      <p:sp>
        <p:nvSpPr>
          <p:cNvPr id="6" name="text-806">
            <a:extLst xmlns:a="http://schemas.openxmlformats.org/drawingml/2006/main">
              <a:ext uri="{FF2B5EF4-FFF2-40B4-BE49-F238E27FC236}">
                <a16:creationId xmlns:a16="http://schemas.microsoft.com/office/drawing/2014/main" id="{B912ECC2-FC32-4844-BD1F-8D7DE832C822}"/>
              </a:ext>
            </a:extLst>
          </p:cNvPr>
          <p:cNvSpPr>
            <a:spLocks xmlns:a="http://schemas.openxmlformats.org/drawingml/2006/main" noGrp="1"/>
          </p:cNvSpPr>
          <p:nvPr/>
        </p:nvSpPr>
        <p:spPr>
          <a:xfrm xmlns:a="http://schemas.openxmlformats.org/drawingml/2006/main">
            <a:off x="2871788" y="5553075"/>
            <a:ext cx="838390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20" b="1">
                <a:solidFill>
                  <a:srgbClr val="4EE5FF"/>
                </a:solidFill>
                <a:latin typeface="Nunito"/>
                <a:ea typeface="Nunito"/>
                <a:cs typeface="Nunito"/>
              </a:defRPr>
            </a:pPr>
            <a:r>
              <a:rPr sz="1620" b="1">
                <a:solidFill>
                  <a:srgbClr val="4EE5FF"/>
                </a:solidFill>
                <a:latin typeface="Nunito"/>
                <a:ea typeface="Nunito"/>
                <a:cs typeface="Nunito"/>
                <a:hlinkClick xmlns:r="http://schemas.openxmlformats.org/officeDocument/2006/relationships" r:id="Reee6b4ab329c4dca"/>
              </a:rPr>
              <a:t>Live timer on the website</a:t>
            </a:r>
          </a:p>
        </p:txBody>
      </p:sp>
      <p:sp>
        <p:nvSpPr>
          <p:cNvPr id="7" name="progress-807">
            <a:extLst xmlns:a="http://schemas.openxmlformats.org/drawingml/2006/main">
              <a:ext uri="{FF2B5EF4-FFF2-40B4-BE49-F238E27FC236}">
                <a16:creationId xmlns:a16="http://schemas.microsoft.com/office/drawing/2014/main" id="{A4D1E362-4EE4-405E-9B4C-F513D5413D83}"/>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8" name="progress-808">
            <a:extLst xmlns:a="http://schemas.openxmlformats.org/drawingml/2006/main">
              <a:ext uri="{FF2B5EF4-FFF2-40B4-BE49-F238E27FC236}">
                <a16:creationId xmlns:a16="http://schemas.microsoft.com/office/drawing/2014/main" id="{59A140A6-940D-4341-88D3-AD4985F29719}"/>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7 / 10</a:t>
            </a:r>
          </a:p>
        </p:txBody>
      </p:sp>
      <p:sp>
        <p:nvSpPr>
          <p:cNvPr id="9" name="progress-809">
            <a:extLst xmlns:a="http://schemas.openxmlformats.org/drawingml/2006/main">
              <a:ext uri="{FF2B5EF4-FFF2-40B4-BE49-F238E27FC236}">
                <a16:creationId xmlns:a16="http://schemas.microsoft.com/office/drawing/2014/main" id="{65C9F64B-0218-442D-B200-BC79565D9195}"/>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0" name="progress-810">
            <a:extLst xmlns:a="http://schemas.openxmlformats.org/drawingml/2006/main">
              <a:ext uri="{FF2B5EF4-FFF2-40B4-BE49-F238E27FC236}">
                <a16:creationId xmlns:a16="http://schemas.microsoft.com/office/drawing/2014/main" id="{B889F16E-FF0F-4E44-A87B-74FDD86B73F9}"/>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91</a:t>
            </a:r>
          </a:p>
        </p:txBody>
      </p:sp>
      <p:sp>
        <p:nvSpPr>
          <p:cNvPr id="11" name="progress-811">
            <a:extLst xmlns:a="http://schemas.openxmlformats.org/drawingml/2006/main">
              <a:ext uri="{FF2B5EF4-FFF2-40B4-BE49-F238E27FC236}">
                <a16:creationId xmlns:a16="http://schemas.microsoft.com/office/drawing/2014/main" id="{D1AF22DA-1246-40CF-B3A8-52B526882854}"/>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2" name="sidebar-divider">
            <a:extLst xmlns:a="http://schemas.openxmlformats.org/drawingml/2006/main">
              <a:ext uri="{FF2B5EF4-FFF2-40B4-BE49-F238E27FC236}">
                <a16:creationId xmlns:a16="http://schemas.microsoft.com/office/drawing/2014/main" id="{CF4F6B2A-497C-45A0-BD02-C30E6B295FA7}"/>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3" name="progress-812">
            <a:extLst xmlns:a="http://schemas.openxmlformats.org/drawingml/2006/main">
              <a:ext uri="{FF2B5EF4-FFF2-40B4-BE49-F238E27FC236}">
                <a16:creationId xmlns:a16="http://schemas.microsoft.com/office/drawing/2014/main" id="{5253914E-7037-4DC5-ABFD-0890EA934167}"/>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4" name="progress-813">
            <a:extLst xmlns:a="http://schemas.openxmlformats.org/drawingml/2006/main">
              <a:ext uri="{FF2B5EF4-FFF2-40B4-BE49-F238E27FC236}">
                <a16:creationId xmlns:a16="http://schemas.microsoft.com/office/drawing/2014/main" id="{33811710-0942-42C1-B1B7-531450C9231F}"/>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5" name="progress-814">
            <a:extLst xmlns:a="http://schemas.openxmlformats.org/drawingml/2006/main">
              <a:ext uri="{FF2B5EF4-FFF2-40B4-BE49-F238E27FC236}">
                <a16:creationId xmlns:a16="http://schemas.microsoft.com/office/drawing/2014/main" id="{50FEB4E6-0CC9-4922-B58A-06DFD90616CA}"/>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6" name="progress-815">
            <a:extLst xmlns:a="http://schemas.openxmlformats.org/drawingml/2006/main">
              <a:ext uri="{FF2B5EF4-FFF2-40B4-BE49-F238E27FC236}">
                <a16:creationId xmlns:a16="http://schemas.microsoft.com/office/drawing/2014/main" id="{ABDFAA3C-0D63-4A7A-ADE5-290BE0079B79}"/>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17" name="progress-816">
            <a:extLst xmlns:a="http://schemas.openxmlformats.org/drawingml/2006/main">
              <a:ext uri="{FF2B5EF4-FFF2-40B4-BE49-F238E27FC236}">
                <a16:creationId xmlns:a16="http://schemas.microsoft.com/office/drawing/2014/main" id="{BDEFD1CA-22C3-4296-A69A-23A24F2FD9BE}"/>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18" name="progress-817">
            <a:extLst xmlns:a="http://schemas.openxmlformats.org/drawingml/2006/main">
              <a:ext uri="{FF2B5EF4-FFF2-40B4-BE49-F238E27FC236}">
                <a16:creationId xmlns:a16="http://schemas.microsoft.com/office/drawing/2014/main" id="{9C40A9BF-473D-4A76-AD41-08BA317C73A2}"/>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6. Experience</a:t>
            </a:r>
          </a:p>
        </p:txBody>
      </p:sp>
      <p:sp>
        <p:nvSpPr>
          <p:cNvPr id="19" name="progress-818">
            <a:extLst xmlns:a="http://schemas.openxmlformats.org/drawingml/2006/main">
              <a:ext uri="{FF2B5EF4-FFF2-40B4-BE49-F238E27FC236}">
                <a16:creationId xmlns:a16="http://schemas.microsoft.com/office/drawing/2014/main" id="{21C9333A-F05F-4699-BEB7-3B9F362912C3}"/>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7. Conclusion</a:t>
            </a:r>
          </a:p>
        </p:txBody>
      </p:sp>
      <p:sp>
        <p:nvSpPr>
          <p:cNvPr id="20" name="progress-819">
            <a:extLst xmlns:a="http://schemas.openxmlformats.org/drawingml/2006/main">
              <a:ext uri="{FF2B5EF4-FFF2-40B4-BE49-F238E27FC236}">
                <a16:creationId xmlns:a16="http://schemas.microsoft.com/office/drawing/2014/main" id="{48EA9DA6-659E-47CD-9F94-3C010CF55D2D}"/>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4EE5FF"/>
                </a:solidFill>
                <a:latin typeface="Nunito"/>
                <a:ea typeface="Nunito"/>
                <a:cs typeface="Nunito"/>
              </a:defRPr>
            </a:pPr>
            <a:r>
              <a:rPr sz="1275" b="1">
                <a:solidFill>
                  <a:srgbClr val="4EE5FF"/>
                </a:solidFill>
                <a:latin typeface="Nunito"/>
                <a:ea typeface="Nunito"/>
                <a:cs typeface="Nunito"/>
              </a:rPr>
              <a:t>› 8. Passive</a:t>
            </a:r>
          </a:p>
        </p:txBody>
      </p:sp>
      <p:sp>
        <p:nvSpPr>
          <p:cNvPr id="21" name="progress-820">
            <a:extLst xmlns:a="http://schemas.openxmlformats.org/drawingml/2006/main">
              <a:ext uri="{FF2B5EF4-FFF2-40B4-BE49-F238E27FC236}">
                <a16:creationId xmlns:a16="http://schemas.microsoft.com/office/drawing/2014/main" id="{AE0A66DD-DA2B-4043-8CB1-14BFEDFD5F3A}"/>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2" name="progress-821">
            <a:extLst xmlns:a="http://schemas.openxmlformats.org/drawingml/2006/main">
              <a:ext uri="{FF2B5EF4-FFF2-40B4-BE49-F238E27FC236}">
                <a16:creationId xmlns:a16="http://schemas.microsoft.com/office/drawing/2014/main" id="{8FAA2F87-4307-468F-8D01-B3C5D0318FF5}"/>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3" name="progress-822">
            <a:extLst xmlns:a="http://schemas.openxmlformats.org/drawingml/2006/main">
              <a:ext uri="{FF2B5EF4-FFF2-40B4-BE49-F238E27FC236}">
                <a16:creationId xmlns:a16="http://schemas.microsoft.com/office/drawing/2014/main" id="{0F7850D1-80F9-4154-B5A2-82F19407ED6F}"/>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4" name="text-823">
            <a:extLst xmlns:a="http://schemas.openxmlformats.org/drawingml/2006/main">
              <a:ext uri="{FF2B5EF4-FFF2-40B4-BE49-F238E27FC236}">
                <a16:creationId xmlns:a16="http://schemas.microsoft.com/office/drawing/2014/main" id="{C58E08B6-B14B-4B3A-A3A8-8D27BF3E6424}"/>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35 / 50</a:t>
            </a:r>
          </a:p>
        </p:txBody>
      </p:sp>
    </p:spTree>
    <p:extLst>
      <p:ext uri="{BB962C8B-B14F-4D97-AF65-F5344CB8AC3E}">
        <p14:creationId xmlns:p14="http://schemas.microsoft.com/office/powerpoint/2010/main" val="788433270"/>
      </p:ext>
    </p:extLst>
  </p:cSld>
</p:sld>
</file>

<file path=ppt/slides/slide36.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6" name="text-824">
            <a:extLst xmlns:a="http://schemas.openxmlformats.org/drawingml/2006/main">
              <a:ext uri="{FF2B5EF4-FFF2-40B4-BE49-F238E27FC236}">
                <a16:creationId xmlns:a16="http://schemas.microsoft.com/office/drawing/2014/main" id="{49559CE1-FA98-4919-A984-DF5A9EC4BB84}"/>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a9ff8d70ac494c06"/>
              </a:rPr>
              <a:t>⌂</a:t>
            </a:r>
          </a:p>
        </p:txBody>
      </p:sp>
      <p:sp>
        <p:nvSpPr>
          <p:cNvPr id="2" name="title-825">
            <a:extLst xmlns:a="http://schemas.openxmlformats.org/drawingml/2006/main">
              <a:ext uri="{FF2B5EF4-FFF2-40B4-BE49-F238E27FC236}">
                <a16:creationId xmlns:a16="http://schemas.microsoft.com/office/drawing/2014/main" id="{218FACE3-246A-4EA5-B98B-C6976C6BD83C}"/>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Eighth sentence · Our essay so far</a:t>
            </a:r>
          </a:p>
        </p:txBody>
      </p:sp>
      <p:sp>
        <p:nvSpPr>
          <p:cNvPr id="3" name="text-826">
            <a:extLst xmlns:a="http://schemas.openxmlformats.org/drawingml/2006/main">
              <a:ext uri="{FF2B5EF4-FFF2-40B4-BE49-F238E27FC236}">
                <a16:creationId xmlns:a16="http://schemas.microsoft.com/office/drawing/2014/main" id="{C9AE049D-1D99-47A2-9F88-D0E084665855}"/>
              </a:ext>
            </a:extLst>
          </p:cNvPr>
          <p:cNvSpPr>
            <a:spLocks xmlns:a="http://schemas.openxmlformats.org/drawingml/2006/main" noGrp="1"/>
          </p:cNvSpPr>
          <p:nvPr/>
        </p:nvSpPr>
        <p:spPr>
          <a:xfrm xmlns:a="http://schemas.openxmlformats.org/drawingml/2006/main">
            <a:off x="2778633" y="1257300"/>
            <a:ext cx="8570214"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School games are part of school life, but some students play better than others. I claim that every student should have a chance to play.</a:t>
            </a:r>
          </a:p>
        </p:txBody>
      </p:sp>
      <p:sp>
        <p:nvSpPr>
          <p:cNvPr id="4" name="text-827">
            <a:extLst xmlns:a="http://schemas.openxmlformats.org/drawingml/2006/main">
              <a:ext uri="{FF2B5EF4-FFF2-40B4-BE49-F238E27FC236}">
                <a16:creationId xmlns:a16="http://schemas.microsoft.com/office/drawing/2014/main" id="{3892B637-C818-4C4E-AC02-2D1C6CF3E4E4}"/>
              </a:ext>
            </a:extLst>
          </p:cNvPr>
          <p:cNvSpPr>
            <a:spLocks xmlns:a="http://schemas.openxmlformats.org/drawingml/2006/main" noGrp="1"/>
          </p:cNvSpPr>
          <p:nvPr/>
        </p:nvSpPr>
        <p:spPr>
          <a:xfrm xmlns:a="http://schemas.openxmlformats.org/drawingml/2006/main">
            <a:off x="2778633" y="2143125"/>
            <a:ext cx="8570214"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On the one hand, some students may make more mistakes during games. If they play, the team will sometimes lose since these mistakes can help the other team.</a:t>
            </a:r>
          </a:p>
        </p:txBody>
      </p:sp>
      <p:sp>
        <p:nvSpPr>
          <p:cNvPr id="5" name="text-828">
            <a:extLst xmlns:a="http://schemas.openxmlformats.org/drawingml/2006/main">
              <a:ext uri="{FF2B5EF4-FFF2-40B4-BE49-F238E27FC236}">
                <a16:creationId xmlns:a16="http://schemas.microsoft.com/office/drawing/2014/main" id="{214CF5B9-6DB3-4F03-BA3A-91800E86E9E7}"/>
              </a:ext>
            </a:extLst>
          </p:cNvPr>
          <p:cNvSpPr>
            <a:spLocks xmlns:a="http://schemas.openxmlformats.org/drawingml/2006/main" noGrp="1"/>
          </p:cNvSpPr>
          <p:nvPr/>
        </p:nvSpPr>
        <p:spPr>
          <a:xfrm xmlns:a="http://schemas.openxmlformats.org/drawingml/2006/main">
            <a:off x="2778633" y="3476625"/>
            <a:ext cx="8570214"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On the other hand, playing together can help students make friends and feel better. Some students have felt alone, so joining a team can help them.</a:t>
            </a:r>
          </a:p>
        </p:txBody>
      </p:sp>
      <p:sp>
        <p:nvSpPr>
          <p:cNvPr id="6" name="text-829">
            <a:extLst xmlns:a="http://schemas.openxmlformats.org/drawingml/2006/main">
              <a:ext uri="{FF2B5EF4-FFF2-40B4-BE49-F238E27FC236}">
                <a16:creationId xmlns:a16="http://schemas.microsoft.com/office/drawing/2014/main" id="{1951817C-A627-4932-8F29-64F48C4D7DD5}"/>
              </a:ext>
            </a:extLst>
          </p:cNvPr>
          <p:cNvSpPr>
            <a:spLocks xmlns:a="http://schemas.openxmlformats.org/drawingml/2006/main" noGrp="1"/>
          </p:cNvSpPr>
          <p:nvPr/>
        </p:nvSpPr>
        <p:spPr>
          <a:xfrm xmlns:a="http://schemas.openxmlformats.org/drawingml/2006/main">
            <a:off x="2778633" y="4810125"/>
            <a:ext cx="8570214"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In conclusion, I believe that everyone should have a chance to play. Therefore, every student should be included in class games.</a:t>
            </a:r>
          </a:p>
        </p:txBody>
      </p:sp>
      <p:sp>
        <p:nvSpPr>
          <p:cNvPr id="7" name="text-830">
            <a:extLst xmlns:a="http://schemas.openxmlformats.org/drawingml/2006/main">
              <a:ext uri="{FF2B5EF4-FFF2-40B4-BE49-F238E27FC236}">
                <a16:creationId xmlns:a16="http://schemas.microsoft.com/office/drawing/2014/main" id="{2BC0D823-E6E9-4EAD-9562-DFCB321B809D}"/>
              </a:ext>
            </a:extLst>
          </p:cNvPr>
          <p:cNvSpPr>
            <a:spLocks xmlns:a="http://schemas.openxmlformats.org/drawingml/2006/main" noGrp="1"/>
          </p:cNvSpPr>
          <p:nvPr/>
        </p:nvSpPr>
        <p:spPr>
          <a:xfrm xmlns:a="http://schemas.openxmlformats.org/drawingml/2006/main">
            <a:off x="2794159" y="5934075"/>
            <a:ext cx="8539162"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85" b="1">
                <a:solidFill>
                  <a:srgbClr val="DFFF5B"/>
                </a:solidFill>
                <a:latin typeface="Nunito"/>
                <a:ea typeface="Nunito"/>
                <a:cs typeface="Nunito"/>
              </a:defRPr>
            </a:pPr>
            <a:r>
              <a:rPr sz="1485" b="1">
                <a:solidFill>
                  <a:srgbClr val="DFFF5B"/>
                </a:solidFill>
                <a:latin typeface="Nunito"/>
                <a:ea typeface="Nunito"/>
                <a:cs typeface="Nunito"/>
              </a:rPr>
              <a:t>8/10 sentences · 100 words</a:t>
            </a:r>
          </a:p>
        </p:txBody>
      </p:sp>
      <p:sp>
        <p:nvSpPr>
          <p:cNvPr id="8" name="progress-831">
            <a:extLst xmlns:a="http://schemas.openxmlformats.org/drawingml/2006/main">
              <a:ext uri="{FF2B5EF4-FFF2-40B4-BE49-F238E27FC236}">
                <a16:creationId xmlns:a16="http://schemas.microsoft.com/office/drawing/2014/main" id="{BE17FBD8-9D3E-494F-84FD-1062B8E4C4CC}"/>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9" name="progress-832">
            <a:extLst xmlns:a="http://schemas.openxmlformats.org/drawingml/2006/main">
              <a:ext uri="{FF2B5EF4-FFF2-40B4-BE49-F238E27FC236}">
                <a16:creationId xmlns:a16="http://schemas.microsoft.com/office/drawing/2014/main" id="{E5267877-75C4-4190-AF14-38A62C54E02A}"/>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8 / 10</a:t>
            </a:r>
          </a:p>
        </p:txBody>
      </p:sp>
      <p:sp>
        <p:nvSpPr>
          <p:cNvPr id="10" name="progress-833">
            <a:extLst xmlns:a="http://schemas.openxmlformats.org/drawingml/2006/main">
              <a:ext uri="{FF2B5EF4-FFF2-40B4-BE49-F238E27FC236}">
                <a16:creationId xmlns:a16="http://schemas.microsoft.com/office/drawing/2014/main" id="{B196C06C-EEDB-468E-B365-550FC654CA80}"/>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1" name="progress-834">
            <a:extLst xmlns:a="http://schemas.openxmlformats.org/drawingml/2006/main">
              <a:ext uri="{FF2B5EF4-FFF2-40B4-BE49-F238E27FC236}">
                <a16:creationId xmlns:a16="http://schemas.microsoft.com/office/drawing/2014/main" id="{2E74DC5A-CBE3-44F6-A53C-27F2C1FBA274}"/>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100</a:t>
            </a:r>
          </a:p>
        </p:txBody>
      </p:sp>
      <p:sp>
        <p:nvSpPr>
          <p:cNvPr id="12" name="progress-835">
            <a:extLst xmlns:a="http://schemas.openxmlformats.org/drawingml/2006/main">
              <a:ext uri="{FF2B5EF4-FFF2-40B4-BE49-F238E27FC236}">
                <a16:creationId xmlns:a16="http://schemas.microsoft.com/office/drawing/2014/main" id="{94CD9A4B-1CE7-4E40-BDFA-D5396C5DD109}"/>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3" name="sidebar-divider">
            <a:extLst xmlns:a="http://schemas.openxmlformats.org/drawingml/2006/main">
              <a:ext uri="{FF2B5EF4-FFF2-40B4-BE49-F238E27FC236}">
                <a16:creationId xmlns:a16="http://schemas.microsoft.com/office/drawing/2014/main" id="{08B9747F-FC98-44FB-BE7E-DFDC33664BF4}"/>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4" name="progress-836">
            <a:extLst xmlns:a="http://schemas.openxmlformats.org/drawingml/2006/main">
              <a:ext uri="{FF2B5EF4-FFF2-40B4-BE49-F238E27FC236}">
                <a16:creationId xmlns:a16="http://schemas.microsoft.com/office/drawing/2014/main" id="{D7784360-9B88-4682-A5ED-AE7B2325387C}"/>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5" name="progress-837">
            <a:extLst xmlns:a="http://schemas.openxmlformats.org/drawingml/2006/main">
              <a:ext uri="{FF2B5EF4-FFF2-40B4-BE49-F238E27FC236}">
                <a16:creationId xmlns:a16="http://schemas.microsoft.com/office/drawing/2014/main" id="{6993C4BC-2955-46F6-A02B-3710FF90D36B}"/>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6" name="progress-838">
            <a:extLst xmlns:a="http://schemas.openxmlformats.org/drawingml/2006/main">
              <a:ext uri="{FF2B5EF4-FFF2-40B4-BE49-F238E27FC236}">
                <a16:creationId xmlns:a16="http://schemas.microsoft.com/office/drawing/2014/main" id="{D7D2138A-F73B-47D0-BB80-CF12E292F038}"/>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7" name="progress-839">
            <a:extLst xmlns:a="http://schemas.openxmlformats.org/drawingml/2006/main">
              <a:ext uri="{FF2B5EF4-FFF2-40B4-BE49-F238E27FC236}">
                <a16:creationId xmlns:a16="http://schemas.microsoft.com/office/drawing/2014/main" id="{67E5F95A-751D-41BB-8FCE-B1D7578EFAD2}"/>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18" name="progress-840">
            <a:extLst xmlns:a="http://schemas.openxmlformats.org/drawingml/2006/main">
              <a:ext uri="{FF2B5EF4-FFF2-40B4-BE49-F238E27FC236}">
                <a16:creationId xmlns:a16="http://schemas.microsoft.com/office/drawing/2014/main" id="{690C6EEE-146E-4800-920E-3531E5A7463C}"/>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19" name="progress-841">
            <a:extLst xmlns:a="http://schemas.openxmlformats.org/drawingml/2006/main">
              <a:ext uri="{FF2B5EF4-FFF2-40B4-BE49-F238E27FC236}">
                <a16:creationId xmlns:a16="http://schemas.microsoft.com/office/drawing/2014/main" id="{DF5C6550-42B9-4376-9983-563AF1C95052}"/>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6. Experience</a:t>
            </a:r>
          </a:p>
        </p:txBody>
      </p:sp>
      <p:sp>
        <p:nvSpPr>
          <p:cNvPr id="20" name="progress-842">
            <a:extLst xmlns:a="http://schemas.openxmlformats.org/drawingml/2006/main">
              <a:ext uri="{FF2B5EF4-FFF2-40B4-BE49-F238E27FC236}">
                <a16:creationId xmlns:a16="http://schemas.microsoft.com/office/drawing/2014/main" id="{A7B95E2A-F5A8-42BC-B878-80E2D5337FCC}"/>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7. Conclusion</a:t>
            </a:r>
          </a:p>
        </p:txBody>
      </p:sp>
      <p:sp>
        <p:nvSpPr>
          <p:cNvPr id="21" name="progress-843">
            <a:extLst xmlns:a="http://schemas.openxmlformats.org/drawingml/2006/main">
              <a:ext uri="{FF2B5EF4-FFF2-40B4-BE49-F238E27FC236}">
                <a16:creationId xmlns:a16="http://schemas.microsoft.com/office/drawing/2014/main" id="{148198C5-E37D-4AD9-9CB1-1E6D29C935E8}"/>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8. Passive</a:t>
            </a:r>
          </a:p>
        </p:txBody>
      </p:sp>
      <p:sp>
        <p:nvSpPr>
          <p:cNvPr id="22" name="progress-844">
            <a:extLst xmlns:a="http://schemas.openxmlformats.org/drawingml/2006/main">
              <a:ext uri="{FF2B5EF4-FFF2-40B4-BE49-F238E27FC236}">
                <a16:creationId xmlns:a16="http://schemas.microsoft.com/office/drawing/2014/main" id="{05A17C2A-9751-4B2F-B90E-1F6FAF8296DF}"/>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3" name="progress-845">
            <a:extLst xmlns:a="http://schemas.openxmlformats.org/drawingml/2006/main">
              <a:ext uri="{FF2B5EF4-FFF2-40B4-BE49-F238E27FC236}">
                <a16:creationId xmlns:a16="http://schemas.microsoft.com/office/drawing/2014/main" id="{D7536FE1-46D3-4C9B-8185-1A62E2D24E96}"/>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4" name="progress-846">
            <a:extLst xmlns:a="http://schemas.openxmlformats.org/drawingml/2006/main">
              <a:ext uri="{FF2B5EF4-FFF2-40B4-BE49-F238E27FC236}">
                <a16:creationId xmlns:a16="http://schemas.microsoft.com/office/drawing/2014/main" id="{02901968-6668-4268-9F5E-416965DC578A}"/>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5" name="text-847">
            <a:extLst xmlns:a="http://schemas.openxmlformats.org/drawingml/2006/main">
              <a:ext uri="{FF2B5EF4-FFF2-40B4-BE49-F238E27FC236}">
                <a16:creationId xmlns:a16="http://schemas.microsoft.com/office/drawing/2014/main" id="{71653661-2967-43EC-B30D-EFA1269CB1E5}"/>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36 / 50</a:t>
            </a:r>
          </a:p>
        </p:txBody>
      </p:sp>
    </p:spTree>
    <p:extLst>
      <p:ext uri="{BB962C8B-B14F-4D97-AF65-F5344CB8AC3E}">
        <p14:creationId xmlns:p14="http://schemas.microsoft.com/office/powerpoint/2010/main" val="1049331921"/>
      </p:ext>
    </p:extLst>
  </p:cSld>
</p:sld>
</file>

<file path=ppt/slides/slide37.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3" name="text-848">
            <a:extLst xmlns:a="http://schemas.openxmlformats.org/drawingml/2006/main">
              <a:ext uri="{FF2B5EF4-FFF2-40B4-BE49-F238E27FC236}">
                <a16:creationId xmlns:a16="http://schemas.microsoft.com/office/drawing/2014/main" id="{9C066E7F-1EBD-4365-B2DF-847B929FC6CE}"/>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93cc0bf67fe04e74"/>
              </a:rPr>
              <a:t>⌂</a:t>
            </a:r>
          </a:p>
        </p:txBody>
      </p:sp>
      <p:sp>
        <p:nvSpPr>
          <p:cNvPr id="2" name="title-849">
            <a:extLst xmlns:a="http://schemas.openxmlformats.org/drawingml/2006/main">
              <a:ext uri="{FF2B5EF4-FFF2-40B4-BE49-F238E27FC236}">
                <a16:creationId xmlns:a16="http://schemas.microsoft.com/office/drawing/2014/main" id="{C225C223-A5CB-499D-AD7F-C3AC907A5137}"/>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The draft is still short</a:t>
            </a:r>
          </a:p>
        </p:txBody>
      </p:sp>
      <p:sp>
        <p:nvSpPr>
          <p:cNvPr id="3" name="text-850">
            <a:extLst xmlns:a="http://schemas.openxmlformats.org/drawingml/2006/main">
              <a:ext uri="{FF2B5EF4-FFF2-40B4-BE49-F238E27FC236}">
                <a16:creationId xmlns:a16="http://schemas.microsoft.com/office/drawing/2014/main" id="{6C79FC26-561A-4724-99EE-3B84DCBE616F}"/>
              </a:ext>
            </a:extLst>
          </p:cNvPr>
          <p:cNvSpPr>
            <a:spLocks xmlns:a="http://schemas.openxmlformats.org/drawingml/2006/main" noGrp="1"/>
          </p:cNvSpPr>
          <p:nvPr/>
        </p:nvSpPr>
        <p:spPr>
          <a:xfrm xmlns:a="http://schemas.openxmlformats.org/drawingml/2006/main">
            <a:off x="2755344" y="1438275"/>
            <a:ext cx="8616791"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105" b="1">
                <a:solidFill>
                  <a:srgbClr val="F7F7F2"/>
                </a:solidFill>
                <a:latin typeface="Nunito"/>
                <a:ea typeface="Nunito"/>
                <a:cs typeface="Nunito"/>
              </a:defRPr>
            </a:pPr>
            <a:r>
              <a:rPr sz="3105" b="1">
                <a:solidFill>
                  <a:srgbClr val="F7F7F2"/>
                </a:solidFill>
                <a:latin typeface="Nunito"/>
                <a:ea typeface="Nunito"/>
                <a:cs typeface="Nunito"/>
              </a:rPr>
              <a:t>100 words</a:t>
            </a:r>
          </a:p>
          <a:p xmlns:a="http://schemas.openxmlformats.org/drawingml/2006/main">
            <a:pPr algn="ctr">
              <a:defRPr sz="3105" b="1">
                <a:solidFill>
                  <a:srgbClr val="F7F7F2"/>
                </a:solidFill>
                <a:latin typeface="Nunito"/>
                <a:ea typeface="Nunito"/>
                <a:cs typeface="Nunito"/>
              </a:defRPr>
            </a:pPr>
            <a:r>
              <a:rPr sz="3105" b="1">
                <a:solidFill>
                  <a:srgbClr val="F7F7F2"/>
                </a:solidFill>
                <a:latin typeface="Nunito"/>
                <a:ea typeface="Nunito"/>
                <a:cs typeface="Nunito"/>
              </a:rPr>
              <a:t>Add an example. Add one more idea.</a:t>
            </a:r>
          </a:p>
        </p:txBody>
      </p:sp>
      <p:sp>
        <p:nvSpPr>
          <p:cNvPr id="4" name="text-851">
            <a:extLst xmlns:a="http://schemas.openxmlformats.org/drawingml/2006/main">
              <a:ext uri="{FF2B5EF4-FFF2-40B4-BE49-F238E27FC236}">
                <a16:creationId xmlns:a16="http://schemas.microsoft.com/office/drawing/2014/main" id="{BF11B6AE-3F00-443F-AAED-3AAEB6BF6BCF}"/>
              </a:ext>
            </a:extLst>
          </p:cNvPr>
          <p:cNvSpPr>
            <a:spLocks xmlns:a="http://schemas.openxmlformats.org/drawingml/2006/main" noGrp="1"/>
          </p:cNvSpPr>
          <p:nvPr/>
        </p:nvSpPr>
        <p:spPr>
          <a:xfrm xmlns:a="http://schemas.openxmlformats.org/drawingml/2006/main">
            <a:off x="2809685" y="4524375"/>
            <a:ext cx="8508111"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A9BDD2"/>
                </a:solidFill>
                <a:latin typeface="Nunito"/>
                <a:ea typeface="Nunito"/>
                <a:cs typeface="Nunito"/>
              </a:defRPr>
            </a:pPr>
            <a:r>
              <a:rPr sz="2228" b="1">
                <a:solidFill>
                  <a:srgbClr val="A9BDD2"/>
                </a:solidFill>
                <a:latin typeface="Nunito"/>
                <a:ea typeface="Nunito"/>
                <a:cs typeface="Nunito"/>
              </a:rPr>
              <a:t>Add an example in paragraph 2 and an idea in paragraph 3.</a:t>
            </a:r>
          </a:p>
        </p:txBody>
      </p:sp>
      <p:sp>
        <p:nvSpPr>
          <p:cNvPr id="5" name="progress-852">
            <a:extLst xmlns:a="http://schemas.openxmlformats.org/drawingml/2006/main">
              <a:ext uri="{FF2B5EF4-FFF2-40B4-BE49-F238E27FC236}">
                <a16:creationId xmlns:a16="http://schemas.microsoft.com/office/drawing/2014/main" id="{1B650191-FBD9-47DE-B207-97D3C4CAC56B}"/>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6" name="progress-853">
            <a:extLst xmlns:a="http://schemas.openxmlformats.org/drawingml/2006/main">
              <a:ext uri="{FF2B5EF4-FFF2-40B4-BE49-F238E27FC236}">
                <a16:creationId xmlns:a16="http://schemas.microsoft.com/office/drawing/2014/main" id="{B061E847-E10E-4731-86C2-E0E47BD1C022}"/>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8 / 10</a:t>
            </a:r>
          </a:p>
        </p:txBody>
      </p:sp>
      <p:sp>
        <p:nvSpPr>
          <p:cNvPr id="7" name="progress-854">
            <a:extLst xmlns:a="http://schemas.openxmlformats.org/drawingml/2006/main">
              <a:ext uri="{FF2B5EF4-FFF2-40B4-BE49-F238E27FC236}">
                <a16:creationId xmlns:a16="http://schemas.microsoft.com/office/drawing/2014/main" id="{6F2BEA42-0239-411D-88CD-A54AFE56131C}"/>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8" name="progress-855">
            <a:extLst xmlns:a="http://schemas.openxmlformats.org/drawingml/2006/main">
              <a:ext uri="{FF2B5EF4-FFF2-40B4-BE49-F238E27FC236}">
                <a16:creationId xmlns:a16="http://schemas.microsoft.com/office/drawing/2014/main" id="{21E0421F-1FDE-4542-BD99-FFA5886F5153}"/>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100</a:t>
            </a:r>
          </a:p>
        </p:txBody>
      </p:sp>
      <p:sp>
        <p:nvSpPr>
          <p:cNvPr id="9" name="progress-856">
            <a:extLst xmlns:a="http://schemas.openxmlformats.org/drawingml/2006/main">
              <a:ext uri="{FF2B5EF4-FFF2-40B4-BE49-F238E27FC236}">
                <a16:creationId xmlns:a16="http://schemas.microsoft.com/office/drawing/2014/main" id="{E26D5E27-1870-4298-B6E0-4C44A062744E}"/>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0" name="sidebar-divider">
            <a:extLst xmlns:a="http://schemas.openxmlformats.org/drawingml/2006/main">
              <a:ext uri="{FF2B5EF4-FFF2-40B4-BE49-F238E27FC236}">
                <a16:creationId xmlns:a16="http://schemas.microsoft.com/office/drawing/2014/main" id="{A93F1833-63D5-42D2-874A-294AE1A231E3}"/>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1" name="progress-857">
            <a:extLst xmlns:a="http://schemas.openxmlformats.org/drawingml/2006/main">
              <a:ext uri="{FF2B5EF4-FFF2-40B4-BE49-F238E27FC236}">
                <a16:creationId xmlns:a16="http://schemas.microsoft.com/office/drawing/2014/main" id="{FF2B01ED-8F70-4804-B9A1-79996F963DCA}"/>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2" name="progress-858">
            <a:extLst xmlns:a="http://schemas.openxmlformats.org/drawingml/2006/main">
              <a:ext uri="{FF2B5EF4-FFF2-40B4-BE49-F238E27FC236}">
                <a16:creationId xmlns:a16="http://schemas.microsoft.com/office/drawing/2014/main" id="{E9B5CA80-1B21-4D2E-B1F5-89B49B9671EC}"/>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3" name="progress-859">
            <a:extLst xmlns:a="http://schemas.openxmlformats.org/drawingml/2006/main">
              <a:ext uri="{FF2B5EF4-FFF2-40B4-BE49-F238E27FC236}">
                <a16:creationId xmlns:a16="http://schemas.microsoft.com/office/drawing/2014/main" id="{BBC35032-06E5-45F8-BE43-2178078F08E6}"/>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4" name="progress-860">
            <a:extLst xmlns:a="http://schemas.openxmlformats.org/drawingml/2006/main">
              <a:ext uri="{FF2B5EF4-FFF2-40B4-BE49-F238E27FC236}">
                <a16:creationId xmlns:a16="http://schemas.microsoft.com/office/drawing/2014/main" id="{0109C8FC-7C04-4D6C-A53B-A033E23D4FC9}"/>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15" name="progress-861">
            <a:extLst xmlns:a="http://schemas.openxmlformats.org/drawingml/2006/main">
              <a:ext uri="{FF2B5EF4-FFF2-40B4-BE49-F238E27FC236}">
                <a16:creationId xmlns:a16="http://schemas.microsoft.com/office/drawing/2014/main" id="{666635CD-0BA7-4460-9550-6502C568DC93}"/>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16" name="progress-862">
            <a:extLst xmlns:a="http://schemas.openxmlformats.org/drawingml/2006/main">
              <a:ext uri="{FF2B5EF4-FFF2-40B4-BE49-F238E27FC236}">
                <a16:creationId xmlns:a16="http://schemas.microsoft.com/office/drawing/2014/main" id="{2A38A00F-8298-41E7-8EB6-2E5C958A5EB9}"/>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6. Experience</a:t>
            </a:r>
          </a:p>
        </p:txBody>
      </p:sp>
      <p:sp>
        <p:nvSpPr>
          <p:cNvPr id="17" name="progress-863">
            <a:extLst xmlns:a="http://schemas.openxmlformats.org/drawingml/2006/main">
              <a:ext uri="{FF2B5EF4-FFF2-40B4-BE49-F238E27FC236}">
                <a16:creationId xmlns:a16="http://schemas.microsoft.com/office/drawing/2014/main" id="{AE503F3F-77EF-438F-AD7A-3A3BB4740564}"/>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7. Conclusion</a:t>
            </a:r>
          </a:p>
        </p:txBody>
      </p:sp>
      <p:sp>
        <p:nvSpPr>
          <p:cNvPr id="18" name="progress-864">
            <a:extLst xmlns:a="http://schemas.openxmlformats.org/drawingml/2006/main">
              <a:ext uri="{FF2B5EF4-FFF2-40B4-BE49-F238E27FC236}">
                <a16:creationId xmlns:a16="http://schemas.microsoft.com/office/drawing/2014/main" id="{E302EA98-65F4-4DC8-B6DF-81E81AC08E05}"/>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8. Passive</a:t>
            </a:r>
          </a:p>
        </p:txBody>
      </p:sp>
      <p:sp>
        <p:nvSpPr>
          <p:cNvPr id="19" name="progress-865">
            <a:extLst xmlns:a="http://schemas.openxmlformats.org/drawingml/2006/main">
              <a:ext uri="{FF2B5EF4-FFF2-40B4-BE49-F238E27FC236}">
                <a16:creationId xmlns:a16="http://schemas.microsoft.com/office/drawing/2014/main" id="{D273AB91-9603-438D-8A52-0996324D9B39}"/>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9. Example</a:t>
            </a:r>
          </a:p>
        </p:txBody>
      </p:sp>
      <p:sp>
        <p:nvSpPr>
          <p:cNvPr id="20" name="progress-866">
            <a:extLst xmlns:a="http://schemas.openxmlformats.org/drawingml/2006/main">
              <a:ext uri="{FF2B5EF4-FFF2-40B4-BE49-F238E27FC236}">
                <a16:creationId xmlns:a16="http://schemas.microsoft.com/office/drawing/2014/main" id="{ABDB5BFA-B137-4CAC-8B89-BA694B904B70}"/>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1" name="progress-867">
            <a:extLst xmlns:a="http://schemas.openxmlformats.org/drawingml/2006/main">
              <a:ext uri="{FF2B5EF4-FFF2-40B4-BE49-F238E27FC236}">
                <a16:creationId xmlns:a16="http://schemas.microsoft.com/office/drawing/2014/main" id="{40FC9F6D-584F-4E12-8AC0-4361ED04AB2E}"/>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2" name="text-868">
            <a:extLst xmlns:a="http://schemas.openxmlformats.org/drawingml/2006/main">
              <a:ext uri="{FF2B5EF4-FFF2-40B4-BE49-F238E27FC236}">
                <a16:creationId xmlns:a16="http://schemas.microsoft.com/office/drawing/2014/main" id="{CE993DDD-027C-4AA0-9ABA-D7333A85A235}"/>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37 / 50</a:t>
            </a:r>
          </a:p>
        </p:txBody>
      </p:sp>
    </p:spTree>
    <p:extLst>
      <p:ext uri="{BB962C8B-B14F-4D97-AF65-F5344CB8AC3E}">
        <p14:creationId xmlns:p14="http://schemas.microsoft.com/office/powerpoint/2010/main" val="186835766"/>
      </p:ext>
    </p:extLst>
  </p:cSld>
</p:sld>
</file>

<file path=ppt/slides/slide38.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5" name="text-869">
            <a:extLst xmlns:a="http://schemas.openxmlformats.org/drawingml/2006/main">
              <a:ext uri="{FF2B5EF4-FFF2-40B4-BE49-F238E27FC236}">
                <a16:creationId xmlns:a16="http://schemas.microsoft.com/office/drawing/2014/main" id="{06E8B8CC-7F24-439C-9B59-1965142FE249}"/>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ace18cabd68848ce"/>
              </a:rPr>
              <a:t>⌂</a:t>
            </a:r>
          </a:p>
        </p:txBody>
      </p:sp>
      <p:sp>
        <p:nvSpPr>
          <p:cNvPr id="2" name="title-870">
            <a:extLst xmlns:a="http://schemas.openxmlformats.org/drawingml/2006/main">
              <a:ext uri="{FF2B5EF4-FFF2-40B4-BE49-F238E27FC236}">
                <a16:creationId xmlns:a16="http://schemas.microsoft.com/office/drawing/2014/main" id="{FCCB33C4-4AD4-403F-9B58-A03399F0B71E}"/>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Ninth sentence · Example</a:t>
            </a:r>
          </a:p>
        </p:txBody>
      </p:sp>
      <p:sp>
        <p:nvSpPr>
          <p:cNvPr id="3" name="text-871">
            <a:extLst xmlns:a="http://schemas.openxmlformats.org/drawingml/2006/main">
              <a:ext uri="{FF2B5EF4-FFF2-40B4-BE49-F238E27FC236}">
                <a16:creationId xmlns:a16="http://schemas.microsoft.com/office/drawing/2014/main" id="{F31E17DE-F460-46F9-A97E-C8238D1697D9}"/>
              </a:ext>
            </a:extLst>
          </p:cNvPr>
          <p:cNvSpPr>
            <a:spLocks xmlns:a="http://schemas.openxmlformats.org/drawingml/2006/main" noGrp="1"/>
          </p:cNvSpPr>
          <p:nvPr/>
        </p:nvSpPr>
        <p:spPr>
          <a:xfrm xmlns:a="http://schemas.openxmlformats.org/drawingml/2006/main">
            <a:off x="2794159" y="1562100"/>
            <a:ext cx="8539162"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038" b="1">
                <a:solidFill>
                  <a:srgbClr val="F7F7F2"/>
                </a:solidFill>
                <a:latin typeface="Nunito"/>
                <a:ea typeface="Nunito"/>
                <a:cs typeface="Nunito"/>
              </a:defRPr>
            </a:pPr>
            <a:r>
              <a:rPr sz="3038" b="1">
                <a:solidFill>
                  <a:srgbClr val="F7F7F2"/>
                </a:solidFill>
                <a:latin typeface="Nunito"/>
                <a:ea typeface="Nunito"/>
                <a:cs typeface="Nunito"/>
              </a:rPr>
              <a:t>For example, they may ...</a:t>
            </a:r>
          </a:p>
        </p:txBody>
      </p:sp>
      <p:sp>
        <p:nvSpPr>
          <p:cNvPr id="4" name="text-872">
            <a:extLst xmlns:a="http://schemas.openxmlformats.org/drawingml/2006/main">
              <a:ext uri="{FF2B5EF4-FFF2-40B4-BE49-F238E27FC236}">
                <a16:creationId xmlns:a16="http://schemas.microsoft.com/office/drawing/2014/main" id="{3ED58CDF-A52E-4E0E-AA5D-725B4E3AE1EB}"/>
              </a:ext>
            </a:extLst>
          </p:cNvPr>
          <p:cNvSpPr>
            <a:spLocks xmlns:a="http://schemas.openxmlformats.org/drawingml/2006/main" noGrp="1"/>
          </p:cNvSpPr>
          <p:nvPr/>
        </p:nvSpPr>
        <p:spPr>
          <a:xfrm xmlns:a="http://schemas.openxmlformats.org/drawingml/2006/main">
            <a:off x="2871788" y="3143250"/>
            <a:ext cx="838390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93" b="1">
                <a:solidFill>
                  <a:srgbClr val="A9BDD2"/>
                </a:solidFill>
                <a:latin typeface="Nunito"/>
                <a:ea typeface="Nunito"/>
                <a:cs typeface="Nunito"/>
              </a:defRPr>
            </a:pPr>
            <a:r>
              <a:rPr sz="2093" b="1">
                <a:solidFill>
                  <a:srgbClr val="A9BDD2"/>
                </a:solidFill>
                <a:latin typeface="Nunito"/>
                <a:ea typeface="Nunito"/>
                <a:cs typeface="Nunito"/>
              </a:rPr>
              <a:t>Give a simple example of a mistake. Put it in paragraph 2.</a:t>
            </a:r>
          </a:p>
        </p:txBody>
      </p:sp>
      <p:sp>
        <p:nvSpPr>
          <p:cNvPr id="5" name="text-873">
            <a:extLst xmlns:a="http://schemas.openxmlformats.org/drawingml/2006/main">
              <a:ext uri="{FF2B5EF4-FFF2-40B4-BE49-F238E27FC236}">
                <a16:creationId xmlns:a16="http://schemas.microsoft.com/office/drawing/2014/main" id="{0ED4DB8F-FB27-45C8-AA2B-B06C824D53FA}"/>
              </a:ext>
            </a:extLst>
          </p:cNvPr>
          <p:cNvSpPr>
            <a:spLocks xmlns:a="http://schemas.openxmlformats.org/drawingml/2006/main" noGrp="1"/>
          </p:cNvSpPr>
          <p:nvPr/>
        </p:nvSpPr>
        <p:spPr>
          <a:xfrm xmlns:a="http://schemas.openxmlformats.org/drawingml/2006/main">
            <a:off x="2871788" y="4343400"/>
            <a:ext cx="838390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5738" b="1">
                <a:solidFill>
                  <a:srgbClr val="FFC857"/>
                </a:solidFill>
                <a:latin typeface="Nunito"/>
                <a:ea typeface="Nunito"/>
                <a:cs typeface="Nunito"/>
              </a:defRPr>
            </a:pPr>
            <a:r>
              <a:rPr sz="5738" b="1">
                <a:solidFill>
                  <a:srgbClr val="FFC857"/>
                </a:solidFill>
                <a:latin typeface="Nunito"/>
                <a:ea typeface="Nunito"/>
                <a:cs typeface="Nunito"/>
              </a:rPr>
              <a:t>00:45</a:t>
            </a:r>
          </a:p>
        </p:txBody>
      </p:sp>
      <p:sp>
        <p:nvSpPr>
          <p:cNvPr id="6" name="text-874">
            <a:extLst xmlns:a="http://schemas.openxmlformats.org/drawingml/2006/main">
              <a:ext uri="{FF2B5EF4-FFF2-40B4-BE49-F238E27FC236}">
                <a16:creationId xmlns:a16="http://schemas.microsoft.com/office/drawing/2014/main" id="{D22019FE-2231-410A-AC6F-365CFBDC6A29}"/>
              </a:ext>
            </a:extLst>
          </p:cNvPr>
          <p:cNvSpPr>
            <a:spLocks xmlns:a="http://schemas.openxmlformats.org/drawingml/2006/main" noGrp="1"/>
          </p:cNvSpPr>
          <p:nvPr/>
        </p:nvSpPr>
        <p:spPr>
          <a:xfrm xmlns:a="http://schemas.openxmlformats.org/drawingml/2006/main">
            <a:off x="2871788" y="5553075"/>
            <a:ext cx="838390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20" b="1">
                <a:solidFill>
                  <a:srgbClr val="4EE5FF"/>
                </a:solidFill>
                <a:latin typeface="Nunito"/>
                <a:ea typeface="Nunito"/>
                <a:cs typeface="Nunito"/>
              </a:defRPr>
            </a:pPr>
            <a:r>
              <a:rPr sz="1620" b="1">
                <a:solidFill>
                  <a:srgbClr val="4EE5FF"/>
                </a:solidFill>
                <a:latin typeface="Nunito"/>
                <a:ea typeface="Nunito"/>
                <a:cs typeface="Nunito"/>
                <a:hlinkClick xmlns:r="http://schemas.openxmlformats.org/officeDocument/2006/relationships" r:id="Re5a401b51ea74e09"/>
              </a:rPr>
              <a:t>Live timer on the website</a:t>
            </a:r>
          </a:p>
        </p:txBody>
      </p:sp>
      <p:sp>
        <p:nvSpPr>
          <p:cNvPr id="7" name="progress-875">
            <a:extLst xmlns:a="http://schemas.openxmlformats.org/drawingml/2006/main">
              <a:ext uri="{FF2B5EF4-FFF2-40B4-BE49-F238E27FC236}">
                <a16:creationId xmlns:a16="http://schemas.microsoft.com/office/drawing/2014/main" id="{7E78544E-09A1-45E8-BC9C-FE9559C20F1E}"/>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8" name="progress-876">
            <a:extLst xmlns:a="http://schemas.openxmlformats.org/drawingml/2006/main">
              <a:ext uri="{FF2B5EF4-FFF2-40B4-BE49-F238E27FC236}">
                <a16:creationId xmlns:a16="http://schemas.microsoft.com/office/drawing/2014/main" id="{458BB902-9B3D-4927-85E8-22F3D92B66B1}"/>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8 / 10</a:t>
            </a:r>
          </a:p>
        </p:txBody>
      </p:sp>
      <p:sp>
        <p:nvSpPr>
          <p:cNvPr id="9" name="progress-877">
            <a:extLst xmlns:a="http://schemas.openxmlformats.org/drawingml/2006/main">
              <a:ext uri="{FF2B5EF4-FFF2-40B4-BE49-F238E27FC236}">
                <a16:creationId xmlns:a16="http://schemas.microsoft.com/office/drawing/2014/main" id="{3B79F23C-59EE-4365-8B7A-D1C2B51E3B8B}"/>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0" name="progress-878">
            <a:extLst xmlns:a="http://schemas.openxmlformats.org/drawingml/2006/main">
              <a:ext uri="{FF2B5EF4-FFF2-40B4-BE49-F238E27FC236}">
                <a16:creationId xmlns:a16="http://schemas.microsoft.com/office/drawing/2014/main" id="{AE028153-4ECE-42F9-A433-C8B39CEC3C90}"/>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100</a:t>
            </a:r>
          </a:p>
        </p:txBody>
      </p:sp>
      <p:sp>
        <p:nvSpPr>
          <p:cNvPr id="11" name="progress-879">
            <a:extLst xmlns:a="http://schemas.openxmlformats.org/drawingml/2006/main">
              <a:ext uri="{FF2B5EF4-FFF2-40B4-BE49-F238E27FC236}">
                <a16:creationId xmlns:a16="http://schemas.microsoft.com/office/drawing/2014/main" id="{94E09441-92B5-4071-B4CE-B9984523E9AE}"/>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2" name="sidebar-divider">
            <a:extLst xmlns:a="http://schemas.openxmlformats.org/drawingml/2006/main">
              <a:ext uri="{FF2B5EF4-FFF2-40B4-BE49-F238E27FC236}">
                <a16:creationId xmlns:a16="http://schemas.microsoft.com/office/drawing/2014/main" id="{E574DBEA-1646-45D8-9D79-190B38A56B75}"/>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3" name="progress-880">
            <a:extLst xmlns:a="http://schemas.openxmlformats.org/drawingml/2006/main">
              <a:ext uri="{FF2B5EF4-FFF2-40B4-BE49-F238E27FC236}">
                <a16:creationId xmlns:a16="http://schemas.microsoft.com/office/drawing/2014/main" id="{D0B9B518-4A5B-4FC4-B479-9483A09A7ECB}"/>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4" name="progress-881">
            <a:extLst xmlns:a="http://schemas.openxmlformats.org/drawingml/2006/main">
              <a:ext uri="{FF2B5EF4-FFF2-40B4-BE49-F238E27FC236}">
                <a16:creationId xmlns:a16="http://schemas.microsoft.com/office/drawing/2014/main" id="{3B9E1B47-BA59-45C0-A34F-019928506B65}"/>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5" name="progress-882">
            <a:extLst xmlns:a="http://schemas.openxmlformats.org/drawingml/2006/main">
              <a:ext uri="{FF2B5EF4-FFF2-40B4-BE49-F238E27FC236}">
                <a16:creationId xmlns:a16="http://schemas.microsoft.com/office/drawing/2014/main" id="{58E15026-D15A-4850-B270-0A1E2970EB8E}"/>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6" name="progress-883">
            <a:extLst xmlns:a="http://schemas.openxmlformats.org/drawingml/2006/main">
              <a:ext uri="{FF2B5EF4-FFF2-40B4-BE49-F238E27FC236}">
                <a16:creationId xmlns:a16="http://schemas.microsoft.com/office/drawing/2014/main" id="{3969F013-5A21-44D7-A576-D1F717D0127A}"/>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17" name="progress-884">
            <a:extLst xmlns:a="http://schemas.openxmlformats.org/drawingml/2006/main">
              <a:ext uri="{FF2B5EF4-FFF2-40B4-BE49-F238E27FC236}">
                <a16:creationId xmlns:a16="http://schemas.microsoft.com/office/drawing/2014/main" id="{B874F2F4-4C2D-4283-8847-9890DEAB7F7B}"/>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18" name="progress-885">
            <a:extLst xmlns:a="http://schemas.openxmlformats.org/drawingml/2006/main">
              <a:ext uri="{FF2B5EF4-FFF2-40B4-BE49-F238E27FC236}">
                <a16:creationId xmlns:a16="http://schemas.microsoft.com/office/drawing/2014/main" id="{293025DB-0743-4097-83CF-5A99E125FC74}"/>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6. Experience</a:t>
            </a:r>
          </a:p>
        </p:txBody>
      </p:sp>
      <p:sp>
        <p:nvSpPr>
          <p:cNvPr id="19" name="progress-886">
            <a:extLst xmlns:a="http://schemas.openxmlformats.org/drawingml/2006/main">
              <a:ext uri="{FF2B5EF4-FFF2-40B4-BE49-F238E27FC236}">
                <a16:creationId xmlns:a16="http://schemas.microsoft.com/office/drawing/2014/main" id="{C5282F3A-3D24-4124-830D-8E59A4A8FD31}"/>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7. Conclusion</a:t>
            </a:r>
          </a:p>
        </p:txBody>
      </p:sp>
      <p:sp>
        <p:nvSpPr>
          <p:cNvPr id="20" name="progress-887">
            <a:extLst xmlns:a="http://schemas.openxmlformats.org/drawingml/2006/main">
              <a:ext uri="{FF2B5EF4-FFF2-40B4-BE49-F238E27FC236}">
                <a16:creationId xmlns:a16="http://schemas.microsoft.com/office/drawing/2014/main" id="{618348CE-82EA-4D53-B9FF-E46A0025A67A}"/>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8. Passive</a:t>
            </a:r>
          </a:p>
        </p:txBody>
      </p:sp>
      <p:sp>
        <p:nvSpPr>
          <p:cNvPr id="21" name="progress-888">
            <a:extLst xmlns:a="http://schemas.openxmlformats.org/drawingml/2006/main">
              <a:ext uri="{FF2B5EF4-FFF2-40B4-BE49-F238E27FC236}">
                <a16:creationId xmlns:a16="http://schemas.microsoft.com/office/drawing/2014/main" id="{89B596F8-7DC8-4D31-9450-A7FA647B09CA}"/>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4EE5FF"/>
                </a:solidFill>
                <a:latin typeface="Nunito"/>
                <a:ea typeface="Nunito"/>
                <a:cs typeface="Nunito"/>
              </a:defRPr>
            </a:pPr>
            <a:r>
              <a:rPr sz="1275" b="1">
                <a:solidFill>
                  <a:srgbClr val="4EE5FF"/>
                </a:solidFill>
                <a:latin typeface="Nunito"/>
                <a:ea typeface="Nunito"/>
                <a:cs typeface="Nunito"/>
              </a:rPr>
              <a:t>› 9. Example</a:t>
            </a:r>
          </a:p>
        </p:txBody>
      </p:sp>
      <p:sp>
        <p:nvSpPr>
          <p:cNvPr id="22" name="progress-889">
            <a:extLst xmlns:a="http://schemas.openxmlformats.org/drawingml/2006/main">
              <a:ext uri="{FF2B5EF4-FFF2-40B4-BE49-F238E27FC236}">
                <a16:creationId xmlns:a16="http://schemas.microsoft.com/office/drawing/2014/main" id="{D5537398-E452-4697-B7BB-469D8C12C5E5}"/>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3" name="progress-890">
            <a:extLst xmlns:a="http://schemas.openxmlformats.org/drawingml/2006/main">
              <a:ext uri="{FF2B5EF4-FFF2-40B4-BE49-F238E27FC236}">
                <a16:creationId xmlns:a16="http://schemas.microsoft.com/office/drawing/2014/main" id="{DB10DA8F-DF43-45AD-BDC7-D21DBC594224}"/>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4" name="text-891">
            <a:extLst xmlns:a="http://schemas.openxmlformats.org/drawingml/2006/main">
              <a:ext uri="{FF2B5EF4-FFF2-40B4-BE49-F238E27FC236}">
                <a16:creationId xmlns:a16="http://schemas.microsoft.com/office/drawing/2014/main" id="{65E3BC29-32BB-4D21-BFA3-D5E329AAD866}"/>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38 / 50</a:t>
            </a:r>
          </a:p>
        </p:txBody>
      </p:sp>
    </p:spTree>
    <p:extLst>
      <p:ext uri="{BB962C8B-B14F-4D97-AF65-F5344CB8AC3E}">
        <p14:creationId xmlns:p14="http://schemas.microsoft.com/office/powerpoint/2010/main" val="191745917"/>
      </p:ext>
    </p:extLst>
  </p:cSld>
</p:sld>
</file>

<file path=ppt/slides/slide39.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6" name="text-892">
            <a:extLst xmlns:a="http://schemas.openxmlformats.org/drawingml/2006/main">
              <a:ext uri="{FF2B5EF4-FFF2-40B4-BE49-F238E27FC236}">
                <a16:creationId xmlns:a16="http://schemas.microsoft.com/office/drawing/2014/main" id="{8D1340CB-2F75-4FC5-98B8-5D88ED7FDC71}"/>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8423ecd485c7454f"/>
              </a:rPr>
              <a:t>⌂</a:t>
            </a:r>
          </a:p>
        </p:txBody>
      </p:sp>
      <p:sp>
        <p:nvSpPr>
          <p:cNvPr id="2" name="title-893">
            <a:extLst xmlns:a="http://schemas.openxmlformats.org/drawingml/2006/main">
              <a:ext uri="{FF2B5EF4-FFF2-40B4-BE49-F238E27FC236}">
                <a16:creationId xmlns:a16="http://schemas.microsoft.com/office/drawing/2014/main" id="{CD033794-0CE9-4F3A-A6D6-686858CC05B1}"/>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Ninth sentence · Our essay so far</a:t>
            </a:r>
          </a:p>
        </p:txBody>
      </p:sp>
      <p:sp>
        <p:nvSpPr>
          <p:cNvPr id="3" name="text-894">
            <a:extLst xmlns:a="http://schemas.openxmlformats.org/drawingml/2006/main">
              <a:ext uri="{FF2B5EF4-FFF2-40B4-BE49-F238E27FC236}">
                <a16:creationId xmlns:a16="http://schemas.microsoft.com/office/drawing/2014/main" id="{BD8DDE4D-E0F6-42AA-AB02-7377DC9EC099}"/>
              </a:ext>
            </a:extLst>
          </p:cNvPr>
          <p:cNvSpPr>
            <a:spLocks xmlns:a="http://schemas.openxmlformats.org/drawingml/2006/main" noGrp="1"/>
          </p:cNvSpPr>
          <p:nvPr/>
        </p:nvSpPr>
        <p:spPr>
          <a:xfrm xmlns:a="http://schemas.openxmlformats.org/drawingml/2006/main">
            <a:off x="2778633" y="1257300"/>
            <a:ext cx="8570214"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School games are part of school life, but some students play better than others. I claim that every student should have a chance to play.</a:t>
            </a:r>
          </a:p>
        </p:txBody>
      </p:sp>
      <p:sp>
        <p:nvSpPr>
          <p:cNvPr id="4" name="text-895">
            <a:extLst xmlns:a="http://schemas.openxmlformats.org/drawingml/2006/main">
              <a:ext uri="{FF2B5EF4-FFF2-40B4-BE49-F238E27FC236}">
                <a16:creationId xmlns:a16="http://schemas.microsoft.com/office/drawing/2014/main" id="{C775AA40-F55E-4DB7-955A-CC89E328C12E}"/>
              </a:ext>
            </a:extLst>
          </p:cNvPr>
          <p:cNvSpPr>
            <a:spLocks xmlns:a="http://schemas.openxmlformats.org/drawingml/2006/main" noGrp="1"/>
          </p:cNvSpPr>
          <p:nvPr/>
        </p:nvSpPr>
        <p:spPr>
          <a:xfrm xmlns:a="http://schemas.openxmlformats.org/drawingml/2006/main">
            <a:off x="2778633" y="2143125"/>
            <a:ext cx="8570214"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On the one hand, some students may make more mistakes during games. If they play, the team will sometimes lose since these mistakes can help the other team. For example, they may pass the ball to the other team.</a:t>
            </a:r>
          </a:p>
        </p:txBody>
      </p:sp>
      <p:sp>
        <p:nvSpPr>
          <p:cNvPr id="5" name="text-896">
            <a:extLst xmlns:a="http://schemas.openxmlformats.org/drawingml/2006/main">
              <a:ext uri="{FF2B5EF4-FFF2-40B4-BE49-F238E27FC236}">
                <a16:creationId xmlns:a16="http://schemas.microsoft.com/office/drawing/2014/main" id="{71326DF4-75A1-4DA1-B1A7-50322D906510}"/>
              </a:ext>
            </a:extLst>
          </p:cNvPr>
          <p:cNvSpPr>
            <a:spLocks xmlns:a="http://schemas.openxmlformats.org/drawingml/2006/main" noGrp="1"/>
          </p:cNvSpPr>
          <p:nvPr/>
        </p:nvSpPr>
        <p:spPr>
          <a:xfrm xmlns:a="http://schemas.openxmlformats.org/drawingml/2006/main">
            <a:off x="2778633" y="3476625"/>
            <a:ext cx="8570214"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On the other hand, playing together can help students make friends and feel better. Some students have felt alone, so joining a team can help them.</a:t>
            </a:r>
          </a:p>
        </p:txBody>
      </p:sp>
      <p:sp>
        <p:nvSpPr>
          <p:cNvPr id="6" name="text-897">
            <a:extLst xmlns:a="http://schemas.openxmlformats.org/drawingml/2006/main">
              <a:ext uri="{FF2B5EF4-FFF2-40B4-BE49-F238E27FC236}">
                <a16:creationId xmlns:a16="http://schemas.microsoft.com/office/drawing/2014/main" id="{1DFC9B0D-3FF5-4B5C-B5B8-D6E03C19DDA1}"/>
              </a:ext>
            </a:extLst>
          </p:cNvPr>
          <p:cNvSpPr>
            <a:spLocks xmlns:a="http://schemas.openxmlformats.org/drawingml/2006/main" noGrp="1"/>
          </p:cNvSpPr>
          <p:nvPr/>
        </p:nvSpPr>
        <p:spPr>
          <a:xfrm xmlns:a="http://schemas.openxmlformats.org/drawingml/2006/main">
            <a:off x="2778633" y="4810125"/>
            <a:ext cx="8570214"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In conclusion, I believe that everyone should have a chance to play. Therefore, every student should be included in class games.</a:t>
            </a:r>
          </a:p>
        </p:txBody>
      </p:sp>
      <p:sp>
        <p:nvSpPr>
          <p:cNvPr id="7" name="text-898">
            <a:extLst xmlns:a="http://schemas.openxmlformats.org/drawingml/2006/main">
              <a:ext uri="{FF2B5EF4-FFF2-40B4-BE49-F238E27FC236}">
                <a16:creationId xmlns:a16="http://schemas.microsoft.com/office/drawing/2014/main" id="{8E27120C-7C21-4806-A932-1714A61B3CBA}"/>
              </a:ext>
            </a:extLst>
          </p:cNvPr>
          <p:cNvSpPr>
            <a:spLocks xmlns:a="http://schemas.openxmlformats.org/drawingml/2006/main" noGrp="1"/>
          </p:cNvSpPr>
          <p:nvPr/>
        </p:nvSpPr>
        <p:spPr>
          <a:xfrm xmlns:a="http://schemas.openxmlformats.org/drawingml/2006/main">
            <a:off x="2794159" y="5934075"/>
            <a:ext cx="8539162"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85" b="1">
                <a:solidFill>
                  <a:srgbClr val="DFFF5B"/>
                </a:solidFill>
                <a:latin typeface="Nunito"/>
                <a:ea typeface="Nunito"/>
                <a:cs typeface="Nunito"/>
              </a:defRPr>
            </a:pPr>
            <a:r>
              <a:rPr sz="1485" b="1">
                <a:solidFill>
                  <a:srgbClr val="DFFF5B"/>
                </a:solidFill>
                <a:latin typeface="Nunito"/>
                <a:ea typeface="Nunito"/>
                <a:cs typeface="Nunito"/>
              </a:rPr>
              <a:t>9/10 sentences · 111 words</a:t>
            </a:r>
          </a:p>
        </p:txBody>
      </p:sp>
      <p:sp>
        <p:nvSpPr>
          <p:cNvPr id="8" name="progress-899">
            <a:extLst xmlns:a="http://schemas.openxmlformats.org/drawingml/2006/main">
              <a:ext uri="{FF2B5EF4-FFF2-40B4-BE49-F238E27FC236}">
                <a16:creationId xmlns:a16="http://schemas.microsoft.com/office/drawing/2014/main" id="{2C521392-09C4-489B-8F56-3156FC2C3ABD}"/>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9" name="progress-900">
            <a:extLst xmlns:a="http://schemas.openxmlformats.org/drawingml/2006/main">
              <a:ext uri="{FF2B5EF4-FFF2-40B4-BE49-F238E27FC236}">
                <a16:creationId xmlns:a16="http://schemas.microsoft.com/office/drawing/2014/main" id="{25811EF2-7E80-4D00-844D-3945FA6604B1}"/>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9 / 10</a:t>
            </a:r>
          </a:p>
        </p:txBody>
      </p:sp>
      <p:sp>
        <p:nvSpPr>
          <p:cNvPr id="10" name="progress-901">
            <a:extLst xmlns:a="http://schemas.openxmlformats.org/drawingml/2006/main">
              <a:ext uri="{FF2B5EF4-FFF2-40B4-BE49-F238E27FC236}">
                <a16:creationId xmlns:a16="http://schemas.microsoft.com/office/drawing/2014/main" id="{65C53300-6F0D-4FC1-8002-4C3E8F7117A8}"/>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1" name="progress-902">
            <a:extLst xmlns:a="http://schemas.openxmlformats.org/drawingml/2006/main">
              <a:ext uri="{FF2B5EF4-FFF2-40B4-BE49-F238E27FC236}">
                <a16:creationId xmlns:a16="http://schemas.microsoft.com/office/drawing/2014/main" id="{FDCB4F24-B197-411F-A749-D3AA05B37C18}"/>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111</a:t>
            </a:r>
          </a:p>
        </p:txBody>
      </p:sp>
      <p:sp>
        <p:nvSpPr>
          <p:cNvPr id="12" name="progress-903">
            <a:extLst xmlns:a="http://schemas.openxmlformats.org/drawingml/2006/main">
              <a:ext uri="{FF2B5EF4-FFF2-40B4-BE49-F238E27FC236}">
                <a16:creationId xmlns:a16="http://schemas.microsoft.com/office/drawing/2014/main" id="{1F052B20-6387-4DA8-9FFE-E77FC39ECDA6}"/>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3" name="sidebar-divider">
            <a:extLst xmlns:a="http://schemas.openxmlformats.org/drawingml/2006/main">
              <a:ext uri="{FF2B5EF4-FFF2-40B4-BE49-F238E27FC236}">
                <a16:creationId xmlns:a16="http://schemas.microsoft.com/office/drawing/2014/main" id="{A2B12123-A7CD-47FF-B9B6-073E12A5A9B1}"/>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4" name="progress-904">
            <a:extLst xmlns:a="http://schemas.openxmlformats.org/drawingml/2006/main">
              <a:ext uri="{FF2B5EF4-FFF2-40B4-BE49-F238E27FC236}">
                <a16:creationId xmlns:a16="http://schemas.microsoft.com/office/drawing/2014/main" id="{4C7B45F7-3E9C-4E1B-8076-77B847155A38}"/>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5" name="progress-905">
            <a:extLst xmlns:a="http://schemas.openxmlformats.org/drawingml/2006/main">
              <a:ext uri="{FF2B5EF4-FFF2-40B4-BE49-F238E27FC236}">
                <a16:creationId xmlns:a16="http://schemas.microsoft.com/office/drawing/2014/main" id="{F893E2D3-BDD1-4E12-A35E-287022863606}"/>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6" name="progress-906">
            <a:extLst xmlns:a="http://schemas.openxmlformats.org/drawingml/2006/main">
              <a:ext uri="{FF2B5EF4-FFF2-40B4-BE49-F238E27FC236}">
                <a16:creationId xmlns:a16="http://schemas.microsoft.com/office/drawing/2014/main" id="{45459C10-A2F3-4E8E-98BA-62EB7542C1FB}"/>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7" name="progress-907">
            <a:extLst xmlns:a="http://schemas.openxmlformats.org/drawingml/2006/main">
              <a:ext uri="{FF2B5EF4-FFF2-40B4-BE49-F238E27FC236}">
                <a16:creationId xmlns:a16="http://schemas.microsoft.com/office/drawing/2014/main" id="{10E738C7-CA10-4E04-9DE1-33D5E8167EF0}"/>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18" name="progress-908">
            <a:extLst xmlns:a="http://schemas.openxmlformats.org/drawingml/2006/main">
              <a:ext uri="{FF2B5EF4-FFF2-40B4-BE49-F238E27FC236}">
                <a16:creationId xmlns:a16="http://schemas.microsoft.com/office/drawing/2014/main" id="{91208697-6CFC-40CC-A7DA-4AF2AC3C2313}"/>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19" name="progress-909">
            <a:extLst xmlns:a="http://schemas.openxmlformats.org/drawingml/2006/main">
              <a:ext uri="{FF2B5EF4-FFF2-40B4-BE49-F238E27FC236}">
                <a16:creationId xmlns:a16="http://schemas.microsoft.com/office/drawing/2014/main" id="{99BCD84A-C25A-4214-BCA4-BCC00EEEA106}"/>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6. Experience</a:t>
            </a:r>
          </a:p>
        </p:txBody>
      </p:sp>
      <p:sp>
        <p:nvSpPr>
          <p:cNvPr id="20" name="progress-910">
            <a:extLst xmlns:a="http://schemas.openxmlformats.org/drawingml/2006/main">
              <a:ext uri="{FF2B5EF4-FFF2-40B4-BE49-F238E27FC236}">
                <a16:creationId xmlns:a16="http://schemas.microsoft.com/office/drawing/2014/main" id="{3794135B-2D9F-4DA3-876C-3D3290C451DC}"/>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7. Conclusion</a:t>
            </a:r>
          </a:p>
        </p:txBody>
      </p:sp>
      <p:sp>
        <p:nvSpPr>
          <p:cNvPr id="21" name="progress-911">
            <a:extLst xmlns:a="http://schemas.openxmlformats.org/drawingml/2006/main">
              <a:ext uri="{FF2B5EF4-FFF2-40B4-BE49-F238E27FC236}">
                <a16:creationId xmlns:a16="http://schemas.microsoft.com/office/drawing/2014/main" id="{6FD1588A-2F63-40AE-84E0-84FD61BA09A2}"/>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8. Passive</a:t>
            </a:r>
          </a:p>
        </p:txBody>
      </p:sp>
      <p:sp>
        <p:nvSpPr>
          <p:cNvPr id="22" name="progress-912">
            <a:extLst xmlns:a="http://schemas.openxmlformats.org/drawingml/2006/main">
              <a:ext uri="{FF2B5EF4-FFF2-40B4-BE49-F238E27FC236}">
                <a16:creationId xmlns:a16="http://schemas.microsoft.com/office/drawing/2014/main" id="{55566678-55C7-45BF-8D33-15E163461CFD}"/>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9. Example</a:t>
            </a:r>
          </a:p>
        </p:txBody>
      </p:sp>
      <p:sp>
        <p:nvSpPr>
          <p:cNvPr id="23" name="progress-913">
            <a:extLst xmlns:a="http://schemas.openxmlformats.org/drawingml/2006/main">
              <a:ext uri="{FF2B5EF4-FFF2-40B4-BE49-F238E27FC236}">
                <a16:creationId xmlns:a16="http://schemas.microsoft.com/office/drawing/2014/main" id="{473710D3-1BEC-4974-9485-C5DBBAC10994}"/>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A9BDD2"/>
                </a:solidFill>
                <a:latin typeface="Nunito"/>
                <a:ea typeface="Nunito"/>
                <a:cs typeface="Nunito"/>
              </a:defRPr>
            </a:pPr>
            <a:r>
              <a:rPr sz="1275" b="0">
                <a:solidFill>
                  <a:srgbClr val="A9BDD2"/>
                </a:solidFill>
                <a:latin typeface="Nunito"/>
                <a:ea typeface="Nunito"/>
                <a:cs typeface="Nunito"/>
              </a:rPr>
              <a:t>10. One more idea</a:t>
            </a:r>
          </a:p>
        </p:txBody>
      </p:sp>
      <p:sp>
        <p:nvSpPr>
          <p:cNvPr id="24" name="progress-914">
            <a:extLst xmlns:a="http://schemas.openxmlformats.org/drawingml/2006/main">
              <a:ext uri="{FF2B5EF4-FFF2-40B4-BE49-F238E27FC236}">
                <a16:creationId xmlns:a16="http://schemas.microsoft.com/office/drawing/2014/main" id="{CE1DDD4D-B41E-47FB-B216-E2FC2B69A2D5}"/>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5" name="text-915">
            <a:extLst xmlns:a="http://schemas.openxmlformats.org/drawingml/2006/main">
              <a:ext uri="{FF2B5EF4-FFF2-40B4-BE49-F238E27FC236}">
                <a16:creationId xmlns:a16="http://schemas.microsoft.com/office/drawing/2014/main" id="{E709B045-8CC8-464D-BE8D-F8E8813FBA90}"/>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39 / 50</a:t>
            </a:r>
          </a:p>
        </p:txBody>
      </p:sp>
    </p:spTree>
    <p:extLst>
      <p:ext uri="{BB962C8B-B14F-4D97-AF65-F5344CB8AC3E}">
        <p14:creationId xmlns:p14="http://schemas.microsoft.com/office/powerpoint/2010/main" val="2046458610"/>
      </p:ext>
    </p:extLst>
  </p:cSld>
</p:sld>
</file>

<file path=ppt/slides/slide40.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5" name="text-916">
            <a:extLst xmlns:a="http://schemas.openxmlformats.org/drawingml/2006/main">
              <a:ext uri="{FF2B5EF4-FFF2-40B4-BE49-F238E27FC236}">
                <a16:creationId xmlns:a16="http://schemas.microsoft.com/office/drawing/2014/main" id="{E5093B51-1623-488C-B419-4D00B91B625A}"/>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a4b0c9d95a2d41ac"/>
              </a:rPr>
              <a:t>⌂</a:t>
            </a:r>
          </a:p>
        </p:txBody>
      </p:sp>
      <p:sp>
        <p:nvSpPr>
          <p:cNvPr id="2" name="title-917">
            <a:extLst xmlns:a="http://schemas.openxmlformats.org/drawingml/2006/main">
              <a:ext uri="{FF2B5EF4-FFF2-40B4-BE49-F238E27FC236}">
                <a16:creationId xmlns:a16="http://schemas.microsoft.com/office/drawing/2014/main" id="{E0A96883-5939-4B56-BD9E-A0C4CF00D8FC}"/>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Tenth sentence · One more idea</a:t>
            </a:r>
          </a:p>
        </p:txBody>
      </p:sp>
      <p:sp>
        <p:nvSpPr>
          <p:cNvPr id="3" name="text-918">
            <a:extLst xmlns:a="http://schemas.openxmlformats.org/drawingml/2006/main">
              <a:ext uri="{FF2B5EF4-FFF2-40B4-BE49-F238E27FC236}">
                <a16:creationId xmlns:a16="http://schemas.microsoft.com/office/drawing/2014/main" id="{0BDCDF2F-D6F6-4E58-BF22-CD75469C31ED}"/>
              </a:ext>
            </a:extLst>
          </p:cNvPr>
          <p:cNvSpPr>
            <a:spLocks xmlns:a="http://schemas.openxmlformats.org/drawingml/2006/main" noGrp="1"/>
          </p:cNvSpPr>
          <p:nvPr/>
        </p:nvSpPr>
        <p:spPr>
          <a:xfrm xmlns:a="http://schemas.openxmlformats.org/drawingml/2006/main">
            <a:off x="2794159" y="1562100"/>
            <a:ext cx="8539162"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038" b="1">
                <a:solidFill>
                  <a:srgbClr val="F7F7F2"/>
                </a:solidFill>
                <a:latin typeface="Nunito"/>
                <a:ea typeface="Nunito"/>
                <a:cs typeface="Nunito"/>
              </a:defRPr>
            </a:pPr>
            <a:r>
              <a:rPr sz="3038" b="1">
                <a:solidFill>
                  <a:srgbClr val="F7F7F2"/>
                </a:solidFill>
                <a:latin typeface="Nunito"/>
                <a:ea typeface="Nunito"/>
                <a:cs typeface="Nunito"/>
              </a:rPr>
              <a:t>Moreover, students can ...</a:t>
            </a:r>
          </a:p>
        </p:txBody>
      </p:sp>
      <p:sp>
        <p:nvSpPr>
          <p:cNvPr id="4" name="text-919">
            <a:extLst xmlns:a="http://schemas.openxmlformats.org/drawingml/2006/main">
              <a:ext uri="{FF2B5EF4-FFF2-40B4-BE49-F238E27FC236}">
                <a16:creationId xmlns:a16="http://schemas.microsoft.com/office/drawing/2014/main" id="{9F230EA6-9981-4517-866D-60B10B290264}"/>
              </a:ext>
            </a:extLst>
          </p:cNvPr>
          <p:cNvSpPr>
            <a:spLocks xmlns:a="http://schemas.openxmlformats.org/drawingml/2006/main" noGrp="1"/>
          </p:cNvSpPr>
          <p:nvPr/>
        </p:nvSpPr>
        <p:spPr>
          <a:xfrm xmlns:a="http://schemas.openxmlformats.org/drawingml/2006/main">
            <a:off x="2871788" y="3143250"/>
            <a:ext cx="838390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93" b="1">
                <a:solidFill>
                  <a:srgbClr val="A9BDD2"/>
                </a:solidFill>
                <a:latin typeface="Nunito"/>
                <a:ea typeface="Nunito"/>
                <a:cs typeface="Nunito"/>
              </a:defRPr>
            </a:pPr>
            <a:r>
              <a:rPr sz="2093" b="1">
                <a:solidFill>
                  <a:srgbClr val="A9BDD2"/>
                </a:solidFill>
                <a:latin typeface="Nunito"/>
                <a:ea typeface="Nunito"/>
                <a:cs typeface="Nunito"/>
              </a:rPr>
              <a:t>What else can students learn? Put this idea in paragraph 3.</a:t>
            </a:r>
          </a:p>
        </p:txBody>
      </p:sp>
      <p:sp>
        <p:nvSpPr>
          <p:cNvPr id="5" name="text-920">
            <a:extLst xmlns:a="http://schemas.openxmlformats.org/drawingml/2006/main">
              <a:ext uri="{FF2B5EF4-FFF2-40B4-BE49-F238E27FC236}">
                <a16:creationId xmlns:a16="http://schemas.microsoft.com/office/drawing/2014/main" id="{CDCF3C2E-3B14-464F-BB3A-DC5FA33CCD45}"/>
              </a:ext>
            </a:extLst>
          </p:cNvPr>
          <p:cNvSpPr>
            <a:spLocks xmlns:a="http://schemas.openxmlformats.org/drawingml/2006/main" noGrp="1"/>
          </p:cNvSpPr>
          <p:nvPr/>
        </p:nvSpPr>
        <p:spPr>
          <a:xfrm xmlns:a="http://schemas.openxmlformats.org/drawingml/2006/main">
            <a:off x="2871788" y="4343400"/>
            <a:ext cx="838390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5738" b="1">
                <a:solidFill>
                  <a:srgbClr val="FFC857"/>
                </a:solidFill>
                <a:latin typeface="Nunito"/>
                <a:ea typeface="Nunito"/>
                <a:cs typeface="Nunito"/>
              </a:defRPr>
            </a:pPr>
            <a:r>
              <a:rPr sz="5738" b="1">
                <a:solidFill>
                  <a:srgbClr val="FFC857"/>
                </a:solidFill>
                <a:latin typeface="Nunito"/>
                <a:ea typeface="Nunito"/>
                <a:cs typeface="Nunito"/>
              </a:rPr>
              <a:t>00:45</a:t>
            </a:r>
          </a:p>
        </p:txBody>
      </p:sp>
      <p:sp>
        <p:nvSpPr>
          <p:cNvPr id="6" name="text-921">
            <a:extLst xmlns:a="http://schemas.openxmlformats.org/drawingml/2006/main">
              <a:ext uri="{FF2B5EF4-FFF2-40B4-BE49-F238E27FC236}">
                <a16:creationId xmlns:a16="http://schemas.microsoft.com/office/drawing/2014/main" id="{6599340A-EE05-457B-8B76-5908F1F7773A}"/>
              </a:ext>
            </a:extLst>
          </p:cNvPr>
          <p:cNvSpPr>
            <a:spLocks xmlns:a="http://schemas.openxmlformats.org/drawingml/2006/main" noGrp="1"/>
          </p:cNvSpPr>
          <p:nvPr/>
        </p:nvSpPr>
        <p:spPr>
          <a:xfrm xmlns:a="http://schemas.openxmlformats.org/drawingml/2006/main">
            <a:off x="2871788" y="5553075"/>
            <a:ext cx="838390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20" b="1">
                <a:solidFill>
                  <a:srgbClr val="4EE5FF"/>
                </a:solidFill>
                <a:latin typeface="Nunito"/>
                <a:ea typeface="Nunito"/>
                <a:cs typeface="Nunito"/>
              </a:defRPr>
            </a:pPr>
            <a:r>
              <a:rPr sz="1620" b="1">
                <a:solidFill>
                  <a:srgbClr val="4EE5FF"/>
                </a:solidFill>
                <a:latin typeface="Nunito"/>
                <a:ea typeface="Nunito"/>
                <a:cs typeface="Nunito"/>
                <a:hlinkClick xmlns:r="http://schemas.openxmlformats.org/officeDocument/2006/relationships" r:id="Rbde774fc9b474032"/>
              </a:rPr>
              <a:t>Live timer on the website</a:t>
            </a:r>
          </a:p>
        </p:txBody>
      </p:sp>
      <p:sp>
        <p:nvSpPr>
          <p:cNvPr id="7" name="progress-922">
            <a:extLst xmlns:a="http://schemas.openxmlformats.org/drawingml/2006/main">
              <a:ext uri="{FF2B5EF4-FFF2-40B4-BE49-F238E27FC236}">
                <a16:creationId xmlns:a16="http://schemas.microsoft.com/office/drawing/2014/main" id="{3A85A1CB-AB73-4C67-97A8-952470A9D965}"/>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8" name="progress-923">
            <a:extLst xmlns:a="http://schemas.openxmlformats.org/drawingml/2006/main">
              <a:ext uri="{FF2B5EF4-FFF2-40B4-BE49-F238E27FC236}">
                <a16:creationId xmlns:a16="http://schemas.microsoft.com/office/drawing/2014/main" id="{162DE81B-4AED-4C34-855F-9EC149252B05}"/>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9 / 10</a:t>
            </a:r>
          </a:p>
        </p:txBody>
      </p:sp>
      <p:sp>
        <p:nvSpPr>
          <p:cNvPr id="9" name="progress-924">
            <a:extLst xmlns:a="http://schemas.openxmlformats.org/drawingml/2006/main">
              <a:ext uri="{FF2B5EF4-FFF2-40B4-BE49-F238E27FC236}">
                <a16:creationId xmlns:a16="http://schemas.microsoft.com/office/drawing/2014/main" id="{F0F766FB-5D57-4C03-9469-12293EBDEC3B}"/>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0" name="progress-925">
            <a:extLst xmlns:a="http://schemas.openxmlformats.org/drawingml/2006/main">
              <a:ext uri="{FF2B5EF4-FFF2-40B4-BE49-F238E27FC236}">
                <a16:creationId xmlns:a16="http://schemas.microsoft.com/office/drawing/2014/main" id="{91BDEA1A-1C31-4F51-ABDF-748FD485037C}"/>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111</a:t>
            </a:r>
          </a:p>
        </p:txBody>
      </p:sp>
      <p:sp>
        <p:nvSpPr>
          <p:cNvPr id="11" name="progress-926">
            <a:extLst xmlns:a="http://schemas.openxmlformats.org/drawingml/2006/main">
              <a:ext uri="{FF2B5EF4-FFF2-40B4-BE49-F238E27FC236}">
                <a16:creationId xmlns:a16="http://schemas.microsoft.com/office/drawing/2014/main" id="{847ACC8C-23C1-4DFA-BEC8-856CE0F7F02A}"/>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2" name="sidebar-divider">
            <a:extLst xmlns:a="http://schemas.openxmlformats.org/drawingml/2006/main">
              <a:ext uri="{FF2B5EF4-FFF2-40B4-BE49-F238E27FC236}">
                <a16:creationId xmlns:a16="http://schemas.microsoft.com/office/drawing/2014/main" id="{ECEA00D2-4E42-4943-8D8C-14F8438C1B4E}"/>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3" name="progress-927">
            <a:extLst xmlns:a="http://schemas.openxmlformats.org/drawingml/2006/main">
              <a:ext uri="{FF2B5EF4-FFF2-40B4-BE49-F238E27FC236}">
                <a16:creationId xmlns:a16="http://schemas.microsoft.com/office/drawing/2014/main" id="{FE7C7345-5197-4F6C-B937-7DB7C2FD3351}"/>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4" name="progress-928">
            <a:extLst xmlns:a="http://schemas.openxmlformats.org/drawingml/2006/main">
              <a:ext uri="{FF2B5EF4-FFF2-40B4-BE49-F238E27FC236}">
                <a16:creationId xmlns:a16="http://schemas.microsoft.com/office/drawing/2014/main" id="{42D33A68-7C89-400B-8218-FADBD2362F8F}"/>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5" name="progress-929">
            <a:extLst xmlns:a="http://schemas.openxmlformats.org/drawingml/2006/main">
              <a:ext uri="{FF2B5EF4-FFF2-40B4-BE49-F238E27FC236}">
                <a16:creationId xmlns:a16="http://schemas.microsoft.com/office/drawing/2014/main" id="{B6C3C846-4E97-4E07-86C0-37867FDF411C}"/>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6" name="progress-930">
            <a:extLst xmlns:a="http://schemas.openxmlformats.org/drawingml/2006/main">
              <a:ext uri="{FF2B5EF4-FFF2-40B4-BE49-F238E27FC236}">
                <a16:creationId xmlns:a16="http://schemas.microsoft.com/office/drawing/2014/main" id="{61E2B832-889D-4F54-951F-BFF150317544}"/>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17" name="progress-931">
            <a:extLst xmlns:a="http://schemas.openxmlformats.org/drawingml/2006/main">
              <a:ext uri="{FF2B5EF4-FFF2-40B4-BE49-F238E27FC236}">
                <a16:creationId xmlns:a16="http://schemas.microsoft.com/office/drawing/2014/main" id="{D5D2A03D-B54E-46BF-BCD7-F8545C835A7C}"/>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18" name="progress-932">
            <a:extLst xmlns:a="http://schemas.openxmlformats.org/drawingml/2006/main">
              <a:ext uri="{FF2B5EF4-FFF2-40B4-BE49-F238E27FC236}">
                <a16:creationId xmlns:a16="http://schemas.microsoft.com/office/drawing/2014/main" id="{7AF3B4BB-4BD6-4FE1-A870-BB706E415DA2}"/>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6. Experience</a:t>
            </a:r>
          </a:p>
        </p:txBody>
      </p:sp>
      <p:sp>
        <p:nvSpPr>
          <p:cNvPr id="19" name="progress-933">
            <a:extLst xmlns:a="http://schemas.openxmlformats.org/drawingml/2006/main">
              <a:ext uri="{FF2B5EF4-FFF2-40B4-BE49-F238E27FC236}">
                <a16:creationId xmlns:a16="http://schemas.microsoft.com/office/drawing/2014/main" id="{597051B8-6514-4670-BFBC-569B6EF639B3}"/>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7. Conclusion</a:t>
            </a:r>
          </a:p>
        </p:txBody>
      </p:sp>
      <p:sp>
        <p:nvSpPr>
          <p:cNvPr id="20" name="progress-934">
            <a:extLst xmlns:a="http://schemas.openxmlformats.org/drawingml/2006/main">
              <a:ext uri="{FF2B5EF4-FFF2-40B4-BE49-F238E27FC236}">
                <a16:creationId xmlns:a16="http://schemas.microsoft.com/office/drawing/2014/main" id="{57CCC5D1-0D27-4A49-873C-65D49AF0FC26}"/>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8. Passive</a:t>
            </a:r>
          </a:p>
        </p:txBody>
      </p:sp>
      <p:sp>
        <p:nvSpPr>
          <p:cNvPr id="21" name="progress-935">
            <a:extLst xmlns:a="http://schemas.openxmlformats.org/drawingml/2006/main">
              <a:ext uri="{FF2B5EF4-FFF2-40B4-BE49-F238E27FC236}">
                <a16:creationId xmlns:a16="http://schemas.microsoft.com/office/drawing/2014/main" id="{AB5DED05-F97B-44A3-9D3E-379C4B8717B1}"/>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9. Example</a:t>
            </a:r>
          </a:p>
        </p:txBody>
      </p:sp>
      <p:sp>
        <p:nvSpPr>
          <p:cNvPr id="22" name="progress-936">
            <a:extLst xmlns:a="http://schemas.openxmlformats.org/drawingml/2006/main">
              <a:ext uri="{FF2B5EF4-FFF2-40B4-BE49-F238E27FC236}">
                <a16:creationId xmlns:a16="http://schemas.microsoft.com/office/drawing/2014/main" id="{F96B2386-C764-46BD-B973-4AC18FD1E558}"/>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4EE5FF"/>
                </a:solidFill>
                <a:latin typeface="Nunito"/>
                <a:ea typeface="Nunito"/>
                <a:cs typeface="Nunito"/>
              </a:defRPr>
            </a:pPr>
            <a:r>
              <a:rPr sz="1275" b="1">
                <a:solidFill>
                  <a:srgbClr val="4EE5FF"/>
                </a:solidFill>
                <a:latin typeface="Nunito"/>
                <a:ea typeface="Nunito"/>
                <a:cs typeface="Nunito"/>
              </a:rPr>
              <a:t>› 10. One more idea</a:t>
            </a:r>
          </a:p>
        </p:txBody>
      </p:sp>
      <p:sp>
        <p:nvSpPr>
          <p:cNvPr id="23" name="progress-937">
            <a:extLst xmlns:a="http://schemas.openxmlformats.org/drawingml/2006/main">
              <a:ext uri="{FF2B5EF4-FFF2-40B4-BE49-F238E27FC236}">
                <a16:creationId xmlns:a16="http://schemas.microsoft.com/office/drawing/2014/main" id="{4D06A292-D0B1-4D67-91E3-2AD2BEEC0340}"/>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4" name="text-938">
            <a:extLst xmlns:a="http://schemas.openxmlformats.org/drawingml/2006/main">
              <a:ext uri="{FF2B5EF4-FFF2-40B4-BE49-F238E27FC236}">
                <a16:creationId xmlns:a16="http://schemas.microsoft.com/office/drawing/2014/main" id="{69C8E375-A24C-405E-ABD7-4247FD91EEF7}"/>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40 / 50</a:t>
            </a:r>
          </a:p>
        </p:txBody>
      </p:sp>
    </p:spTree>
    <p:extLst>
      <p:ext uri="{BB962C8B-B14F-4D97-AF65-F5344CB8AC3E}">
        <p14:creationId xmlns:p14="http://schemas.microsoft.com/office/powerpoint/2010/main" val="867720577"/>
      </p:ext>
    </p:extLst>
  </p:cSld>
</p:sld>
</file>

<file path=ppt/slides/slide41.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6" name="text-939">
            <a:extLst xmlns:a="http://schemas.openxmlformats.org/drawingml/2006/main">
              <a:ext uri="{FF2B5EF4-FFF2-40B4-BE49-F238E27FC236}">
                <a16:creationId xmlns:a16="http://schemas.microsoft.com/office/drawing/2014/main" id="{350DC62F-620C-41F3-9D79-62B8585E5EC6}"/>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3221e4ee57634427"/>
              </a:rPr>
              <a:t>⌂</a:t>
            </a:r>
          </a:p>
        </p:txBody>
      </p:sp>
      <p:sp>
        <p:nvSpPr>
          <p:cNvPr id="2" name="title-940">
            <a:extLst xmlns:a="http://schemas.openxmlformats.org/drawingml/2006/main">
              <a:ext uri="{FF2B5EF4-FFF2-40B4-BE49-F238E27FC236}">
                <a16:creationId xmlns:a16="http://schemas.microsoft.com/office/drawing/2014/main" id="{480AF57E-6D6E-4904-BB53-8B56C3FAA864}"/>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Tenth sentence · Our essay so far</a:t>
            </a:r>
          </a:p>
        </p:txBody>
      </p:sp>
      <p:sp>
        <p:nvSpPr>
          <p:cNvPr id="3" name="text-941">
            <a:extLst xmlns:a="http://schemas.openxmlformats.org/drawingml/2006/main">
              <a:ext uri="{FF2B5EF4-FFF2-40B4-BE49-F238E27FC236}">
                <a16:creationId xmlns:a16="http://schemas.microsoft.com/office/drawing/2014/main" id="{D692283D-E2BF-4C99-81ED-DB906901219F}"/>
              </a:ext>
            </a:extLst>
          </p:cNvPr>
          <p:cNvSpPr>
            <a:spLocks xmlns:a="http://schemas.openxmlformats.org/drawingml/2006/main" noGrp="1"/>
          </p:cNvSpPr>
          <p:nvPr/>
        </p:nvSpPr>
        <p:spPr>
          <a:xfrm xmlns:a="http://schemas.openxmlformats.org/drawingml/2006/main">
            <a:off x="2778633" y="1257300"/>
            <a:ext cx="8570214"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School games are part of school life, but some students play better than others. I claim that every student should have a chance to play.</a:t>
            </a:r>
          </a:p>
        </p:txBody>
      </p:sp>
      <p:sp>
        <p:nvSpPr>
          <p:cNvPr id="4" name="text-942">
            <a:extLst xmlns:a="http://schemas.openxmlformats.org/drawingml/2006/main">
              <a:ext uri="{FF2B5EF4-FFF2-40B4-BE49-F238E27FC236}">
                <a16:creationId xmlns:a16="http://schemas.microsoft.com/office/drawing/2014/main" id="{AC6C50E5-8EE3-4B84-B4FF-AF1C4F969B7F}"/>
              </a:ext>
            </a:extLst>
          </p:cNvPr>
          <p:cNvSpPr>
            <a:spLocks xmlns:a="http://schemas.openxmlformats.org/drawingml/2006/main" noGrp="1"/>
          </p:cNvSpPr>
          <p:nvPr/>
        </p:nvSpPr>
        <p:spPr>
          <a:xfrm xmlns:a="http://schemas.openxmlformats.org/drawingml/2006/main">
            <a:off x="2778633" y="2143125"/>
            <a:ext cx="8570214"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On the one hand, some students may make more mistakes during games. If they play, the team will sometimes lose since these mistakes can help the other team. For example, they may pass the ball to the other team.</a:t>
            </a:r>
          </a:p>
        </p:txBody>
      </p:sp>
      <p:sp>
        <p:nvSpPr>
          <p:cNvPr id="5" name="text-943">
            <a:extLst xmlns:a="http://schemas.openxmlformats.org/drawingml/2006/main">
              <a:ext uri="{FF2B5EF4-FFF2-40B4-BE49-F238E27FC236}">
                <a16:creationId xmlns:a16="http://schemas.microsoft.com/office/drawing/2014/main" id="{C110BBB5-ADA9-4B43-9781-9D7CE452322D}"/>
              </a:ext>
            </a:extLst>
          </p:cNvPr>
          <p:cNvSpPr>
            <a:spLocks xmlns:a="http://schemas.openxmlformats.org/drawingml/2006/main" noGrp="1"/>
          </p:cNvSpPr>
          <p:nvPr/>
        </p:nvSpPr>
        <p:spPr>
          <a:xfrm xmlns:a="http://schemas.openxmlformats.org/drawingml/2006/main">
            <a:off x="2778633" y="3476625"/>
            <a:ext cx="8570214"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On the other hand, playing together can help students make friends and feel better. Some students have felt alone, so joining a team can help them. Moreover, students can learn to help each other when they play together.</a:t>
            </a:r>
          </a:p>
        </p:txBody>
      </p:sp>
      <p:sp>
        <p:nvSpPr>
          <p:cNvPr id="6" name="text-944">
            <a:extLst xmlns:a="http://schemas.openxmlformats.org/drawingml/2006/main">
              <a:ext uri="{FF2B5EF4-FFF2-40B4-BE49-F238E27FC236}">
                <a16:creationId xmlns:a16="http://schemas.microsoft.com/office/drawing/2014/main" id="{43B4E53F-9E66-4269-B87C-88437788ADC2}"/>
              </a:ext>
            </a:extLst>
          </p:cNvPr>
          <p:cNvSpPr>
            <a:spLocks xmlns:a="http://schemas.openxmlformats.org/drawingml/2006/main" noGrp="1"/>
          </p:cNvSpPr>
          <p:nvPr/>
        </p:nvSpPr>
        <p:spPr>
          <a:xfrm xmlns:a="http://schemas.openxmlformats.org/drawingml/2006/main">
            <a:off x="2778633" y="4810125"/>
            <a:ext cx="8570214"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23" b="0">
                <a:solidFill>
                  <a:srgbClr val="F7F7F2"/>
                </a:solidFill>
                <a:latin typeface="Nunito"/>
                <a:ea typeface="Nunito"/>
                <a:cs typeface="Nunito"/>
              </a:defRPr>
            </a:pPr>
            <a:r>
              <a:rPr sz="1823" b="0">
                <a:solidFill>
                  <a:srgbClr val="F7F7F2"/>
                </a:solidFill>
                <a:latin typeface="Nunito"/>
                <a:ea typeface="Nunito"/>
                <a:cs typeface="Nunito"/>
              </a:rPr>
              <a:t>In conclusion, I believe that everyone should have a chance to play. Therefore, every student should be included in class games.</a:t>
            </a:r>
          </a:p>
        </p:txBody>
      </p:sp>
      <p:sp>
        <p:nvSpPr>
          <p:cNvPr id="7" name="text-945">
            <a:extLst xmlns:a="http://schemas.openxmlformats.org/drawingml/2006/main">
              <a:ext uri="{FF2B5EF4-FFF2-40B4-BE49-F238E27FC236}">
                <a16:creationId xmlns:a16="http://schemas.microsoft.com/office/drawing/2014/main" id="{049A9C16-6C1D-460E-913C-E28E04ED41D4}"/>
              </a:ext>
            </a:extLst>
          </p:cNvPr>
          <p:cNvSpPr>
            <a:spLocks xmlns:a="http://schemas.openxmlformats.org/drawingml/2006/main" noGrp="1"/>
          </p:cNvSpPr>
          <p:nvPr/>
        </p:nvSpPr>
        <p:spPr>
          <a:xfrm xmlns:a="http://schemas.openxmlformats.org/drawingml/2006/main">
            <a:off x="2794159" y="5934075"/>
            <a:ext cx="8539162"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85" b="1">
                <a:solidFill>
                  <a:srgbClr val="DFFF5B"/>
                </a:solidFill>
                <a:latin typeface="Nunito"/>
                <a:ea typeface="Nunito"/>
                <a:cs typeface="Nunito"/>
              </a:defRPr>
            </a:pPr>
            <a:r>
              <a:rPr sz="1485" b="1">
                <a:solidFill>
                  <a:srgbClr val="DFFF5B"/>
                </a:solidFill>
                <a:latin typeface="Nunito"/>
                <a:ea typeface="Nunito"/>
                <a:cs typeface="Nunito"/>
              </a:rPr>
              <a:t>10/10 sentences · 123 words</a:t>
            </a:r>
          </a:p>
        </p:txBody>
      </p:sp>
      <p:sp>
        <p:nvSpPr>
          <p:cNvPr id="8" name="progress-946">
            <a:extLst xmlns:a="http://schemas.openxmlformats.org/drawingml/2006/main">
              <a:ext uri="{FF2B5EF4-FFF2-40B4-BE49-F238E27FC236}">
                <a16:creationId xmlns:a16="http://schemas.microsoft.com/office/drawing/2014/main" id="{C5D0DCE0-17B2-47D8-A6DE-D27E848A3171}"/>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9" name="progress-947">
            <a:extLst xmlns:a="http://schemas.openxmlformats.org/drawingml/2006/main">
              <a:ext uri="{FF2B5EF4-FFF2-40B4-BE49-F238E27FC236}">
                <a16:creationId xmlns:a16="http://schemas.microsoft.com/office/drawing/2014/main" id="{D01336C6-567F-4EB9-B5EB-806261662331}"/>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10 / 10</a:t>
            </a:r>
          </a:p>
        </p:txBody>
      </p:sp>
      <p:sp>
        <p:nvSpPr>
          <p:cNvPr id="10" name="progress-948">
            <a:extLst xmlns:a="http://schemas.openxmlformats.org/drawingml/2006/main">
              <a:ext uri="{FF2B5EF4-FFF2-40B4-BE49-F238E27FC236}">
                <a16:creationId xmlns:a16="http://schemas.microsoft.com/office/drawing/2014/main" id="{3293167D-C530-4F7C-9026-9E9AC026C373}"/>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1" name="progress-949">
            <a:extLst xmlns:a="http://schemas.openxmlformats.org/drawingml/2006/main">
              <a:ext uri="{FF2B5EF4-FFF2-40B4-BE49-F238E27FC236}">
                <a16:creationId xmlns:a16="http://schemas.microsoft.com/office/drawing/2014/main" id="{F175DBBE-CBB0-42CE-AED9-92DD7B9239BE}"/>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123</a:t>
            </a:r>
          </a:p>
        </p:txBody>
      </p:sp>
      <p:sp>
        <p:nvSpPr>
          <p:cNvPr id="12" name="progress-950">
            <a:extLst xmlns:a="http://schemas.openxmlformats.org/drawingml/2006/main">
              <a:ext uri="{FF2B5EF4-FFF2-40B4-BE49-F238E27FC236}">
                <a16:creationId xmlns:a16="http://schemas.microsoft.com/office/drawing/2014/main" id="{AB724A3C-40E8-4AB1-BBA1-D2B51D8C9CBF}"/>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3" name="sidebar-divider">
            <a:extLst xmlns:a="http://schemas.openxmlformats.org/drawingml/2006/main">
              <a:ext uri="{FF2B5EF4-FFF2-40B4-BE49-F238E27FC236}">
                <a16:creationId xmlns:a16="http://schemas.microsoft.com/office/drawing/2014/main" id="{5195B8EE-DD94-4964-A7EB-18F1CCD1BF76}"/>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4" name="progress-951">
            <a:extLst xmlns:a="http://schemas.openxmlformats.org/drawingml/2006/main">
              <a:ext uri="{FF2B5EF4-FFF2-40B4-BE49-F238E27FC236}">
                <a16:creationId xmlns:a16="http://schemas.microsoft.com/office/drawing/2014/main" id="{BED7AC6D-F57D-4933-93DC-3F5A14EB75D4}"/>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5" name="progress-952">
            <a:extLst xmlns:a="http://schemas.openxmlformats.org/drawingml/2006/main">
              <a:ext uri="{FF2B5EF4-FFF2-40B4-BE49-F238E27FC236}">
                <a16:creationId xmlns:a16="http://schemas.microsoft.com/office/drawing/2014/main" id="{6B518F64-8536-421D-9B0F-525A7B432C9E}"/>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6" name="progress-953">
            <a:extLst xmlns:a="http://schemas.openxmlformats.org/drawingml/2006/main">
              <a:ext uri="{FF2B5EF4-FFF2-40B4-BE49-F238E27FC236}">
                <a16:creationId xmlns:a16="http://schemas.microsoft.com/office/drawing/2014/main" id="{C22419FF-BD63-4E2D-A779-2DB23D1DDAEF}"/>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7" name="progress-954">
            <a:extLst xmlns:a="http://schemas.openxmlformats.org/drawingml/2006/main">
              <a:ext uri="{FF2B5EF4-FFF2-40B4-BE49-F238E27FC236}">
                <a16:creationId xmlns:a16="http://schemas.microsoft.com/office/drawing/2014/main" id="{20710109-BAD5-4EB2-A8AC-7C42D4DCC03E}"/>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18" name="progress-955">
            <a:extLst xmlns:a="http://schemas.openxmlformats.org/drawingml/2006/main">
              <a:ext uri="{FF2B5EF4-FFF2-40B4-BE49-F238E27FC236}">
                <a16:creationId xmlns:a16="http://schemas.microsoft.com/office/drawing/2014/main" id="{2CA50F1A-1772-4FED-BD79-3BAB1A626E1A}"/>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19" name="progress-956">
            <a:extLst xmlns:a="http://schemas.openxmlformats.org/drawingml/2006/main">
              <a:ext uri="{FF2B5EF4-FFF2-40B4-BE49-F238E27FC236}">
                <a16:creationId xmlns:a16="http://schemas.microsoft.com/office/drawing/2014/main" id="{2FD97DF6-EC63-48A2-965B-151CB4A6678E}"/>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6. Experience</a:t>
            </a:r>
          </a:p>
        </p:txBody>
      </p:sp>
      <p:sp>
        <p:nvSpPr>
          <p:cNvPr id="20" name="progress-957">
            <a:extLst xmlns:a="http://schemas.openxmlformats.org/drawingml/2006/main">
              <a:ext uri="{FF2B5EF4-FFF2-40B4-BE49-F238E27FC236}">
                <a16:creationId xmlns:a16="http://schemas.microsoft.com/office/drawing/2014/main" id="{9BF609CB-6BA9-4454-8F8A-44E17C7520D5}"/>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7. Conclusion</a:t>
            </a:r>
          </a:p>
        </p:txBody>
      </p:sp>
      <p:sp>
        <p:nvSpPr>
          <p:cNvPr id="21" name="progress-958">
            <a:extLst xmlns:a="http://schemas.openxmlformats.org/drawingml/2006/main">
              <a:ext uri="{FF2B5EF4-FFF2-40B4-BE49-F238E27FC236}">
                <a16:creationId xmlns:a16="http://schemas.microsoft.com/office/drawing/2014/main" id="{A5A005EE-54E7-421F-9521-FE6D29DD763A}"/>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8. Passive</a:t>
            </a:r>
          </a:p>
        </p:txBody>
      </p:sp>
      <p:sp>
        <p:nvSpPr>
          <p:cNvPr id="22" name="progress-959">
            <a:extLst xmlns:a="http://schemas.openxmlformats.org/drawingml/2006/main">
              <a:ext uri="{FF2B5EF4-FFF2-40B4-BE49-F238E27FC236}">
                <a16:creationId xmlns:a16="http://schemas.microsoft.com/office/drawing/2014/main" id="{6B938893-2F70-4D64-BA93-76157566481E}"/>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9. Example</a:t>
            </a:r>
          </a:p>
        </p:txBody>
      </p:sp>
      <p:sp>
        <p:nvSpPr>
          <p:cNvPr id="23" name="progress-960">
            <a:extLst xmlns:a="http://schemas.openxmlformats.org/drawingml/2006/main">
              <a:ext uri="{FF2B5EF4-FFF2-40B4-BE49-F238E27FC236}">
                <a16:creationId xmlns:a16="http://schemas.microsoft.com/office/drawing/2014/main" id="{827466B8-CE4C-4617-95ED-9A3C4E48D971}"/>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10. One more idea</a:t>
            </a:r>
          </a:p>
        </p:txBody>
      </p:sp>
      <p:sp>
        <p:nvSpPr>
          <p:cNvPr id="24" name="progress-961">
            <a:extLst xmlns:a="http://schemas.openxmlformats.org/drawingml/2006/main">
              <a:ext uri="{FF2B5EF4-FFF2-40B4-BE49-F238E27FC236}">
                <a16:creationId xmlns:a16="http://schemas.microsoft.com/office/drawing/2014/main" id="{B63887FB-C25A-4E2C-9DF4-29DCFE445487}"/>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5" name="text-962">
            <a:extLst xmlns:a="http://schemas.openxmlformats.org/drawingml/2006/main">
              <a:ext uri="{FF2B5EF4-FFF2-40B4-BE49-F238E27FC236}">
                <a16:creationId xmlns:a16="http://schemas.microsoft.com/office/drawing/2014/main" id="{633A3355-29C5-4D1A-9236-7A540D9B21DF}"/>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41 / 50</a:t>
            </a:r>
          </a:p>
        </p:txBody>
      </p:sp>
    </p:spTree>
    <p:extLst>
      <p:ext uri="{BB962C8B-B14F-4D97-AF65-F5344CB8AC3E}">
        <p14:creationId xmlns:p14="http://schemas.microsoft.com/office/powerpoint/2010/main" val="1162795293"/>
      </p:ext>
    </p:extLst>
  </p:cSld>
</p:sld>
</file>

<file path=ppt/slides/slide42.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3" name="text-963">
            <a:extLst xmlns:a="http://schemas.openxmlformats.org/drawingml/2006/main">
              <a:ext uri="{FF2B5EF4-FFF2-40B4-BE49-F238E27FC236}">
                <a16:creationId xmlns:a16="http://schemas.microsoft.com/office/drawing/2014/main" id="{195F5417-F202-4726-8378-CC2D3BE7A229}"/>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6d5104f591434b2d"/>
              </a:rPr>
              <a:t>⌂</a:t>
            </a:r>
          </a:p>
        </p:txBody>
      </p:sp>
      <p:sp>
        <p:nvSpPr>
          <p:cNvPr id="2" name="title-964">
            <a:extLst xmlns:a="http://schemas.openxmlformats.org/drawingml/2006/main">
              <a:ext uri="{FF2B5EF4-FFF2-40B4-BE49-F238E27FC236}">
                <a16:creationId xmlns:a16="http://schemas.microsoft.com/office/drawing/2014/main" id="{1C698916-E9F9-4A2C-B428-4A2A07015496}"/>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A short break</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5cb0016915cb41a5"/>
          <a:stretch xmlns:a="http://schemas.openxmlformats.org/drawingml/2006/main"/>
        </p:blipFill>
        <p:spPr>
          <a:xfrm xmlns:a="http://schemas.openxmlformats.org/drawingml/2006/main">
            <a:off x="5588794" y="1304925"/>
            <a:ext cx="3619500" cy="3619500"/>
          </a:xfrm>
          <a:prstGeom xmlns:a="http://schemas.openxmlformats.org/drawingml/2006/main" prst="rect">
            <a:avLst/>
          </a:prstGeom>
        </p:spPr>
      </p:pic>
      <p:sp>
        <p:nvSpPr>
          <p:cNvPr id="4" name="text-965">
            <a:extLst xmlns:a="http://schemas.openxmlformats.org/drawingml/2006/main">
              <a:ext uri="{FF2B5EF4-FFF2-40B4-BE49-F238E27FC236}">
                <a16:creationId xmlns:a16="http://schemas.microsoft.com/office/drawing/2014/main" id="{B5663B79-9D9B-4615-B2A1-7658BFFF747E}"/>
              </a:ext>
            </a:extLst>
          </p:cNvPr>
          <p:cNvSpPr>
            <a:spLocks xmlns:a="http://schemas.openxmlformats.org/drawingml/2006/main" noGrp="1"/>
          </p:cNvSpPr>
          <p:nvPr/>
        </p:nvSpPr>
        <p:spPr>
          <a:xfrm xmlns:a="http://schemas.openxmlformats.org/drawingml/2006/main">
            <a:off x="2716530" y="5143500"/>
            <a:ext cx="869442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30" b="1">
                <a:solidFill>
                  <a:srgbClr val="FFC857"/>
                </a:solidFill>
                <a:latin typeface="Nunito"/>
                <a:ea typeface="Nunito"/>
                <a:cs typeface="Nunito"/>
              </a:defRPr>
            </a:pPr>
            <a:r>
              <a:rPr sz="2430" b="1">
                <a:solidFill>
                  <a:srgbClr val="FFC857"/>
                </a:solidFill>
                <a:latin typeface="Nunito"/>
                <a:ea typeface="Nunito"/>
                <a:cs typeface="Nunito"/>
              </a:rPr>
              <a:t>Everyone should be included. Even the chair needs practice.</a:t>
            </a:r>
          </a:p>
        </p:txBody>
      </p:sp>
      <p:sp>
        <p:nvSpPr>
          <p:cNvPr id="5" name="progress-966">
            <a:extLst xmlns:a="http://schemas.openxmlformats.org/drawingml/2006/main">
              <a:ext uri="{FF2B5EF4-FFF2-40B4-BE49-F238E27FC236}">
                <a16:creationId xmlns:a16="http://schemas.microsoft.com/office/drawing/2014/main" id="{BFD5C0E6-9548-46E2-9766-EED0F09BF4BD}"/>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6" name="progress-967">
            <a:extLst xmlns:a="http://schemas.openxmlformats.org/drawingml/2006/main">
              <a:ext uri="{FF2B5EF4-FFF2-40B4-BE49-F238E27FC236}">
                <a16:creationId xmlns:a16="http://schemas.microsoft.com/office/drawing/2014/main" id="{58182F87-7E57-4816-AEC9-DC782D741529}"/>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10 / 10</a:t>
            </a:r>
          </a:p>
        </p:txBody>
      </p:sp>
      <p:sp>
        <p:nvSpPr>
          <p:cNvPr id="7" name="progress-968">
            <a:extLst xmlns:a="http://schemas.openxmlformats.org/drawingml/2006/main">
              <a:ext uri="{FF2B5EF4-FFF2-40B4-BE49-F238E27FC236}">
                <a16:creationId xmlns:a16="http://schemas.microsoft.com/office/drawing/2014/main" id="{1F64E3DD-71B3-4C33-B9D5-53B875612B29}"/>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8" name="progress-969">
            <a:extLst xmlns:a="http://schemas.openxmlformats.org/drawingml/2006/main">
              <a:ext uri="{FF2B5EF4-FFF2-40B4-BE49-F238E27FC236}">
                <a16:creationId xmlns:a16="http://schemas.microsoft.com/office/drawing/2014/main" id="{0B2F969D-6038-42ED-8371-973B46122529}"/>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123</a:t>
            </a:r>
          </a:p>
        </p:txBody>
      </p:sp>
      <p:sp>
        <p:nvSpPr>
          <p:cNvPr id="9" name="progress-970">
            <a:extLst xmlns:a="http://schemas.openxmlformats.org/drawingml/2006/main">
              <a:ext uri="{FF2B5EF4-FFF2-40B4-BE49-F238E27FC236}">
                <a16:creationId xmlns:a16="http://schemas.microsoft.com/office/drawing/2014/main" id="{2EDBB202-98A9-49AE-8791-5B3EE6F764FD}"/>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0" name="sidebar-divider">
            <a:extLst xmlns:a="http://schemas.openxmlformats.org/drawingml/2006/main">
              <a:ext uri="{FF2B5EF4-FFF2-40B4-BE49-F238E27FC236}">
                <a16:creationId xmlns:a16="http://schemas.microsoft.com/office/drawing/2014/main" id="{E887274B-490A-47EA-8E9A-11142FF4A86E}"/>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1" name="progress-971">
            <a:extLst xmlns:a="http://schemas.openxmlformats.org/drawingml/2006/main">
              <a:ext uri="{FF2B5EF4-FFF2-40B4-BE49-F238E27FC236}">
                <a16:creationId xmlns:a16="http://schemas.microsoft.com/office/drawing/2014/main" id="{55701FF3-5CD4-49B6-B63F-1329BF5CBAEB}"/>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2" name="progress-972">
            <a:extLst xmlns:a="http://schemas.openxmlformats.org/drawingml/2006/main">
              <a:ext uri="{FF2B5EF4-FFF2-40B4-BE49-F238E27FC236}">
                <a16:creationId xmlns:a16="http://schemas.microsoft.com/office/drawing/2014/main" id="{343016E1-FA34-4EE9-A6EC-91D27F78A75B}"/>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3" name="progress-973">
            <a:extLst xmlns:a="http://schemas.openxmlformats.org/drawingml/2006/main">
              <a:ext uri="{FF2B5EF4-FFF2-40B4-BE49-F238E27FC236}">
                <a16:creationId xmlns:a16="http://schemas.microsoft.com/office/drawing/2014/main" id="{06255024-D6C7-4927-9B48-6B87C0A3F916}"/>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4" name="progress-974">
            <a:extLst xmlns:a="http://schemas.openxmlformats.org/drawingml/2006/main">
              <a:ext uri="{FF2B5EF4-FFF2-40B4-BE49-F238E27FC236}">
                <a16:creationId xmlns:a16="http://schemas.microsoft.com/office/drawing/2014/main" id="{E96401F0-0E74-4205-811E-A3DFD6F2E6F8}"/>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15" name="progress-975">
            <a:extLst xmlns:a="http://schemas.openxmlformats.org/drawingml/2006/main">
              <a:ext uri="{FF2B5EF4-FFF2-40B4-BE49-F238E27FC236}">
                <a16:creationId xmlns:a16="http://schemas.microsoft.com/office/drawing/2014/main" id="{D2420E5B-C5D7-4658-87CB-9A7E5D3DD2E0}"/>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16" name="progress-976">
            <a:extLst xmlns:a="http://schemas.openxmlformats.org/drawingml/2006/main">
              <a:ext uri="{FF2B5EF4-FFF2-40B4-BE49-F238E27FC236}">
                <a16:creationId xmlns:a16="http://schemas.microsoft.com/office/drawing/2014/main" id="{CF0889B8-AF87-4F36-8AD3-9C696768CE44}"/>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6. Experience</a:t>
            </a:r>
          </a:p>
        </p:txBody>
      </p:sp>
      <p:sp>
        <p:nvSpPr>
          <p:cNvPr id="17" name="progress-977">
            <a:extLst xmlns:a="http://schemas.openxmlformats.org/drawingml/2006/main">
              <a:ext uri="{FF2B5EF4-FFF2-40B4-BE49-F238E27FC236}">
                <a16:creationId xmlns:a16="http://schemas.microsoft.com/office/drawing/2014/main" id="{379D2F2D-489E-4497-8069-56CF1CFA085D}"/>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7. Conclusion</a:t>
            </a:r>
          </a:p>
        </p:txBody>
      </p:sp>
      <p:sp>
        <p:nvSpPr>
          <p:cNvPr id="18" name="progress-978">
            <a:extLst xmlns:a="http://schemas.openxmlformats.org/drawingml/2006/main">
              <a:ext uri="{FF2B5EF4-FFF2-40B4-BE49-F238E27FC236}">
                <a16:creationId xmlns:a16="http://schemas.microsoft.com/office/drawing/2014/main" id="{30E3462A-F190-4AAA-BD1F-99DBC15892E0}"/>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8. Passive</a:t>
            </a:r>
          </a:p>
        </p:txBody>
      </p:sp>
      <p:sp>
        <p:nvSpPr>
          <p:cNvPr id="19" name="progress-979">
            <a:extLst xmlns:a="http://schemas.openxmlformats.org/drawingml/2006/main">
              <a:ext uri="{FF2B5EF4-FFF2-40B4-BE49-F238E27FC236}">
                <a16:creationId xmlns:a16="http://schemas.microsoft.com/office/drawing/2014/main" id="{92C0D8E5-113E-45B7-A88F-C565D0F34E55}"/>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9. Example</a:t>
            </a:r>
          </a:p>
        </p:txBody>
      </p:sp>
      <p:sp>
        <p:nvSpPr>
          <p:cNvPr id="20" name="progress-980">
            <a:extLst xmlns:a="http://schemas.openxmlformats.org/drawingml/2006/main">
              <a:ext uri="{FF2B5EF4-FFF2-40B4-BE49-F238E27FC236}">
                <a16:creationId xmlns:a16="http://schemas.microsoft.com/office/drawing/2014/main" id="{3AD13CE1-50FC-4E64-98ED-75A3DEF3B129}"/>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10. One more idea</a:t>
            </a:r>
          </a:p>
        </p:txBody>
      </p:sp>
      <p:sp>
        <p:nvSpPr>
          <p:cNvPr id="21" name="progress-981">
            <a:extLst xmlns:a="http://schemas.openxmlformats.org/drawingml/2006/main">
              <a:ext uri="{FF2B5EF4-FFF2-40B4-BE49-F238E27FC236}">
                <a16:creationId xmlns:a16="http://schemas.microsoft.com/office/drawing/2014/main" id="{7FB15163-9B7F-4762-9135-C292606545F9}"/>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2" name="text-982">
            <a:extLst xmlns:a="http://schemas.openxmlformats.org/drawingml/2006/main">
              <a:ext uri="{FF2B5EF4-FFF2-40B4-BE49-F238E27FC236}">
                <a16:creationId xmlns:a16="http://schemas.microsoft.com/office/drawing/2014/main" id="{D61D926D-30F3-4AF6-A757-FCDE19D6C029}"/>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42 / 50</a:t>
            </a:r>
          </a:p>
        </p:txBody>
      </p:sp>
    </p:spTree>
    <p:extLst>
      <p:ext uri="{BB962C8B-B14F-4D97-AF65-F5344CB8AC3E}">
        <p14:creationId xmlns:p14="http://schemas.microsoft.com/office/powerpoint/2010/main" val="1486533468"/>
      </p:ext>
    </p:extLst>
  </p:cSld>
</p:sld>
</file>

<file path=ppt/slides/slide43.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3" name="text-983">
            <a:extLst xmlns:a="http://schemas.openxmlformats.org/drawingml/2006/main">
              <a:ext uri="{FF2B5EF4-FFF2-40B4-BE49-F238E27FC236}">
                <a16:creationId xmlns:a16="http://schemas.microsoft.com/office/drawing/2014/main" id="{31727DB0-9138-4105-83C5-21AEA1126505}"/>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4d7e24b5217a42b0"/>
              </a:rPr>
              <a:t>⌂</a:t>
            </a:r>
          </a:p>
        </p:txBody>
      </p:sp>
      <p:sp>
        <p:nvSpPr>
          <p:cNvPr id="2" name="title-984">
            <a:extLst xmlns:a="http://schemas.openxmlformats.org/drawingml/2006/main">
              <a:ext uri="{FF2B5EF4-FFF2-40B4-BE49-F238E27FC236}">
                <a16:creationId xmlns:a16="http://schemas.microsoft.com/office/drawing/2014/main" id="{4168D245-6E2D-41AA-9A98-09D142175267}"/>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Patterns for your next essay</a:t>
            </a:r>
          </a:p>
        </p:txBody>
      </p:sp>
      <p:sp>
        <p:nvSpPr>
          <p:cNvPr id="3" name="text-985">
            <a:extLst xmlns:a="http://schemas.openxmlformats.org/drawingml/2006/main">
              <a:ext uri="{FF2B5EF4-FFF2-40B4-BE49-F238E27FC236}">
                <a16:creationId xmlns:a16="http://schemas.microsoft.com/office/drawing/2014/main" id="{EF541A05-F6E8-43F5-AA2F-C53659014541}"/>
              </a:ext>
            </a:extLst>
          </p:cNvPr>
          <p:cNvSpPr>
            <a:spLocks xmlns:a="http://schemas.openxmlformats.org/drawingml/2006/main" noGrp="1"/>
          </p:cNvSpPr>
          <p:nvPr/>
        </p:nvSpPr>
        <p:spPr>
          <a:xfrm xmlns:a="http://schemas.openxmlformats.org/drawingml/2006/main">
            <a:off x="2755344" y="1438275"/>
            <a:ext cx="8616791"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105" b="1">
                <a:solidFill>
                  <a:srgbClr val="F7F7F2"/>
                </a:solidFill>
                <a:latin typeface="Nunito"/>
                <a:ea typeface="Nunito"/>
                <a:cs typeface="Nunito"/>
              </a:defRPr>
            </a:pPr>
            <a:r>
              <a:rPr sz="3105" b="1">
                <a:solidFill>
                  <a:srgbClr val="F7F7F2"/>
                </a:solidFill>
                <a:latin typeface="Nunito"/>
                <a:ea typeface="Nunito"/>
                <a:cs typeface="Nunito"/>
              </a:rPr>
              <a:t>If ..., ... will ...</a:t>
            </a:r>
          </a:p>
          <a:p xmlns:a="http://schemas.openxmlformats.org/drawingml/2006/main">
            <a:pPr algn="ctr">
              <a:defRPr sz="3105" b="1">
                <a:solidFill>
                  <a:srgbClr val="F7F7F2"/>
                </a:solidFill>
                <a:latin typeface="Nunito"/>
                <a:ea typeface="Nunito"/>
                <a:cs typeface="Nunito"/>
              </a:defRPr>
            </a:pPr>
            <a:r>
              <a:rPr sz="3105" b="1">
                <a:solidFill>
                  <a:srgbClr val="F7F7F2"/>
                </a:solidFill>
                <a:latin typeface="Nunito"/>
                <a:ea typeface="Nunito"/>
                <a:cs typeface="Nunito"/>
              </a:rPr>
              <a:t>Some ... have ...</a:t>
            </a:r>
          </a:p>
          <a:p xmlns:a="http://schemas.openxmlformats.org/drawingml/2006/main">
            <a:pPr algn="ctr">
              <a:defRPr sz="3105" b="1">
                <a:solidFill>
                  <a:srgbClr val="F7F7F2"/>
                </a:solidFill>
                <a:latin typeface="Nunito"/>
                <a:ea typeface="Nunito"/>
                <a:cs typeface="Nunito"/>
              </a:defRPr>
            </a:pPr>
            <a:r>
              <a:rPr sz="3105" b="1">
                <a:solidFill>
                  <a:srgbClr val="F7F7F2"/>
                </a:solidFill>
                <a:latin typeface="Nunito"/>
                <a:ea typeface="Nunito"/>
                <a:cs typeface="Nunito"/>
              </a:rPr>
              <a:t>... should be ...</a:t>
            </a:r>
          </a:p>
        </p:txBody>
      </p:sp>
      <p:sp>
        <p:nvSpPr>
          <p:cNvPr id="4" name="text-986">
            <a:extLst xmlns:a="http://schemas.openxmlformats.org/drawingml/2006/main">
              <a:ext uri="{FF2B5EF4-FFF2-40B4-BE49-F238E27FC236}">
                <a16:creationId xmlns:a16="http://schemas.microsoft.com/office/drawing/2014/main" id="{11839F11-66B3-48A6-A9DD-165982DD4FD1}"/>
              </a:ext>
            </a:extLst>
          </p:cNvPr>
          <p:cNvSpPr>
            <a:spLocks xmlns:a="http://schemas.openxmlformats.org/drawingml/2006/main" noGrp="1"/>
          </p:cNvSpPr>
          <p:nvPr/>
        </p:nvSpPr>
        <p:spPr>
          <a:xfrm xmlns:a="http://schemas.openxmlformats.org/drawingml/2006/main">
            <a:off x="2809685" y="4524375"/>
            <a:ext cx="8508111"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A9BDD2"/>
                </a:solidFill>
                <a:latin typeface="Nunito"/>
                <a:ea typeface="Nunito"/>
                <a:cs typeface="Nunito"/>
              </a:defRPr>
            </a:pPr>
            <a:r>
              <a:rPr sz="2228" b="1">
                <a:solidFill>
                  <a:srgbClr val="A9BDD2"/>
                </a:solidFill>
                <a:latin typeface="Nunito"/>
                <a:ea typeface="Nunito"/>
                <a:cs typeface="Nunito"/>
              </a:rPr>
              <a:t>Change the idea and topic words. Choose a pattern that fits.</a:t>
            </a:r>
          </a:p>
        </p:txBody>
      </p:sp>
      <p:sp>
        <p:nvSpPr>
          <p:cNvPr id="5" name="progress-987">
            <a:extLst xmlns:a="http://schemas.openxmlformats.org/drawingml/2006/main">
              <a:ext uri="{FF2B5EF4-FFF2-40B4-BE49-F238E27FC236}">
                <a16:creationId xmlns:a16="http://schemas.microsoft.com/office/drawing/2014/main" id="{9B5BE552-8A0F-4E6A-BB11-7AA629766480}"/>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6" name="progress-988">
            <a:extLst xmlns:a="http://schemas.openxmlformats.org/drawingml/2006/main">
              <a:ext uri="{FF2B5EF4-FFF2-40B4-BE49-F238E27FC236}">
                <a16:creationId xmlns:a16="http://schemas.microsoft.com/office/drawing/2014/main" id="{6FC8CE17-3BB3-4896-BDEF-EB5101736DD5}"/>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10 / 10</a:t>
            </a:r>
          </a:p>
        </p:txBody>
      </p:sp>
      <p:sp>
        <p:nvSpPr>
          <p:cNvPr id="7" name="progress-989">
            <a:extLst xmlns:a="http://schemas.openxmlformats.org/drawingml/2006/main">
              <a:ext uri="{FF2B5EF4-FFF2-40B4-BE49-F238E27FC236}">
                <a16:creationId xmlns:a16="http://schemas.microsoft.com/office/drawing/2014/main" id="{EFB10DA7-2064-42AC-93C9-B8FE269783E2}"/>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8" name="progress-990">
            <a:extLst xmlns:a="http://schemas.openxmlformats.org/drawingml/2006/main">
              <a:ext uri="{FF2B5EF4-FFF2-40B4-BE49-F238E27FC236}">
                <a16:creationId xmlns:a16="http://schemas.microsoft.com/office/drawing/2014/main" id="{0FB15E52-B10B-4A11-9CCE-B57DA29415C2}"/>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123</a:t>
            </a:r>
          </a:p>
        </p:txBody>
      </p:sp>
      <p:sp>
        <p:nvSpPr>
          <p:cNvPr id="9" name="progress-991">
            <a:extLst xmlns:a="http://schemas.openxmlformats.org/drawingml/2006/main">
              <a:ext uri="{FF2B5EF4-FFF2-40B4-BE49-F238E27FC236}">
                <a16:creationId xmlns:a16="http://schemas.microsoft.com/office/drawing/2014/main" id="{FD5CFC38-4182-44B5-B9FF-E9EC6ED62238}"/>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0" name="sidebar-divider">
            <a:extLst xmlns:a="http://schemas.openxmlformats.org/drawingml/2006/main">
              <a:ext uri="{FF2B5EF4-FFF2-40B4-BE49-F238E27FC236}">
                <a16:creationId xmlns:a16="http://schemas.microsoft.com/office/drawing/2014/main" id="{BC6CD12C-367D-4F98-8112-F041AC67F4B2}"/>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1" name="progress-992">
            <a:extLst xmlns:a="http://schemas.openxmlformats.org/drawingml/2006/main">
              <a:ext uri="{FF2B5EF4-FFF2-40B4-BE49-F238E27FC236}">
                <a16:creationId xmlns:a16="http://schemas.microsoft.com/office/drawing/2014/main" id="{389DA65E-09EC-4844-907E-941579AB4B73}"/>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2" name="progress-993">
            <a:extLst xmlns:a="http://schemas.openxmlformats.org/drawingml/2006/main">
              <a:ext uri="{FF2B5EF4-FFF2-40B4-BE49-F238E27FC236}">
                <a16:creationId xmlns:a16="http://schemas.microsoft.com/office/drawing/2014/main" id="{C8F69B5B-5E39-4F3E-97A2-6E275CFF58CA}"/>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3" name="progress-994">
            <a:extLst xmlns:a="http://schemas.openxmlformats.org/drawingml/2006/main">
              <a:ext uri="{FF2B5EF4-FFF2-40B4-BE49-F238E27FC236}">
                <a16:creationId xmlns:a16="http://schemas.microsoft.com/office/drawing/2014/main" id="{BD0F82C7-2570-4736-A6E3-230E9577131D}"/>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4" name="progress-995">
            <a:extLst xmlns:a="http://schemas.openxmlformats.org/drawingml/2006/main">
              <a:ext uri="{FF2B5EF4-FFF2-40B4-BE49-F238E27FC236}">
                <a16:creationId xmlns:a16="http://schemas.microsoft.com/office/drawing/2014/main" id="{1255A4B7-2B69-4288-AF5E-F5E146157D88}"/>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15" name="progress-996">
            <a:extLst xmlns:a="http://schemas.openxmlformats.org/drawingml/2006/main">
              <a:ext uri="{FF2B5EF4-FFF2-40B4-BE49-F238E27FC236}">
                <a16:creationId xmlns:a16="http://schemas.microsoft.com/office/drawing/2014/main" id="{8D436630-22E3-482E-A940-80F7AB3AAF28}"/>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16" name="progress-997">
            <a:extLst xmlns:a="http://schemas.openxmlformats.org/drawingml/2006/main">
              <a:ext uri="{FF2B5EF4-FFF2-40B4-BE49-F238E27FC236}">
                <a16:creationId xmlns:a16="http://schemas.microsoft.com/office/drawing/2014/main" id="{135EAF76-43ED-4AD1-A161-3E4842A0FBB7}"/>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6. Experience</a:t>
            </a:r>
          </a:p>
        </p:txBody>
      </p:sp>
      <p:sp>
        <p:nvSpPr>
          <p:cNvPr id="17" name="progress-998">
            <a:extLst xmlns:a="http://schemas.openxmlformats.org/drawingml/2006/main">
              <a:ext uri="{FF2B5EF4-FFF2-40B4-BE49-F238E27FC236}">
                <a16:creationId xmlns:a16="http://schemas.microsoft.com/office/drawing/2014/main" id="{23EB8118-C735-47F9-BDB3-81BF9EDF1563}"/>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7. Conclusion</a:t>
            </a:r>
          </a:p>
        </p:txBody>
      </p:sp>
      <p:sp>
        <p:nvSpPr>
          <p:cNvPr id="18" name="progress-999">
            <a:extLst xmlns:a="http://schemas.openxmlformats.org/drawingml/2006/main">
              <a:ext uri="{FF2B5EF4-FFF2-40B4-BE49-F238E27FC236}">
                <a16:creationId xmlns:a16="http://schemas.microsoft.com/office/drawing/2014/main" id="{15C0E781-3A55-4E82-A413-CD018FEA01F2}"/>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8. Passive</a:t>
            </a:r>
          </a:p>
        </p:txBody>
      </p:sp>
      <p:sp>
        <p:nvSpPr>
          <p:cNvPr id="19" name="progress-1000">
            <a:extLst xmlns:a="http://schemas.openxmlformats.org/drawingml/2006/main">
              <a:ext uri="{FF2B5EF4-FFF2-40B4-BE49-F238E27FC236}">
                <a16:creationId xmlns:a16="http://schemas.microsoft.com/office/drawing/2014/main" id="{4A98194E-26F9-4167-B0A0-1357B9BCB297}"/>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9. Example</a:t>
            </a:r>
          </a:p>
        </p:txBody>
      </p:sp>
      <p:sp>
        <p:nvSpPr>
          <p:cNvPr id="20" name="progress-1001">
            <a:extLst xmlns:a="http://schemas.openxmlformats.org/drawingml/2006/main">
              <a:ext uri="{FF2B5EF4-FFF2-40B4-BE49-F238E27FC236}">
                <a16:creationId xmlns:a16="http://schemas.microsoft.com/office/drawing/2014/main" id="{51C0019E-41B2-46E0-8624-C4C9ACB4DA49}"/>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10. One more idea</a:t>
            </a:r>
          </a:p>
        </p:txBody>
      </p:sp>
      <p:sp>
        <p:nvSpPr>
          <p:cNvPr id="21" name="progress-1002">
            <a:extLst xmlns:a="http://schemas.openxmlformats.org/drawingml/2006/main">
              <a:ext uri="{FF2B5EF4-FFF2-40B4-BE49-F238E27FC236}">
                <a16:creationId xmlns:a16="http://schemas.microsoft.com/office/drawing/2014/main" id="{865694C7-4C7B-4B4A-A1AE-A48BEAA2B224}"/>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2" name="text-1003">
            <a:extLst xmlns:a="http://schemas.openxmlformats.org/drawingml/2006/main">
              <a:ext uri="{FF2B5EF4-FFF2-40B4-BE49-F238E27FC236}">
                <a16:creationId xmlns:a16="http://schemas.microsoft.com/office/drawing/2014/main" id="{13BB0BD5-43BA-4353-BADC-70156C4B950E}"/>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43 / 50</a:t>
            </a:r>
          </a:p>
        </p:txBody>
      </p:sp>
    </p:spTree>
    <p:extLst>
      <p:ext uri="{BB962C8B-B14F-4D97-AF65-F5344CB8AC3E}">
        <p14:creationId xmlns:p14="http://schemas.microsoft.com/office/powerpoint/2010/main" val="1508911751"/>
      </p:ext>
    </p:extLst>
  </p:cSld>
</p:sld>
</file>

<file path=ppt/slides/slide44.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3" name="text-1004">
            <a:extLst xmlns:a="http://schemas.openxmlformats.org/drawingml/2006/main">
              <a:ext uri="{FF2B5EF4-FFF2-40B4-BE49-F238E27FC236}">
                <a16:creationId xmlns:a16="http://schemas.microsoft.com/office/drawing/2014/main" id="{44E38345-D72E-4289-A9F4-2EB6E6B4765E}"/>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2700b51fe47642f8"/>
              </a:rPr>
              <a:t>⌂</a:t>
            </a:r>
          </a:p>
        </p:txBody>
      </p:sp>
      <p:sp>
        <p:nvSpPr>
          <p:cNvPr id="2" name="title-1005">
            <a:extLst xmlns:a="http://schemas.openxmlformats.org/drawingml/2006/main">
              <a:ext uri="{FF2B5EF4-FFF2-40B4-BE49-F238E27FC236}">
                <a16:creationId xmlns:a16="http://schemas.microsoft.com/office/drawing/2014/main" id="{94A98A44-6044-4A39-9688-31AD52D9E5F9}"/>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Your own essay</a:t>
            </a:r>
          </a:p>
        </p:txBody>
      </p:sp>
      <p:sp>
        <p:nvSpPr>
          <p:cNvPr id="3" name="text-1006">
            <a:extLst xmlns:a="http://schemas.openxmlformats.org/drawingml/2006/main">
              <a:ext uri="{FF2B5EF4-FFF2-40B4-BE49-F238E27FC236}">
                <a16:creationId xmlns:a16="http://schemas.microsoft.com/office/drawing/2014/main" id="{A3CD4D84-D9BC-4C7B-B894-70E349CE462B}"/>
              </a:ext>
            </a:extLst>
          </p:cNvPr>
          <p:cNvSpPr>
            <a:spLocks xmlns:a="http://schemas.openxmlformats.org/drawingml/2006/main" noGrp="1"/>
          </p:cNvSpPr>
          <p:nvPr/>
        </p:nvSpPr>
        <p:spPr>
          <a:xfrm xmlns:a="http://schemas.openxmlformats.org/drawingml/2006/main">
            <a:off x="2755344" y="1438275"/>
            <a:ext cx="8616791"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105" b="1">
                <a:solidFill>
                  <a:srgbClr val="F7F7F2"/>
                </a:solidFill>
                <a:latin typeface="Nunito"/>
                <a:ea typeface="Nunito"/>
                <a:cs typeface="Nunito"/>
              </a:defRPr>
            </a:pPr>
            <a:r>
              <a:rPr sz="3105" b="1">
                <a:solidFill>
                  <a:srgbClr val="F7F7F2"/>
                </a:solidFill>
                <a:latin typeface="Nunito"/>
                <a:ea typeface="Nunito"/>
                <a:cs typeface="Nunito"/>
              </a:rPr>
              <a:t>Should teenagers have an after-school job?</a:t>
            </a:r>
          </a:p>
        </p:txBody>
      </p:sp>
      <p:sp>
        <p:nvSpPr>
          <p:cNvPr id="4" name="text-1007">
            <a:extLst xmlns:a="http://schemas.openxmlformats.org/drawingml/2006/main">
              <a:ext uri="{FF2B5EF4-FFF2-40B4-BE49-F238E27FC236}">
                <a16:creationId xmlns:a16="http://schemas.microsoft.com/office/drawing/2014/main" id="{3126C48B-7214-4342-A814-44209E4B9F7C}"/>
              </a:ext>
            </a:extLst>
          </p:cNvPr>
          <p:cNvSpPr>
            <a:spLocks xmlns:a="http://schemas.openxmlformats.org/drawingml/2006/main" noGrp="1"/>
          </p:cNvSpPr>
          <p:nvPr/>
        </p:nvSpPr>
        <p:spPr>
          <a:xfrm xmlns:a="http://schemas.openxmlformats.org/drawingml/2006/main">
            <a:off x="2809685" y="4524375"/>
            <a:ext cx="8508111"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A9BDD2"/>
                </a:solidFill>
                <a:latin typeface="Nunito"/>
                <a:ea typeface="Nunito"/>
                <a:cs typeface="Nunito"/>
              </a:defRPr>
            </a:pPr>
            <a:r>
              <a:rPr sz="2228" b="1">
                <a:solidFill>
                  <a:srgbClr val="A9BDD2"/>
                </a:solidFill>
                <a:latin typeface="Nunito"/>
                <a:ea typeface="Nunito"/>
                <a:cs typeface="Nunito"/>
              </a:rPr>
              <a:t>Choose your opinion and develop your ideas.</a:t>
            </a:r>
          </a:p>
        </p:txBody>
      </p:sp>
      <p:sp>
        <p:nvSpPr>
          <p:cNvPr id="5" name="progress-1008">
            <a:extLst xmlns:a="http://schemas.openxmlformats.org/drawingml/2006/main">
              <a:ext uri="{FF2B5EF4-FFF2-40B4-BE49-F238E27FC236}">
                <a16:creationId xmlns:a16="http://schemas.microsoft.com/office/drawing/2014/main" id="{E1C104AC-44A4-4B2E-9CE8-6A97A04EB7DB}"/>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6" name="progress-1009">
            <a:extLst xmlns:a="http://schemas.openxmlformats.org/drawingml/2006/main">
              <a:ext uri="{FF2B5EF4-FFF2-40B4-BE49-F238E27FC236}">
                <a16:creationId xmlns:a16="http://schemas.microsoft.com/office/drawing/2014/main" id="{C354709F-FDA1-4005-8714-49718499A7AF}"/>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10 / 10</a:t>
            </a:r>
          </a:p>
        </p:txBody>
      </p:sp>
      <p:sp>
        <p:nvSpPr>
          <p:cNvPr id="7" name="progress-1010">
            <a:extLst xmlns:a="http://schemas.openxmlformats.org/drawingml/2006/main">
              <a:ext uri="{FF2B5EF4-FFF2-40B4-BE49-F238E27FC236}">
                <a16:creationId xmlns:a16="http://schemas.microsoft.com/office/drawing/2014/main" id="{1B046503-09EF-48DE-B734-BEEEFEE727ED}"/>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8" name="progress-1011">
            <a:extLst xmlns:a="http://schemas.openxmlformats.org/drawingml/2006/main">
              <a:ext uri="{FF2B5EF4-FFF2-40B4-BE49-F238E27FC236}">
                <a16:creationId xmlns:a16="http://schemas.microsoft.com/office/drawing/2014/main" id="{CA4E1FE3-92A1-4B05-B213-AA231F51C0F9}"/>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123</a:t>
            </a:r>
          </a:p>
        </p:txBody>
      </p:sp>
      <p:sp>
        <p:nvSpPr>
          <p:cNvPr id="9" name="progress-1012">
            <a:extLst xmlns:a="http://schemas.openxmlformats.org/drawingml/2006/main">
              <a:ext uri="{FF2B5EF4-FFF2-40B4-BE49-F238E27FC236}">
                <a16:creationId xmlns:a16="http://schemas.microsoft.com/office/drawing/2014/main" id="{BF99D2C3-5522-4FEB-A1FF-7730B9261199}"/>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0" name="sidebar-divider">
            <a:extLst xmlns:a="http://schemas.openxmlformats.org/drawingml/2006/main">
              <a:ext uri="{FF2B5EF4-FFF2-40B4-BE49-F238E27FC236}">
                <a16:creationId xmlns:a16="http://schemas.microsoft.com/office/drawing/2014/main" id="{CD670EE2-CEE5-483E-88E4-E959CB2A09BF}"/>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1" name="progress-1013">
            <a:extLst xmlns:a="http://schemas.openxmlformats.org/drawingml/2006/main">
              <a:ext uri="{FF2B5EF4-FFF2-40B4-BE49-F238E27FC236}">
                <a16:creationId xmlns:a16="http://schemas.microsoft.com/office/drawing/2014/main" id="{A39BFDC7-7582-4332-AE9D-B388B0464D50}"/>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2" name="progress-1014">
            <a:extLst xmlns:a="http://schemas.openxmlformats.org/drawingml/2006/main">
              <a:ext uri="{FF2B5EF4-FFF2-40B4-BE49-F238E27FC236}">
                <a16:creationId xmlns:a16="http://schemas.microsoft.com/office/drawing/2014/main" id="{E9375DF7-90ED-4EC9-9CDC-6967305F1A72}"/>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3" name="progress-1015">
            <a:extLst xmlns:a="http://schemas.openxmlformats.org/drawingml/2006/main">
              <a:ext uri="{FF2B5EF4-FFF2-40B4-BE49-F238E27FC236}">
                <a16:creationId xmlns:a16="http://schemas.microsoft.com/office/drawing/2014/main" id="{793217AA-8BA1-4695-A985-E6F654103AC2}"/>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4" name="progress-1016">
            <a:extLst xmlns:a="http://schemas.openxmlformats.org/drawingml/2006/main">
              <a:ext uri="{FF2B5EF4-FFF2-40B4-BE49-F238E27FC236}">
                <a16:creationId xmlns:a16="http://schemas.microsoft.com/office/drawing/2014/main" id="{8F3FC5AC-D37A-4219-BF2E-30E284169D96}"/>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15" name="progress-1017">
            <a:extLst xmlns:a="http://schemas.openxmlformats.org/drawingml/2006/main">
              <a:ext uri="{FF2B5EF4-FFF2-40B4-BE49-F238E27FC236}">
                <a16:creationId xmlns:a16="http://schemas.microsoft.com/office/drawing/2014/main" id="{2A77023C-CEC8-4F99-93E7-4B8F34FE8A61}"/>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16" name="progress-1018">
            <a:extLst xmlns:a="http://schemas.openxmlformats.org/drawingml/2006/main">
              <a:ext uri="{FF2B5EF4-FFF2-40B4-BE49-F238E27FC236}">
                <a16:creationId xmlns:a16="http://schemas.microsoft.com/office/drawing/2014/main" id="{FF5EB617-6932-4349-9C84-61AEA030757B}"/>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6. Experience</a:t>
            </a:r>
          </a:p>
        </p:txBody>
      </p:sp>
      <p:sp>
        <p:nvSpPr>
          <p:cNvPr id="17" name="progress-1019">
            <a:extLst xmlns:a="http://schemas.openxmlformats.org/drawingml/2006/main">
              <a:ext uri="{FF2B5EF4-FFF2-40B4-BE49-F238E27FC236}">
                <a16:creationId xmlns:a16="http://schemas.microsoft.com/office/drawing/2014/main" id="{04C92A79-F624-4147-B6CE-0D6FD55A7087}"/>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7. Conclusion</a:t>
            </a:r>
          </a:p>
        </p:txBody>
      </p:sp>
      <p:sp>
        <p:nvSpPr>
          <p:cNvPr id="18" name="progress-1020">
            <a:extLst xmlns:a="http://schemas.openxmlformats.org/drawingml/2006/main">
              <a:ext uri="{FF2B5EF4-FFF2-40B4-BE49-F238E27FC236}">
                <a16:creationId xmlns:a16="http://schemas.microsoft.com/office/drawing/2014/main" id="{80902E70-BB33-496D-A797-4F6A7C882BF3}"/>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8. Passive</a:t>
            </a:r>
          </a:p>
        </p:txBody>
      </p:sp>
      <p:sp>
        <p:nvSpPr>
          <p:cNvPr id="19" name="progress-1021">
            <a:extLst xmlns:a="http://schemas.openxmlformats.org/drawingml/2006/main">
              <a:ext uri="{FF2B5EF4-FFF2-40B4-BE49-F238E27FC236}">
                <a16:creationId xmlns:a16="http://schemas.microsoft.com/office/drawing/2014/main" id="{7D818FBF-331F-4CD4-B8A5-95968C8B9A57}"/>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9. Example</a:t>
            </a:r>
          </a:p>
        </p:txBody>
      </p:sp>
      <p:sp>
        <p:nvSpPr>
          <p:cNvPr id="20" name="progress-1022">
            <a:extLst xmlns:a="http://schemas.openxmlformats.org/drawingml/2006/main">
              <a:ext uri="{FF2B5EF4-FFF2-40B4-BE49-F238E27FC236}">
                <a16:creationId xmlns:a16="http://schemas.microsoft.com/office/drawing/2014/main" id="{533AD4D1-5D8B-4CF2-81EA-FFAB76D2E086}"/>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10. One more idea</a:t>
            </a:r>
          </a:p>
        </p:txBody>
      </p:sp>
      <p:sp>
        <p:nvSpPr>
          <p:cNvPr id="21" name="progress-1023">
            <a:extLst xmlns:a="http://schemas.openxmlformats.org/drawingml/2006/main">
              <a:ext uri="{FF2B5EF4-FFF2-40B4-BE49-F238E27FC236}">
                <a16:creationId xmlns:a16="http://schemas.microsoft.com/office/drawing/2014/main" id="{21CA7BFA-864A-4711-8BCD-2CCD9046FB91}"/>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2" name="text-1024">
            <a:extLst xmlns:a="http://schemas.openxmlformats.org/drawingml/2006/main">
              <a:ext uri="{FF2B5EF4-FFF2-40B4-BE49-F238E27FC236}">
                <a16:creationId xmlns:a16="http://schemas.microsoft.com/office/drawing/2014/main" id="{FB3450BE-608C-4A73-84BA-742FBF9B42A1}"/>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44 / 50</a:t>
            </a:r>
          </a:p>
        </p:txBody>
      </p:sp>
    </p:spTree>
    <p:extLst>
      <p:ext uri="{BB962C8B-B14F-4D97-AF65-F5344CB8AC3E}">
        <p14:creationId xmlns:p14="http://schemas.microsoft.com/office/powerpoint/2010/main" val="675234642"/>
      </p:ext>
    </p:extLst>
  </p:cSld>
</p:sld>
</file>

<file path=ppt/slides/slide45.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5" name="text-1025">
            <a:extLst xmlns:a="http://schemas.openxmlformats.org/drawingml/2006/main">
              <a:ext uri="{FF2B5EF4-FFF2-40B4-BE49-F238E27FC236}">
                <a16:creationId xmlns:a16="http://schemas.microsoft.com/office/drawing/2014/main" id="{941A72B1-A08C-4ED0-8E86-1064892ED3DA}"/>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ade27eb8f51c4815"/>
              </a:rPr>
              <a:t>⌂</a:t>
            </a:r>
          </a:p>
        </p:txBody>
      </p:sp>
      <p:sp>
        <p:nvSpPr>
          <p:cNvPr id="2" name="title-1026">
            <a:extLst xmlns:a="http://schemas.openxmlformats.org/drawingml/2006/main">
              <a:ext uri="{FF2B5EF4-FFF2-40B4-BE49-F238E27FC236}">
                <a16:creationId xmlns:a16="http://schemas.microsoft.com/office/drawing/2014/main" id="{249BF45C-93C5-4E85-ABDA-64D4B0A08649}"/>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Plan your essay</a:t>
            </a:r>
          </a:p>
        </p:txBody>
      </p:sp>
      <p:sp>
        <p:nvSpPr>
          <p:cNvPr id="3" name="text-1027">
            <a:extLst xmlns:a="http://schemas.openxmlformats.org/drawingml/2006/main">
              <a:ext uri="{FF2B5EF4-FFF2-40B4-BE49-F238E27FC236}">
                <a16:creationId xmlns:a16="http://schemas.microsoft.com/office/drawing/2014/main" id="{9C36457A-1235-49CF-8E6A-BEC24604B3FC}"/>
              </a:ext>
            </a:extLst>
          </p:cNvPr>
          <p:cNvSpPr>
            <a:spLocks xmlns:a="http://schemas.openxmlformats.org/drawingml/2006/main" noGrp="1"/>
          </p:cNvSpPr>
          <p:nvPr/>
        </p:nvSpPr>
        <p:spPr>
          <a:xfrm xmlns:a="http://schemas.openxmlformats.org/drawingml/2006/main">
            <a:off x="2794159" y="1562100"/>
            <a:ext cx="8539162"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038" b="1">
                <a:solidFill>
                  <a:srgbClr val="F7F7F2"/>
                </a:solidFill>
                <a:latin typeface="Nunito"/>
                <a:ea typeface="Nunito"/>
                <a:cs typeface="Nunito"/>
              </a:defRPr>
            </a:pPr>
            <a:r>
              <a:rPr sz="3038" b="1">
                <a:solidFill>
                  <a:srgbClr val="F7F7F2"/>
                </a:solidFill>
                <a:latin typeface="Nunito"/>
                <a:ea typeface="Nunito"/>
                <a:cs typeface="Nunito"/>
              </a:rPr>
              <a:t>My opinion / An idea against / An idea for</a:t>
            </a:r>
          </a:p>
        </p:txBody>
      </p:sp>
      <p:sp>
        <p:nvSpPr>
          <p:cNvPr id="4" name="text-1028">
            <a:extLst xmlns:a="http://schemas.openxmlformats.org/drawingml/2006/main">
              <a:ext uri="{FF2B5EF4-FFF2-40B4-BE49-F238E27FC236}">
                <a16:creationId xmlns:a16="http://schemas.microsoft.com/office/drawing/2014/main" id="{69346A9B-50B4-46DC-941D-A58C0D422D45}"/>
              </a:ext>
            </a:extLst>
          </p:cNvPr>
          <p:cNvSpPr>
            <a:spLocks xmlns:a="http://schemas.openxmlformats.org/drawingml/2006/main" noGrp="1"/>
          </p:cNvSpPr>
          <p:nvPr/>
        </p:nvSpPr>
        <p:spPr>
          <a:xfrm xmlns:a="http://schemas.openxmlformats.org/drawingml/2006/main">
            <a:off x="2871788" y="3143250"/>
            <a:ext cx="838390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93" b="1">
                <a:solidFill>
                  <a:srgbClr val="A9BDD2"/>
                </a:solidFill>
                <a:latin typeface="Nunito"/>
                <a:ea typeface="Nunito"/>
                <a:cs typeface="Nunito"/>
              </a:defRPr>
            </a:pPr>
            <a:r>
              <a:rPr sz="2093" b="1">
                <a:solidFill>
                  <a:srgbClr val="A9BDD2"/>
                </a:solidFill>
                <a:latin typeface="Nunito"/>
                <a:ea typeface="Nunito"/>
                <a:cs typeface="Nunito"/>
              </a:rPr>
              <a:t>Write three short notes.</a:t>
            </a:r>
          </a:p>
        </p:txBody>
      </p:sp>
      <p:sp>
        <p:nvSpPr>
          <p:cNvPr id="5" name="text-1029">
            <a:extLst xmlns:a="http://schemas.openxmlformats.org/drawingml/2006/main">
              <a:ext uri="{FF2B5EF4-FFF2-40B4-BE49-F238E27FC236}">
                <a16:creationId xmlns:a16="http://schemas.microsoft.com/office/drawing/2014/main" id="{3F6C5DDA-C78B-4E9D-BD35-7A0B5EDECB05}"/>
              </a:ext>
            </a:extLst>
          </p:cNvPr>
          <p:cNvSpPr>
            <a:spLocks xmlns:a="http://schemas.openxmlformats.org/drawingml/2006/main" noGrp="1"/>
          </p:cNvSpPr>
          <p:nvPr/>
        </p:nvSpPr>
        <p:spPr>
          <a:xfrm xmlns:a="http://schemas.openxmlformats.org/drawingml/2006/main">
            <a:off x="2871788" y="4343400"/>
            <a:ext cx="838390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5738" b="1">
                <a:solidFill>
                  <a:srgbClr val="FFC857"/>
                </a:solidFill>
                <a:latin typeface="Nunito"/>
                <a:ea typeface="Nunito"/>
                <a:cs typeface="Nunito"/>
              </a:defRPr>
            </a:pPr>
            <a:r>
              <a:rPr sz="5738" b="1">
                <a:solidFill>
                  <a:srgbClr val="FFC857"/>
                </a:solidFill>
                <a:latin typeface="Nunito"/>
                <a:ea typeface="Nunito"/>
                <a:cs typeface="Nunito"/>
              </a:rPr>
              <a:t>03:00</a:t>
            </a:r>
          </a:p>
        </p:txBody>
      </p:sp>
      <p:sp>
        <p:nvSpPr>
          <p:cNvPr id="6" name="text-1030">
            <a:extLst xmlns:a="http://schemas.openxmlformats.org/drawingml/2006/main">
              <a:ext uri="{FF2B5EF4-FFF2-40B4-BE49-F238E27FC236}">
                <a16:creationId xmlns:a16="http://schemas.microsoft.com/office/drawing/2014/main" id="{43CB0183-D28E-4C38-9670-E8768A96EACE}"/>
              </a:ext>
            </a:extLst>
          </p:cNvPr>
          <p:cNvSpPr>
            <a:spLocks xmlns:a="http://schemas.openxmlformats.org/drawingml/2006/main" noGrp="1"/>
          </p:cNvSpPr>
          <p:nvPr/>
        </p:nvSpPr>
        <p:spPr>
          <a:xfrm xmlns:a="http://schemas.openxmlformats.org/drawingml/2006/main">
            <a:off x="2871788" y="5553075"/>
            <a:ext cx="838390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20" b="1">
                <a:solidFill>
                  <a:srgbClr val="4EE5FF"/>
                </a:solidFill>
                <a:latin typeface="Nunito"/>
                <a:ea typeface="Nunito"/>
                <a:cs typeface="Nunito"/>
              </a:defRPr>
            </a:pPr>
            <a:r>
              <a:rPr sz="1620" b="1">
                <a:solidFill>
                  <a:srgbClr val="4EE5FF"/>
                </a:solidFill>
                <a:latin typeface="Nunito"/>
                <a:ea typeface="Nunito"/>
                <a:cs typeface="Nunito"/>
                <a:hlinkClick xmlns:r="http://schemas.openxmlformats.org/officeDocument/2006/relationships" r:id="Reb4e8089019b4bb1"/>
              </a:rPr>
              <a:t>Live timer on the website</a:t>
            </a:r>
          </a:p>
        </p:txBody>
      </p:sp>
      <p:sp>
        <p:nvSpPr>
          <p:cNvPr id="7" name="progress-1031">
            <a:extLst xmlns:a="http://schemas.openxmlformats.org/drawingml/2006/main">
              <a:ext uri="{FF2B5EF4-FFF2-40B4-BE49-F238E27FC236}">
                <a16:creationId xmlns:a16="http://schemas.microsoft.com/office/drawing/2014/main" id="{F3355816-2E91-49B4-87C4-2692EA634ADD}"/>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8" name="progress-1032">
            <a:extLst xmlns:a="http://schemas.openxmlformats.org/drawingml/2006/main">
              <a:ext uri="{FF2B5EF4-FFF2-40B4-BE49-F238E27FC236}">
                <a16:creationId xmlns:a16="http://schemas.microsoft.com/office/drawing/2014/main" id="{4467F30A-9AC0-4488-B29E-55D242FC76DA}"/>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10 / 10</a:t>
            </a:r>
          </a:p>
        </p:txBody>
      </p:sp>
      <p:sp>
        <p:nvSpPr>
          <p:cNvPr id="9" name="progress-1033">
            <a:extLst xmlns:a="http://schemas.openxmlformats.org/drawingml/2006/main">
              <a:ext uri="{FF2B5EF4-FFF2-40B4-BE49-F238E27FC236}">
                <a16:creationId xmlns:a16="http://schemas.microsoft.com/office/drawing/2014/main" id="{20744505-510E-45C9-99E5-3B87D97A01EC}"/>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0" name="progress-1034">
            <a:extLst xmlns:a="http://schemas.openxmlformats.org/drawingml/2006/main">
              <a:ext uri="{FF2B5EF4-FFF2-40B4-BE49-F238E27FC236}">
                <a16:creationId xmlns:a16="http://schemas.microsoft.com/office/drawing/2014/main" id="{EC059980-FF44-4317-AAFA-A09816E4DE54}"/>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123</a:t>
            </a:r>
          </a:p>
        </p:txBody>
      </p:sp>
      <p:sp>
        <p:nvSpPr>
          <p:cNvPr id="11" name="progress-1035">
            <a:extLst xmlns:a="http://schemas.openxmlformats.org/drawingml/2006/main">
              <a:ext uri="{FF2B5EF4-FFF2-40B4-BE49-F238E27FC236}">
                <a16:creationId xmlns:a16="http://schemas.microsoft.com/office/drawing/2014/main" id="{6E03EA8F-27B3-4620-BC30-B294632ABF46}"/>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2" name="sidebar-divider">
            <a:extLst xmlns:a="http://schemas.openxmlformats.org/drawingml/2006/main">
              <a:ext uri="{FF2B5EF4-FFF2-40B4-BE49-F238E27FC236}">
                <a16:creationId xmlns:a16="http://schemas.microsoft.com/office/drawing/2014/main" id="{66AA31CB-A962-428B-AD35-C1BF129B8F02}"/>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3" name="progress-1036">
            <a:extLst xmlns:a="http://schemas.openxmlformats.org/drawingml/2006/main">
              <a:ext uri="{FF2B5EF4-FFF2-40B4-BE49-F238E27FC236}">
                <a16:creationId xmlns:a16="http://schemas.microsoft.com/office/drawing/2014/main" id="{3EFF4B5C-8681-48FD-B7F2-A3277A8E87A7}"/>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4" name="progress-1037">
            <a:extLst xmlns:a="http://schemas.openxmlformats.org/drawingml/2006/main">
              <a:ext uri="{FF2B5EF4-FFF2-40B4-BE49-F238E27FC236}">
                <a16:creationId xmlns:a16="http://schemas.microsoft.com/office/drawing/2014/main" id="{CFB9932C-B5D2-4604-854E-BBFF83335F44}"/>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5" name="progress-1038">
            <a:extLst xmlns:a="http://schemas.openxmlformats.org/drawingml/2006/main">
              <a:ext uri="{FF2B5EF4-FFF2-40B4-BE49-F238E27FC236}">
                <a16:creationId xmlns:a16="http://schemas.microsoft.com/office/drawing/2014/main" id="{3F53F581-DD7A-46EB-9262-56ED10848608}"/>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6" name="progress-1039">
            <a:extLst xmlns:a="http://schemas.openxmlformats.org/drawingml/2006/main">
              <a:ext uri="{FF2B5EF4-FFF2-40B4-BE49-F238E27FC236}">
                <a16:creationId xmlns:a16="http://schemas.microsoft.com/office/drawing/2014/main" id="{380E4966-8E5E-454D-AE0B-5836B52AD5F0}"/>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17" name="progress-1040">
            <a:extLst xmlns:a="http://schemas.openxmlformats.org/drawingml/2006/main">
              <a:ext uri="{FF2B5EF4-FFF2-40B4-BE49-F238E27FC236}">
                <a16:creationId xmlns:a16="http://schemas.microsoft.com/office/drawing/2014/main" id="{D95C5243-AC75-41AF-B724-ACB4159607F3}"/>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18" name="progress-1041">
            <a:extLst xmlns:a="http://schemas.openxmlformats.org/drawingml/2006/main">
              <a:ext uri="{FF2B5EF4-FFF2-40B4-BE49-F238E27FC236}">
                <a16:creationId xmlns:a16="http://schemas.microsoft.com/office/drawing/2014/main" id="{1ECF2BD3-5B49-4251-AE55-9BAA27A57DE4}"/>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6. Experience</a:t>
            </a:r>
          </a:p>
        </p:txBody>
      </p:sp>
      <p:sp>
        <p:nvSpPr>
          <p:cNvPr id="19" name="progress-1042">
            <a:extLst xmlns:a="http://schemas.openxmlformats.org/drawingml/2006/main">
              <a:ext uri="{FF2B5EF4-FFF2-40B4-BE49-F238E27FC236}">
                <a16:creationId xmlns:a16="http://schemas.microsoft.com/office/drawing/2014/main" id="{64EA1D34-0766-4981-8A4A-FF7098B1A2B9}"/>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7. Conclusion</a:t>
            </a:r>
          </a:p>
        </p:txBody>
      </p:sp>
      <p:sp>
        <p:nvSpPr>
          <p:cNvPr id="20" name="progress-1043">
            <a:extLst xmlns:a="http://schemas.openxmlformats.org/drawingml/2006/main">
              <a:ext uri="{FF2B5EF4-FFF2-40B4-BE49-F238E27FC236}">
                <a16:creationId xmlns:a16="http://schemas.microsoft.com/office/drawing/2014/main" id="{0CA01874-1F92-458D-82A0-6C619A659C93}"/>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8. Passive</a:t>
            </a:r>
          </a:p>
        </p:txBody>
      </p:sp>
      <p:sp>
        <p:nvSpPr>
          <p:cNvPr id="21" name="progress-1044">
            <a:extLst xmlns:a="http://schemas.openxmlformats.org/drawingml/2006/main">
              <a:ext uri="{FF2B5EF4-FFF2-40B4-BE49-F238E27FC236}">
                <a16:creationId xmlns:a16="http://schemas.microsoft.com/office/drawing/2014/main" id="{C2682118-C074-498C-8FF5-C7DF88387F01}"/>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9. Example</a:t>
            </a:r>
          </a:p>
        </p:txBody>
      </p:sp>
      <p:sp>
        <p:nvSpPr>
          <p:cNvPr id="22" name="progress-1045">
            <a:extLst xmlns:a="http://schemas.openxmlformats.org/drawingml/2006/main">
              <a:ext uri="{FF2B5EF4-FFF2-40B4-BE49-F238E27FC236}">
                <a16:creationId xmlns:a16="http://schemas.microsoft.com/office/drawing/2014/main" id="{DC7B8C8F-4602-46AE-B088-A940F9319DCB}"/>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10. One more idea</a:t>
            </a:r>
          </a:p>
        </p:txBody>
      </p:sp>
      <p:sp>
        <p:nvSpPr>
          <p:cNvPr id="23" name="progress-1046">
            <a:extLst xmlns:a="http://schemas.openxmlformats.org/drawingml/2006/main">
              <a:ext uri="{FF2B5EF4-FFF2-40B4-BE49-F238E27FC236}">
                <a16:creationId xmlns:a16="http://schemas.microsoft.com/office/drawing/2014/main" id="{1E826188-B49B-4FC9-981D-8CCE9B04E9D9}"/>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4" name="text-1047">
            <a:extLst xmlns:a="http://schemas.openxmlformats.org/drawingml/2006/main">
              <a:ext uri="{FF2B5EF4-FFF2-40B4-BE49-F238E27FC236}">
                <a16:creationId xmlns:a16="http://schemas.microsoft.com/office/drawing/2014/main" id="{0B0B39D8-9EFA-4905-8292-EAD3E2315BAD}"/>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45 / 50</a:t>
            </a:r>
          </a:p>
        </p:txBody>
      </p:sp>
    </p:spTree>
    <p:extLst>
      <p:ext uri="{BB962C8B-B14F-4D97-AF65-F5344CB8AC3E}">
        <p14:creationId xmlns:p14="http://schemas.microsoft.com/office/powerpoint/2010/main" val="1040220319"/>
      </p:ext>
    </p:extLst>
  </p:cSld>
</p:sld>
</file>

<file path=ppt/slides/slide46.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5" name="text-1048">
            <a:extLst xmlns:a="http://schemas.openxmlformats.org/drawingml/2006/main">
              <a:ext uri="{FF2B5EF4-FFF2-40B4-BE49-F238E27FC236}">
                <a16:creationId xmlns:a16="http://schemas.microsoft.com/office/drawing/2014/main" id="{E965ECAE-2D3B-4FFB-9F8A-F3847C327808}"/>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f87ece49feda4965"/>
              </a:rPr>
              <a:t>⌂</a:t>
            </a:r>
          </a:p>
        </p:txBody>
      </p:sp>
      <p:sp>
        <p:nvSpPr>
          <p:cNvPr id="2" name="title-1049">
            <a:extLst xmlns:a="http://schemas.openxmlformats.org/drawingml/2006/main">
              <a:ext uri="{FF2B5EF4-FFF2-40B4-BE49-F238E27FC236}">
                <a16:creationId xmlns:a16="http://schemas.microsoft.com/office/drawing/2014/main" id="{9E70AF64-E67E-46F8-9390-EB7094694E57}"/>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Write your essay</a:t>
            </a:r>
          </a:p>
        </p:txBody>
      </p:sp>
      <p:sp>
        <p:nvSpPr>
          <p:cNvPr id="3" name="text-1050">
            <a:extLst xmlns:a="http://schemas.openxmlformats.org/drawingml/2006/main">
              <a:ext uri="{FF2B5EF4-FFF2-40B4-BE49-F238E27FC236}">
                <a16:creationId xmlns:a16="http://schemas.microsoft.com/office/drawing/2014/main" id="{18719926-DFD7-45F0-BEB1-CBA72D9EEC70}"/>
              </a:ext>
            </a:extLst>
          </p:cNvPr>
          <p:cNvSpPr>
            <a:spLocks xmlns:a="http://schemas.openxmlformats.org/drawingml/2006/main" noGrp="1"/>
          </p:cNvSpPr>
          <p:nvPr/>
        </p:nvSpPr>
        <p:spPr>
          <a:xfrm xmlns:a="http://schemas.openxmlformats.org/drawingml/2006/main">
            <a:off x="2794159" y="1562100"/>
            <a:ext cx="8539162"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038" b="1">
                <a:solidFill>
                  <a:srgbClr val="F7F7F2"/>
                </a:solidFill>
                <a:latin typeface="Nunito"/>
                <a:ea typeface="Nunito"/>
                <a:cs typeface="Nunito"/>
              </a:defRPr>
            </a:pPr>
            <a:r>
              <a:rPr sz="3038" b="1">
                <a:solidFill>
                  <a:srgbClr val="F7F7F2"/>
                </a:solidFill>
                <a:latin typeface="Nunito"/>
                <a:ea typeface="Nunito"/>
                <a:cs typeface="Nunito"/>
              </a:rPr>
              <a:t>Write 120–140 words.</a:t>
            </a:r>
          </a:p>
        </p:txBody>
      </p:sp>
      <p:sp>
        <p:nvSpPr>
          <p:cNvPr id="4" name="text-1051">
            <a:extLst xmlns:a="http://schemas.openxmlformats.org/drawingml/2006/main">
              <a:ext uri="{FF2B5EF4-FFF2-40B4-BE49-F238E27FC236}">
                <a16:creationId xmlns:a16="http://schemas.microsoft.com/office/drawing/2014/main" id="{DA3FB457-F082-4D08-BCA3-25B5AC2AA7ED}"/>
              </a:ext>
            </a:extLst>
          </p:cNvPr>
          <p:cNvSpPr>
            <a:spLocks xmlns:a="http://schemas.openxmlformats.org/drawingml/2006/main" noGrp="1"/>
          </p:cNvSpPr>
          <p:nvPr/>
        </p:nvSpPr>
        <p:spPr>
          <a:xfrm xmlns:a="http://schemas.openxmlformats.org/drawingml/2006/main">
            <a:off x="2871788" y="3143250"/>
            <a:ext cx="838390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93" b="1">
                <a:solidFill>
                  <a:srgbClr val="A9BDD2"/>
                </a:solidFill>
                <a:latin typeface="Nunito"/>
                <a:ea typeface="Nunito"/>
                <a:cs typeface="Nunito"/>
              </a:defRPr>
            </a:pPr>
            <a:r>
              <a:rPr sz="2093" b="1">
                <a:solidFill>
                  <a:srgbClr val="A9BDD2"/>
                </a:solidFill>
                <a:latin typeface="Nunito"/>
                <a:ea typeface="Nunito"/>
                <a:cs typeface="Nunito"/>
              </a:rPr>
              <a:t>Four paragraphs. One sentence at a time.</a:t>
            </a:r>
          </a:p>
        </p:txBody>
      </p:sp>
      <p:sp>
        <p:nvSpPr>
          <p:cNvPr id="5" name="text-1052">
            <a:extLst xmlns:a="http://schemas.openxmlformats.org/drawingml/2006/main">
              <a:ext uri="{FF2B5EF4-FFF2-40B4-BE49-F238E27FC236}">
                <a16:creationId xmlns:a16="http://schemas.microsoft.com/office/drawing/2014/main" id="{B714F6E2-4026-42DE-A788-FC658F359F17}"/>
              </a:ext>
            </a:extLst>
          </p:cNvPr>
          <p:cNvSpPr>
            <a:spLocks xmlns:a="http://schemas.openxmlformats.org/drawingml/2006/main" noGrp="1"/>
          </p:cNvSpPr>
          <p:nvPr/>
        </p:nvSpPr>
        <p:spPr>
          <a:xfrm xmlns:a="http://schemas.openxmlformats.org/drawingml/2006/main">
            <a:off x="2871788" y="4343400"/>
            <a:ext cx="838390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5738" b="1">
                <a:solidFill>
                  <a:srgbClr val="FFC857"/>
                </a:solidFill>
                <a:latin typeface="Nunito"/>
                <a:ea typeface="Nunito"/>
                <a:cs typeface="Nunito"/>
              </a:defRPr>
            </a:pPr>
            <a:r>
              <a:rPr sz="5738" b="1">
                <a:solidFill>
                  <a:srgbClr val="FFC857"/>
                </a:solidFill>
                <a:latin typeface="Nunito"/>
                <a:ea typeface="Nunito"/>
                <a:cs typeface="Nunito"/>
              </a:rPr>
              <a:t>14:00</a:t>
            </a:r>
          </a:p>
        </p:txBody>
      </p:sp>
      <p:sp>
        <p:nvSpPr>
          <p:cNvPr id="6" name="text-1053">
            <a:extLst xmlns:a="http://schemas.openxmlformats.org/drawingml/2006/main">
              <a:ext uri="{FF2B5EF4-FFF2-40B4-BE49-F238E27FC236}">
                <a16:creationId xmlns:a16="http://schemas.microsoft.com/office/drawing/2014/main" id="{927DA91D-F362-424C-9CBD-1CF82709814A}"/>
              </a:ext>
            </a:extLst>
          </p:cNvPr>
          <p:cNvSpPr>
            <a:spLocks xmlns:a="http://schemas.openxmlformats.org/drawingml/2006/main" noGrp="1"/>
          </p:cNvSpPr>
          <p:nvPr/>
        </p:nvSpPr>
        <p:spPr>
          <a:xfrm xmlns:a="http://schemas.openxmlformats.org/drawingml/2006/main">
            <a:off x="2871788" y="5553075"/>
            <a:ext cx="838390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20" b="1">
                <a:solidFill>
                  <a:srgbClr val="4EE5FF"/>
                </a:solidFill>
                <a:latin typeface="Nunito"/>
                <a:ea typeface="Nunito"/>
                <a:cs typeface="Nunito"/>
              </a:defRPr>
            </a:pPr>
            <a:r>
              <a:rPr sz="1620" b="1">
                <a:solidFill>
                  <a:srgbClr val="4EE5FF"/>
                </a:solidFill>
                <a:latin typeface="Nunito"/>
                <a:ea typeface="Nunito"/>
                <a:cs typeface="Nunito"/>
                <a:hlinkClick xmlns:r="http://schemas.openxmlformats.org/officeDocument/2006/relationships" r:id="R4e7ebd952e0d42aa"/>
              </a:rPr>
              <a:t>Live timer on the website</a:t>
            </a:r>
          </a:p>
        </p:txBody>
      </p:sp>
      <p:sp>
        <p:nvSpPr>
          <p:cNvPr id="7" name="progress-1054">
            <a:extLst xmlns:a="http://schemas.openxmlformats.org/drawingml/2006/main">
              <a:ext uri="{FF2B5EF4-FFF2-40B4-BE49-F238E27FC236}">
                <a16:creationId xmlns:a16="http://schemas.microsoft.com/office/drawing/2014/main" id="{C4B6CF96-E227-4EB6-8836-509A04C2D3B6}"/>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8" name="progress-1055">
            <a:extLst xmlns:a="http://schemas.openxmlformats.org/drawingml/2006/main">
              <a:ext uri="{FF2B5EF4-FFF2-40B4-BE49-F238E27FC236}">
                <a16:creationId xmlns:a16="http://schemas.microsoft.com/office/drawing/2014/main" id="{08D90B98-DE6C-4F9C-95E1-1B45A720B56D}"/>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10 / 10</a:t>
            </a:r>
          </a:p>
        </p:txBody>
      </p:sp>
      <p:sp>
        <p:nvSpPr>
          <p:cNvPr id="9" name="progress-1056">
            <a:extLst xmlns:a="http://schemas.openxmlformats.org/drawingml/2006/main">
              <a:ext uri="{FF2B5EF4-FFF2-40B4-BE49-F238E27FC236}">
                <a16:creationId xmlns:a16="http://schemas.microsoft.com/office/drawing/2014/main" id="{CE269A59-9A98-409F-AA6B-F0DDE4B2AF31}"/>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0" name="progress-1057">
            <a:extLst xmlns:a="http://schemas.openxmlformats.org/drawingml/2006/main">
              <a:ext uri="{FF2B5EF4-FFF2-40B4-BE49-F238E27FC236}">
                <a16:creationId xmlns:a16="http://schemas.microsoft.com/office/drawing/2014/main" id="{E95A637F-33C1-411E-B3FC-D3758F757CD3}"/>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123</a:t>
            </a:r>
          </a:p>
        </p:txBody>
      </p:sp>
      <p:sp>
        <p:nvSpPr>
          <p:cNvPr id="11" name="progress-1058">
            <a:extLst xmlns:a="http://schemas.openxmlformats.org/drawingml/2006/main">
              <a:ext uri="{FF2B5EF4-FFF2-40B4-BE49-F238E27FC236}">
                <a16:creationId xmlns:a16="http://schemas.microsoft.com/office/drawing/2014/main" id="{7476161E-3CE7-45F2-8B08-FB02007170E7}"/>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2" name="sidebar-divider">
            <a:extLst xmlns:a="http://schemas.openxmlformats.org/drawingml/2006/main">
              <a:ext uri="{FF2B5EF4-FFF2-40B4-BE49-F238E27FC236}">
                <a16:creationId xmlns:a16="http://schemas.microsoft.com/office/drawing/2014/main" id="{312B3EB4-9562-475A-93E7-3A0AB7B14C8A}"/>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3" name="progress-1059">
            <a:extLst xmlns:a="http://schemas.openxmlformats.org/drawingml/2006/main">
              <a:ext uri="{FF2B5EF4-FFF2-40B4-BE49-F238E27FC236}">
                <a16:creationId xmlns:a16="http://schemas.microsoft.com/office/drawing/2014/main" id="{646CDDC6-5A83-46BB-9214-D9D20C883D01}"/>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4" name="progress-1060">
            <a:extLst xmlns:a="http://schemas.openxmlformats.org/drawingml/2006/main">
              <a:ext uri="{FF2B5EF4-FFF2-40B4-BE49-F238E27FC236}">
                <a16:creationId xmlns:a16="http://schemas.microsoft.com/office/drawing/2014/main" id="{38B7C39C-65BF-47DB-8821-0BD92871D096}"/>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5" name="progress-1061">
            <a:extLst xmlns:a="http://schemas.openxmlformats.org/drawingml/2006/main">
              <a:ext uri="{FF2B5EF4-FFF2-40B4-BE49-F238E27FC236}">
                <a16:creationId xmlns:a16="http://schemas.microsoft.com/office/drawing/2014/main" id="{5DDCDB7E-DEB1-4981-A96B-7234367ACEEC}"/>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6" name="progress-1062">
            <a:extLst xmlns:a="http://schemas.openxmlformats.org/drawingml/2006/main">
              <a:ext uri="{FF2B5EF4-FFF2-40B4-BE49-F238E27FC236}">
                <a16:creationId xmlns:a16="http://schemas.microsoft.com/office/drawing/2014/main" id="{387369C4-445C-40A1-8C5A-640FC83DB56A}"/>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17" name="progress-1063">
            <a:extLst xmlns:a="http://schemas.openxmlformats.org/drawingml/2006/main">
              <a:ext uri="{FF2B5EF4-FFF2-40B4-BE49-F238E27FC236}">
                <a16:creationId xmlns:a16="http://schemas.microsoft.com/office/drawing/2014/main" id="{9DD7CD7D-5316-4758-A004-E7ECC69DB1B8}"/>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18" name="progress-1064">
            <a:extLst xmlns:a="http://schemas.openxmlformats.org/drawingml/2006/main">
              <a:ext uri="{FF2B5EF4-FFF2-40B4-BE49-F238E27FC236}">
                <a16:creationId xmlns:a16="http://schemas.microsoft.com/office/drawing/2014/main" id="{1A6FD6C9-4FCD-463F-820E-E805B94ADA8E}"/>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6. Experience</a:t>
            </a:r>
          </a:p>
        </p:txBody>
      </p:sp>
      <p:sp>
        <p:nvSpPr>
          <p:cNvPr id="19" name="progress-1065">
            <a:extLst xmlns:a="http://schemas.openxmlformats.org/drawingml/2006/main">
              <a:ext uri="{FF2B5EF4-FFF2-40B4-BE49-F238E27FC236}">
                <a16:creationId xmlns:a16="http://schemas.microsoft.com/office/drawing/2014/main" id="{BFD17E1E-4F24-4100-AA7F-31E74228B6E4}"/>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7. Conclusion</a:t>
            </a:r>
          </a:p>
        </p:txBody>
      </p:sp>
      <p:sp>
        <p:nvSpPr>
          <p:cNvPr id="20" name="progress-1066">
            <a:extLst xmlns:a="http://schemas.openxmlformats.org/drawingml/2006/main">
              <a:ext uri="{FF2B5EF4-FFF2-40B4-BE49-F238E27FC236}">
                <a16:creationId xmlns:a16="http://schemas.microsoft.com/office/drawing/2014/main" id="{D54FB186-727A-42DB-9C48-6571E461A375}"/>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8. Passive</a:t>
            </a:r>
          </a:p>
        </p:txBody>
      </p:sp>
      <p:sp>
        <p:nvSpPr>
          <p:cNvPr id="21" name="progress-1067">
            <a:extLst xmlns:a="http://schemas.openxmlformats.org/drawingml/2006/main">
              <a:ext uri="{FF2B5EF4-FFF2-40B4-BE49-F238E27FC236}">
                <a16:creationId xmlns:a16="http://schemas.microsoft.com/office/drawing/2014/main" id="{3CB6707C-FCCA-4666-86E1-CE20CF19C699}"/>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9. Example</a:t>
            </a:r>
          </a:p>
        </p:txBody>
      </p:sp>
      <p:sp>
        <p:nvSpPr>
          <p:cNvPr id="22" name="progress-1068">
            <a:extLst xmlns:a="http://schemas.openxmlformats.org/drawingml/2006/main">
              <a:ext uri="{FF2B5EF4-FFF2-40B4-BE49-F238E27FC236}">
                <a16:creationId xmlns:a16="http://schemas.microsoft.com/office/drawing/2014/main" id="{EDF6A984-A2CE-4E2F-B996-270AC2DA6B1E}"/>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10. One more idea</a:t>
            </a:r>
          </a:p>
        </p:txBody>
      </p:sp>
      <p:sp>
        <p:nvSpPr>
          <p:cNvPr id="23" name="progress-1069">
            <a:extLst xmlns:a="http://schemas.openxmlformats.org/drawingml/2006/main">
              <a:ext uri="{FF2B5EF4-FFF2-40B4-BE49-F238E27FC236}">
                <a16:creationId xmlns:a16="http://schemas.microsoft.com/office/drawing/2014/main" id="{25F1D09F-0454-404F-B55E-DFE037799CB4}"/>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4" name="text-1070">
            <a:extLst xmlns:a="http://schemas.openxmlformats.org/drawingml/2006/main">
              <a:ext uri="{FF2B5EF4-FFF2-40B4-BE49-F238E27FC236}">
                <a16:creationId xmlns:a16="http://schemas.microsoft.com/office/drawing/2014/main" id="{0544E473-D1B9-4460-A23D-32C37BE703AF}"/>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46 / 50</a:t>
            </a:r>
          </a:p>
        </p:txBody>
      </p:sp>
    </p:spTree>
    <p:extLst>
      <p:ext uri="{BB962C8B-B14F-4D97-AF65-F5344CB8AC3E}">
        <p14:creationId xmlns:p14="http://schemas.microsoft.com/office/powerpoint/2010/main" val="495780887"/>
      </p:ext>
    </p:extLst>
  </p:cSld>
</p:sld>
</file>

<file path=ppt/slides/slide47.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3" name="text-1071">
            <a:extLst xmlns:a="http://schemas.openxmlformats.org/drawingml/2006/main">
              <a:ext uri="{FF2B5EF4-FFF2-40B4-BE49-F238E27FC236}">
                <a16:creationId xmlns:a16="http://schemas.microsoft.com/office/drawing/2014/main" id="{3B5C75D3-2461-40A5-AD1B-43A5A5237F29}"/>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cac0dc36534345b9"/>
              </a:rPr>
              <a:t>⌂</a:t>
            </a:r>
          </a:p>
        </p:txBody>
      </p:sp>
      <p:sp>
        <p:nvSpPr>
          <p:cNvPr id="2" name="title-1072">
            <a:extLst xmlns:a="http://schemas.openxmlformats.org/drawingml/2006/main">
              <a:ext uri="{FF2B5EF4-FFF2-40B4-BE49-F238E27FC236}">
                <a16:creationId xmlns:a16="http://schemas.microsoft.com/office/drawing/2014/main" id="{F0EDBCAE-EEEC-4BC2-946C-48D4A50E7D7B}"/>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Before you edit</a:t>
            </a:r>
          </a:p>
        </p:txBody>
      </p:sp>
      <p:sp>
        <p:nvSpPr>
          <p:cNvPr id="3" name="text-1073">
            <a:extLst xmlns:a="http://schemas.openxmlformats.org/drawingml/2006/main">
              <a:ext uri="{FF2B5EF4-FFF2-40B4-BE49-F238E27FC236}">
                <a16:creationId xmlns:a16="http://schemas.microsoft.com/office/drawing/2014/main" id="{19226767-39A0-4ABD-A6D5-6F1A5816D8D2}"/>
              </a:ext>
            </a:extLst>
          </p:cNvPr>
          <p:cNvSpPr>
            <a:spLocks xmlns:a="http://schemas.openxmlformats.org/drawingml/2006/main" noGrp="1"/>
          </p:cNvSpPr>
          <p:nvPr/>
        </p:nvSpPr>
        <p:spPr>
          <a:xfrm xmlns:a="http://schemas.openxmlformats.org/drawingml/2006/main">
            <a:off x="2755344" y="1438275"/>
            <a:ext cx="8616791"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105" b="1">
                <a:solidFill>
                  <a:srgbClr val="F7F7F2"/>
                </a:solidFill>
                <a:latin typeface="Nunito"/>
                <a:ea typeface="Nunito"/>
                <a:cs typeface="Nunito"/>
              </a:defRPr>
            </a:pPr>
            <a:r>
              <a:rPr sz="3105" b="1">
                <a:solidFill>
                  <a:srgbClr val="F7F7F2"/>
                </a:solidFill>
                <a:latin typeface="Nunito"/>
                <a:ea typeface="Nunito"/>
                <a:cs typeface="Nunito"/>
              </a:rPr>
              <a:t>Task / reasons / examples</a:t>
            </a:r>
          </a:p>
          <a:p xmlns:a="http://schemas.openxmlformats.org/drawingml/2006/main">
            <a:pPr algn="ctr">
              <a:defRPr sz="3105" b="1">
                <a:solidFill>
                  <a:srgbClr val="F7F7F2"/>
                </a:solidFill>
                <a:latin typeface="Nunito"/>
                <a:ea typeface="Nunito"/>
                <a:cs typeface="Nunito"/>
              </a:defRPr>
            </a:pPr>
            <a:r>
              <a:rPr sz="3105" b="1">
                <a:solidFill>
                  <a:srgbClr val="F7F7F2"/>
                </a:solidFill>
                <a:latin typeface="Nunito"/>
                <a:ea typeface="Nunito"/>
                <a:cs typeface="Nunito"/>
              </a:rPr>
              <a:t>If ... will / have + V3 / should be + V3</a:t>
            </a:r>
          </a:p>
        </p:txBody>
      </p:sp>
      <p:sp>
        <p:nvSpPr>
          <p:cNvPr id="4" name="text-1074">
            <a:extLst xmlns:a="http://schemas.openxmlformats.org/drawingml/2006/main">
              <a:ext uri="{FF2B5EF4-FFF2-40B4-BE49-F238E27FC236}">
                <a16:creationId xmlns:a16="http://schemas.microsoft.com/office/drawing/2014/main" id="{A067EE88-3259-4607-A4B1-D0FE10CDDF9B}"/>
              </a:ext>
            </a:extLst>
          </p:cNvPr>
          <p:cNvSpPr>
            <a:spLocks xmlns:a="http://schemas.openxmlformats.org/drawingml/2006/main" noGrp="1"/>
          </p:cNvSpPr>
          <p:nvPr/>
        </p:nvSpPr>
        <p:spPr>
          <a:xfrm xmlns:a="http://schemas.openxmlformats.org/drawingml/2006/main">
            <a:off x="2809685" y="4524375"/>
            <a:ext cx="8508111"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28" b="1">
                <a:solidFill>
                  <a:srgbClr val="A9BDD2"/>
                </a:solidFill>
                <a:latin typeface="Nunito"/>
                <a:ea typeface="Nunito"/>
                <a:cs typeface="Nunito"/>
              </a:defRPr>
            </a:pPr>
            <a:r>
              <a:rPr sz="2228" b="1">
                <a:solidFill>
                  <a:srgbClr val="A9BDD2"/>
                </a:solidFill>
                <a:latin typeface="Nunito"/>
                <a:ea typeface="Nunito"/>
                <a:cs typeface="Nunito"/>
              </a:rPr>
              <a:t>Check ideas and four paragraphs first. Then check language.</a:t>
            </a:r>
          </a:p>
        </p:txBody>
      </p:sp>
      <p:sp>
        <p:nvSpPr>
          <p:cNvPr id="5" name="progress-1075">
            <a:extLst xmlns:a="http://schemas.openxmlformats.org/drawingml/2006/main">
              <a:ext uri="{FF2B5EF4-FFF2-40B4-BE49-F238E27FC236}">
                <a16:creationId xmlns:a16="http://schemas.microsoft.com/office/drawing/2014/main" id="{90291273-C31F-44D4-9BF3-C21C36C14485}"/>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6" name="progress-1076">
            <a:extLst xmlns:a="http://schemas.openxmlformats.org/drawingml/2006/main">
              <a:ext uri="{FF2B5EF4-FFF2-40B4-BE49-F238E27FC236}">
                <a16:creationId xmlns:a16="http://schemas.microsoft.com/office/drawing/2014/main" id="{13E0D73B-37BF-487D-9859-BA9A9369C667}"/>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10 / 10</a:t>
            </a:r>
          </a:p>
        </p:txBody>
      </p:sp>
      <p:sp>
        <p:nvSpPr>
          <p:cNvPr id="7" name="progress-1077">
            <a:extLst xmlns:a="http://schemas.openxmlformats.org/drawingml/2006/main">
              <a:ext uri="{FF2B5EF4-FFF2-40B4-BE49-F238E27FC236}">
                <a16:creationId xmlns:a16="http://schemas.microsoft.com/office/drawing/2014/main" id="{A0062357-4AEB-4BA7-9282-A59D98D856DA}"/>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8" name="progress-1078">
            <a:extLst xmlns:a="http://schemas.openxmlformats.org/drawingml/2006/main">
              <a:ext uri="{FF2B5EF4-FFF2-40B4-BE49-F238E27FC236}">
                <a16:creationId xmlns:a16="http://schemas.microsoft.com/office/drawing/2014/main" id="{8DD6FCC7-7705-45C1-9AB5-7E1BD3501CFC}"/>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123</a:t>
            </a:r>
          </a:p>
        </p:txBody>
      </p:sp>
      <p:sp>
        <p:nvSpPr>
          <p:cNvPr id="9" name="progress-1079">
            <a:extLst xmlns:a="http://schemas.openxmlformats.org/drawingml/2006/main">
              <a:ext uri="{FF2B5EF4-FFF2-40B4-BE49-F238E27FC236}">
                <a16:creationId xmlns:a16="http://schemas.microsoft.com/office/drawing/2014/main" id="{22059CEC-66AF-4873-9D0E-FD138F475255}"/>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0" name="sidebar-divider">
            <a:extLst xmlns:a="http://schemas.openxmlformats.org/drawingml/2006/main">
              <a:ext uri="{FF2B5EF4-FFF2-40B4-BE49-F238E27FC236}">
                <a16:creationId xmlns:a16="http://schemas.microsoft.com/office/drawing/2014/main" id="{E014717A-EC91-4E36-915E-3E914CE9B224}"/>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1" name="progress-1080">
            <a:extLst xmlns:a="http://schemas.openxmlformats.org/drawingml/2006/main">
              <a:ext uri="{FF2B5EF4-FFF2-40B4-BE49-F238E27FC236}">
                <a16:creationId xmlns:a16="http://schemas.microsoft.com/office/drawing/2014/main" id="{E82BC449-55C5-4B23-A52C-45A37CC8DB82}"/>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2" name="progress-1081">
            <a:extLst xmlns:a="http://schemas.openxmlformats.org/drawingml/2006/main">
              <a:ext uri="{FF2B5EF4-FFF2-40B4-BE49-F238E27FC236}">
                <a16:creationId xmlns:a16="http://schemas.microsoft.com/office/drawing/2014/main" id="{9023A92A-E1E0-41BD-B56B-32FC28855A09}"/>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3" name="progress-1082">
            <a:extLst xmlns:a="http://schemas.openxmlformats.org/drawingml/2006/main">
              <a:ext uri="{FF2B5EF4-FFF2-40B4-BE49-F238E27FC236}">
                <a16:creationId xmlns:a16="http://schemas.microsoft.com/office/drawing/2014/main" id="{A57ED187-CC2A-4F36-B916-83CD152CF9A7}"/>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4" name="progress-1083">
            <a:extLst xmlns:a="http://schemas.openxmlformats.org/drawingml/2006/main">
              <a:ext uri="{FF2B5EF4-FFF2-40B4-BE49-F238E27FC236}">
                <a16:creationId xmlns:a16="http://schemas.microsoft.com/office/drawing/2014/main" id="{6C938278-E94F-4234-B260-2B3DE49C1511}"/>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15" name="progress-1084">
            <a:extLst xmlns:a="http://schemas.openxmlformats.org/drawingml/2006/main">
              <a:ext uri="{FF2B5EF4-FFF2-40B4-BE49-F238E27FC236}">
                <a16:creationId xmlns:a16="http://schemas.microsoft.com/office/drawing/2014/main" id="{D7866679-4542-4217-A4D9-350CA3E1ADEA}"/>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16" name="progress-1085">
            <a:extLst xmlns:a="http://schemas.openxmlformats.org/drawingml/2006/main">
              <a:ext uri="{FF2B5EF4-FFF2-40B4-BE49-F238E27FC236}">
                <a16:creationId xmlns:a16="http://schemas.microsoft.com/office/drawing/2014/main" id="{813FE311-B030-456E-A518-24D240323541}"/>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6. Experience</a:t>
            </a:r>
          </a:p>
        </p:txBody>
      </p:sp>
      <p:sp>
        <p:nvSpPr>
          <p:cNvPr id="17" name="progress-1086">
            <a:extLst xmlns:a="http://schemas.openxmlformats.org/drawingml/2006/main">
              <a:ext uri="{FF2B5EF4-FFF2-40B4-BE49-F238E27FC236}">
                <a16:creationId xmlns:a16="http://schemas.microsoft.com/office/drawing/2014/main" id="{41F652E3-8D4A-4563-A1A1-F5D7E1B18064}"/>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7. Conclusion</a:t>
            </a:r>
          </a:p>
        </p:txBody>
      </p:sp>
      <p:sp>
        <p:nvSpPr>
          <p:cNvPr id="18" name="progress-1087">
            <a:extLst xmlns:a="http://schemas.openxmlformats.org/drawingml/2006/main">
              <a:ext uri="{FF2B5EF4-FFF2-40B4-BE49-F238E27FC236}">
                <a16:creationId xmlns:a16="http://schemas.microsoft.com/office/drawing/2014/main" id="{5C894637-169F-4B08-B3DA-989C53348AAA}"/>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8. Passive</a:t>
            </a:r>
          </a:p>
        </p:txBody>
      </p:sp>
      <p:sp>
        <p:nvSpPr>
          <p:cNvPr id="19" name="progress-1088">
            <a:extLst xmlns:a="http://schemas.openxmlformats.org/drawingml/2006/main">
              <a:ext uri="{FF2B5EF4-FFF2-40B4-BE49-F238E27FC236}">
                <a16:creationId xmlns:a16="http://schemas.microsoft.com/office/drawing/2014/main" id="{8E457DED-3B54-46E2-AFFC-0FD62ACB872E}"/>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9. Example</a:t>
            </a:r>
          </a:p>
        </p:txBody>
      </p:sp>
      <p:sp>
        <p:nvSpPr>
          <p:cNvPr id="20" name="progress-1089">
            <a:extLst xmlns:a="http://schemas.openxmlformats.org/drawingml/2006/main">
              <a:ext uri="{FF2B5EF4-FFF2-40B4-BE49-F238E27FC236}">
                <a16:creationId xmlns:a16="http://schemas.microsoft.com/office/drawing/2014/main" id="{EB5F6040-4801-4DA1-AE1A-AC9C993214BF}"/>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10. One more idea</a:t>
            </a:r>
          </a:p>
        </p:txBody>
      </p:sp>
      <p:sp>
        <p:nvSpPr>
          <p:cNvPr id="21" name="progress-1090">
            <a:extLst xmlns:a="http://schemas.openxmlformats.org/drawingml/2006/main">
              <a:ext uri="{FF2B5EF4-FFF2-40B4-BE49-F238E27FC236}">
                <a16:creationId xmlns:a16="http://schemas.microsoft.com/office/drawing/2014/main" id="{A7256ABB-348B-4FD8-A8B5-16E09672769C}"/>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2" name="text-1091">
            <a:extLst xmlns:a="http://schemas.openxmlformats.org/drawingml/2006/main">
              <a:ext uri="{FF2B5EF4-FFF2-40B4-BE49-F238E27FC236}">
                <a16:creationId xmlns:a16="http://schemas.microsoft.com/office/drawing/2014/main" id="{4642EEAF-CE19-45D7-9005-043BBB2500F8}"/>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47 / 50</a:t>
            </a:r>
          </a:p>
        </p:txBody>
      </p:sp>
    </p:spTree>
    <p:extLst>
      <p:ext uri="{BB962C8B-B14F-4D97-AF65-F5344CB8AC3E}">
        <p14:creationId xmlns:p14="http://schemas.microsoft.com/office/powerpoint/2010/main" val="1566497532"/>
      </p:ext>
    </p:extLst>
  </p:cSld>
</p:sld>
</file>

<file path=ppt/slides/slide48.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5" name="text-1092">
            <a:extLst xmlns:a="http://schemas.openxmlformats.org/drawingml/2006/main">
              <a:ext uri="{FF2B5EF4-FFF2-40B4-BE49-F238E27FC236}">
                <a16:creationId xmlns:a16="http://schemas.microsoft.com/office/drawing/2014/main" id="{D35610C0-E786-417F-B3D3-00E50585EDF1}"/>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5f392df51b51416e"/>
              </a:rPr>
              <a:t>⌂</a:t>
            </a:r>
          </a:p>
        </p:txBody>
      </p:sp>
      <p:sp>
        <p:nvSpPr>
          <p:cNvPr id="2" name="title-1093">
            <a:extLst xmlns:a="http://schemas.openxmlformats.org/drawingml/2006/main">
              <a:ext uri="{FF2B5EF4-FFF2-40B4-BE49-F238E27FC236}">
                <a16:creationId xmlns:a16="http://schemas.microsoft.com/office/drawing/2014/main" id="{F28EC25E-AE04-4DB2-922D-7F1F4B349760}"/>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Edit your essay</a:t>
            </a:r>
          </a:p>
        </p:txBody>
      </p:sp>
      <p:sp>
        <p:nvSpPr>
          <p:cNvPr id="3" name="text-1094">
            <a:extLst xmlns:a="http://schemas.openxmlformats.org/drawingml/2006/main">
              <a:ext uri="{FF2B5EF4-FFF2-40B4-BE49-F238E27FC236}">
                <a16:creationId xmlns:a16="http://schemas.microsoft.com/office/drawing/2014/main" id="{0BC56390-EA9B-4EE6-8B1F-A2FE3499E440}"/>
              </a:ext>
            </a:extLst>
          </p:cNvPr>
          <p:cNvSpPr>
            <a:spLocks xmlns:a="http://schemas.openxmlformats.org/drawingml/2006/main" noGrp="1"/>
          </p:cNvSpPr>
          <p:nvPr/>
        </p:nvSpPr>
        <p:spPr>
          <a:xfrm xmlns:a="http://schemas.openxmlformats.org/drawingml/2006/main">
            <a:off x="2794159" y="1562100"/>
            <a:ext cx="8539162"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038" b="1">
                <a:solidFill>
                  <a:srgbClr val="F7F7F2"/>
                </a:solidFill>
                <a:latin typeface="Nunito"/>
                <a:ea typeface="Nunito"/>
                <a:cs typeface="Nunito"/>
              </a:defRPr>
            </a:pPr>
            <a:r>
              <a:rPr sz="3038" b="1">
                <a:solidFill>
                  <a:srgbClr val="F7F7F2"/>
                </a:solidFill>
                <a:latin typeface="Nunito"/>
                <a:ea typeface="Nunito"/>
                <a:cs typeface="Nunito"/>
              </a:rPr>
              <a:t>Read your essay. Improve two things.</a:t>
            </a:r>
          </a:p>
        </p:txBody>
      </p:sp>
      <p:sp>
        <p:nvSpPr>
          <p:cNvPr id="4" name="text-1095">
            <a:extLst xmlns:a="http://schemas.openxmlformats.org/drawingml/2006/main">
              <a:ext uri="{FF2B5EF4-FFF2-40B4-BE49-F238E27FC236}">
                <a16:creationId xmlns:a16="http://schemas.microsoft.com/office/drawing/2014/main" id="{7BB65F2F-A711-43EB-A736-D2B0A0572E49}"/>
              </a:ext>
            </a:extLst>
          </p:cNvPr>
          <p:cNvSpPr>
            <a:spLocks xmlns:a="http://schemas.openxmlformats.org/drawingml/2006/main" noGrp="1"/>
          </p:cNvSpPr>
          <p:nvPr/>
        </p:nvSpPr>
        <p:spPr>
          <a:xfrm xmlns:a="http://schemas.openxmlformats.org/drawingml/2006/main">
            <a:off x="2871788" y="3143250"/>
            <a:ext cx="838390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93" b="1">
                <a:solidFill>
                  <a:srgbClr val="A9BDD2"/>
                </a:solidFill>
                <a:latin typeface="Nunito"/>
                <a:ea typeface="Nunito"/>
                <a:cs typeface="Nunito"/>
              </a:defRPr>
            </a:pPr>
            <a:r>
              <a:rPr sz="2093" b="1">
                <a:solidFill>
                  <a:srgbClr val="A9BDD2"/>
                </a:solidFill>
                <a:latin typeface="Nunito"/>
                <a:ea typeface="Nunito"/>
                <a:cs typeface="Nunito"/>
              </a:rPr>
              <a:t>Improve one idea or explanation and one language point.</a:t>
            </a:r>
          </a:p>
        </p:txBody>
      </p:sp>
      <p:sp>
        <p:nvSpPr>
          <p:cNvPr id="5" name="text-1096">
            <a:extLst xmlns:a="http://schemas.openxmlformats.org/drawingml/2006/main">
              <a:ext uri="{FF2B5EF4-FFF2-40B4-BE49-F238E27FC236}">
                <a16:creationId xmlns:a16="http://schemas.microsoft.com/office/drawing/2014/main" id="{ADD8ED5C-6279-4E9B-B5F9-B9A47F64207D}"/>
              </a:ext>
            </a:extLst>
          </p:cNvPr>
          <p:cNvSpPr>
            <a:spLocks xmlns:a="http://schemas.openxmlformats.org/drawingml/2006/main" noGrp="1"/>
          </p:cNvSpPr>
          <p:nvPr/>
        </p:nvSpPr>
        <p:spPr>
          <a:xfrm xmlns:a="http://schemas.openxmlformats.org/drawingml/2006/main">
            <a:off x="2871788" y="4343400"/>
            <a:ext cx="838390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5738" b="1">
                <a:solidFill>
                  <a:srgbClr val="FFC857"/>
                </a:solidFill>
                <a:latin typeface="Nunito"/>
                <a:ea typeface="Nunito"/>
                <a:cs typeface="Nunito"/>
              </a:defRPr>
            </a:pPr>
            <a:r>
              <a:rPr sz="5738" b="1">
                <a:solidFill>
                  <a:srgbClr val="FFC857"/>
                </a:solidFill>
                <a:latin typeface="Nunito"/>
                <a:ea typeface="Nunito"/>
                <a:cs typeface="Nunito"/>
              </a:rPr>
              <a:t>03:00</a:t>
            </a:r>
          </a:p>
        </p:txBody>
      </p:sp>
      <p:sp>
        <p:nvSpPr>
          <p:cNvPr id="6" name="text-1097">
            <a:extLst xmlns:a="http://schemas.openxmlformats.org/drawingml/2006/main">
              <a:ext uri="{FF2B5EF4-FFF2-40B4-BE49-F238E27FC236}">
                <a16:creationId xmlns:a16="http://schemas.microsoft.com/office/drawing/2014/main" id="{76FCCE67-AFC3-4A2F-A947-30D35480D2F4}"/>
              </a:ext>
            </a:extLst>
          </p:cNvPr>
          <p:cNvSpPr>
            <a:spLocks xmlns:a="http://schemas.openxmlformats.org/drawingml/2006/main" noGrp="1"/>
          </p:cNvSpPr>
          <p:nvPr/>
        </p:nvSpPr>
        <p:spPr>
          <a:xfrm xmlns:a="http://schemas.openxmlformats.org/drawingml/2006/main">
            <a:off x="2871788" y="5553075"/>
            <a:ext cx="838390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20" b="1">
                <a:solidFill>
                  <a:srgbClr val="4EE5FF"/>
                </a:solidFill>
                <a:latin typeface="Nunito"/>
                <a:ea typeface="Nunito"/>
                <a:cs typeface="Nunito"/>
              </a:defRPr>
            </a:pPr>
            <a:r>
              <a:rPr sz="1620" b="1">
                <a:solidFill>
                  <a:srgbClr val="4EE5FF"/>
                </a:solidFill>
                <a:latin typeface="Nunito"/>
                <a:ea typeface="Nunito"/>
                <a:cs typeface="Nunito"/>
                <a:hlinkClick xmlns:r="http://schemas.openxmlformats.org/officeDocument/2006/relationships" r:id="Rad6fb0660e49471e"/>
              </a:rPr>
              <a:t>Live timer on the website</a:t>
            </a:r>
          </a:p>
        </p:txBody>
      </p:sp>
      <p:sp>
        <p:nvSpPr>
          <p:cNvPr id="7" name="progress-1098">
            <a:extLst xmlns:a="http://schemas.openxmlformats.org/drawingml/2006/main">
              <a:ext uri="{FF2B5EF4-FFF2-40B4-BE49-F238E27FC236}">
                <a16:creationId xmlns:a16="http://schemas.microsoft.com/office/drawing/2014/main" id="{660946D7-D21A-414A-AFBE-D2B243974A7C}"/>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8" name="progress-1099">
            <a:extLst xmlns:a="http://schemas.openxmlformats.org/drawingml/2006/main">
              <a:ext uri="{FF2B5EF4-FFF2-40B4-BE49-F238E27FC236}">
                <a16:creationId xmlns:a16="http://schemas.microsoft.com/office/drawing/2014/main" id="{765AF5B2-E3F8-48F1-91FA-C86B0ABFD61B}"/>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10 / 10</a:t>
            </a:r>
          </a:p>
        </p:txBody>
      </p:sp>
      <p:sp>
        <p:nvSpPr>
          <p:cNvPr id="9" name="progress-1100">
            <a:extLst xmlns:a="http://schemas.openxmlformats.org/drawingml/2006/main">
              <a:ext uri="{FF2B5EF4-FFF2-40B4-BE49-F238E27FC236}">
                <a16:creationId xmlns:a16="http://schemas.microsoft.com/office/drawing/2014/main" id="{CBB95CDD-6065-4340-93C9-324FEF9BC6F7}"/>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0" name="progress-1101">
            <a:extLst xmlns:a="http://schemas.openxmlformats.org/drawingml/2006/main">
              <a:ext uri="{FF2B5EF4-FFF2-40B4-BE49-F238E27FC236}">
                <a16:creationId xmlns:a16="http://schemas.microsoft.com/office/drawing/2014/main" id="{95FED915-2679-4B5A-81A7-8BBD4D9E794C}"/>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123</a:t>
            </a:r>
          </a:p>
        </p:txBody>
      </p:sp>
      <p:sp>
        <p:nvSpPr>
          <p:cNvPr id="11" name="progress-1102">
            <a:extLst xmlns:a="http://schemas.openxmlformats.org/drawingml/2006/main">
              <a:ext uri="{FF2B5EF4-FFF2-40B4-BE49-F238E27FC236}">
                <a16:creationId xmlns:a16="http://schemas.microsoft.com/office/drawing/2014/main" id="{8A3F27AB-0883-4A6E-8188-9E3F606CDB7E}"/>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2" name="sidebar-divider">
            <a:extLst xmlns:a="http://schemas.openxmlformats.org/drawingml/2006/main">
              <a:ext uri="{FF2B5EF4-FFF2-40B4-BE49-F238E27FC236}">
                <a16:creationId xmlns:a16="http://schemas.microsoft.com/office/drawing/2014/main" id="{3AE549C4-B3CC-49AD-A06E-E1347B3ACE08}"/>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3" name="progress-1103">
            <a:extLst xmlns:a="http://schemas.openxmlformats.org/drawingml/2006/main">
              <a:ext uri="{FF2B5EF4-FFF2-40B4-BE49-F238E27FC236}">
                <a16:creationId xmlns:a16="http://schemas.microsoft.com/office/drawing/2014/main" id="{52B4A3E3-C1FB-4D04-A818-5B402B3609BD}"/>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4" name="progress-1104">
            <a:extLst xmlns:a="http://schemas.openxmlformats.org/drawingml/2006/main">
              <a:ext uri="{FF2B5EF4-FFF2-40B4-BE49-F238E27FC236}">
                <a16:creationId xmlns:a16="http://schemas.microsoft.com/office/drawing/2014/main" id="{9587D6D8-074A-49F0-8305-995CE74C9C8F}"/>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5" name="progress-1105">
            <a:extLst xmlns:a="http://schemas.openxmlformats.org/drawingml/2006/main">
              <a:ext uri="{FF2B5EF4-FFF2-40B4-BE49-F238E27FC236}">
                <a16:creationId xmlns:a16="http://schemas.microsoft.com/office/drawing/2014/main" id="{F246DBFA-80B2-4B9E-9475-0E0251471E28}"/>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6" name="progress-1106">
            <a:extLst xmlns:a="http://schemas.openxmlformats.org/drawingml/2006/main">
              <a:ext uri="{FF2B5EF4-FFF2-40B4-BE49-F238E27FC236}">
                <a16:creationId xmlns:a16="http://schemas.microsoft.com/office/drawing/2014/main" id="{EC177B45-9FF1-4396-9835-C13C033A3757}"/>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17" name="progress-1107">
            <a:extLst xmlns:a="http://schemas.openxmlformats.org/drawingml/2006/main">
              <a:ext uri="{FF2B5EF4-FFF2-40B4-BE49-F238E27FC236}">
                <a16:creationId xmlns:a16="http://schemas.microsoft.com/office/drawing/2014/main" id="{8724E85E-401F-4302-BD11-1996B63B7C0E}"/>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18" name="progress-1108">
            <a:extLst xmlns:a="http://schemas.openxmlformats.org/drawingml/2006/main">
              <a:ext uri="{FF2B5EF4-FFF2-40B4-BE49-F238E27FC236}">
                <a16:creationId xmlns:a16="http://schemas.microsoft.com/office/drawing/2014/main" id="{5FE03CDB-2684-4C30-9132-33723AEA4F75}"/>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6. Experience</a:t>
            </a:r>
          </a:p>
        </p:txBody>
      </p:sp>
      <p:sp>
        <p:nvSpPr>
          <p:cNvPr id="19" name="progress-1109">
            <a:extLst xmlns:a="http://schemas.openxmlformats.org/drawingml/2006/main">
              <a:ext uri="{FF2B5EF4-FFF2-40B4-BE49-F238E27FC236}">
                <a16:creationId xmlns:a16="http://schemas.microsoft.com/office/drawing/2014/main" id="{A6BF17A5-3911-4A63-9893-6E18958BE79E}"/>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7. Conclusion</a:t>
            </a:r>
          </a:p>
        </p:txBody>
      </p:sp>
      <p:sp>
        <p:nvSpPr>
          <p:cNvPr id="20" name="progress-1110">
            <a:extLst xmlns:a="http://schemas.openxmlformats.org/drawingml/2006/main">
              <a:ext uri="{FF2B5EF4-FFF2-40B4-BE49-F238E27FC236}">
                <a16:creationId xmlns:a16="http://schemas.microsoft.com/office/drawing/2014/main" id="{A6C42B1E-4C33-4677-8916-64AA5D45BC76}"/>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8. Passive</a:t>
            </a:r>
          </a:p>
        </p:txBody>
      </p:sp>
      <p:sp>
        <p:nvSpPr>
          <p:cNvPr id="21" name="progress-1111">
            <a:extLst xmlns:a="http://schemas.openxmlformats.org/drawingml/2006/main">
              <a:ext uri="{FF2B5EF4-FFF2-40B4-BE49-F238E27FC236}">
                <a16:creationId xmlns:a16="http://schemas.microsoft.com/office/drawing/2014/main" id="{9EA4B2B5-9AAF-46C4-9F4C-034CB337B35B}"/>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9. Example</a:t>
            </a:r>
          </a:p>
        </p:txBody>
      </p:sp>
      <p:sp>
        <p:nvSpPr>
          <p:cNvPr id="22" name="progress-1112">
            <a:extLst xmlns:a="http://schemas.openxmlformats.org/drawingml/2006/main">
              <a:ext uri="{FF2B5EF4-FFF2-40B4-BE49-F238E27FC236}">
                <a16:creationId xmlns:a16="http://schemas.microsoft.com/office/drawing/2014/main" id="{28364871-C2B2-4483-87DF-3ABFA061F4A7}"/>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10. One more idea</a:t>
            </a:r>
          </a:p>
        </p:txBody>
      </p:sp>
      <p:sp>
        <p:nvSpPr>
          <p:cNvPr id="23" name="progress-1113">
            <a:extLst xmlns:a="http://schemas.openxmlformats.org/drawingml/2006/main">
              <a:ext uri="{FF2B5EF4-FFF2-40B4-BE49-F238E27FC236}">
                <a16:creationId xmlns:a16="http://schemas.microsoft.com/office/drawing/2014/main" id="{8A64D91D-AFA5-4519-9179-F13D624FF8F5}"/>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4" name="text-1114">
            <a:extLst xmlns:a="http://schemas.openxmlformats.org/drawingml/2006/main">
              <a:ext uri="{FF2B5EF4-FFF2-40B4-BE49-F238E27FC236}">
                <a16:creationId xmlns:a16="http://schemas.microsoft.com/office/drawing/2014/main" id="{8597168B-C168-4BE8-B18D-5A4F67C09FD2}"/>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48 / 50</a:t>
            </a:r>
          </a:p>
        </p:txBody>
      </p:sp>
    </p:spTree>
    <p:extLst>
      <p:ext uri="{BB962C8B-B14F-4D97-AF65-F5344CB8AC3E}">
        <p14:creationId xmlns:p14="http://schemas.microsoft.com/office/powerpoint/2010/main" val="388195247"/>
      </p:ext>
    </p:extLst>
  </p:cSld>
</p:sld>
</file>

<file path=ppt/slides/slide49.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5" name="text-1115">
            <a:extLst xmlns:a="http://schemas.openxmlformats.org/drawingml/2006/main">
              <a:ext uri="{FF2B5EF4-FFF2-40B4-BE49-F238E27FC236}">
                <a16:creationId xmlns:a16="http://schemas.microsoft.com/office/drawing/2014/main" id="{48AAF62B-6106-462F-A803-09D2524CDA62}"/>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38fc653f41ea423e"/>
              </a:rPr>
              <a:t>⌂</a:t>
            </a:r>
          </a:p>
        </p:txBody>
      </p:sp>
      <p:sp>
        <p:nvSpPr>
          <p:cNvPr id="2" name="title-1116">
            <a:extLst xmlns:a="http://schemas.openxmlformats.org/drawingml/2006/main">
              <a:ext uri="{FF2B5EF4-FFF2-40B4-BE49-F238E27FC236}">
                <a16:creationId xmlns:a16="http://schemas.microsoft.com/office/drawing/2014/main" id="{076EEBFA-C211-471F-B4F6-ADBE8D9EBACF}"/>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Exit question</a:t>
            </a:r>
          </a:p>
        </p:txBody>
      </p:sp>
      <p:sp>
        <p:nvSpPr>
          <p:cNvPr id="3" name="text-1117">
            <a:extLst xmlns:a="http://schemas.openxmlformats.org/drawingml/2006/main">
              <a:ext uri="{FF2B5EF4-FFF2-40B4-BE49-F238E27FC236}">
                <a16:creationId xmlns:a16="http://schemas.microsoft.com/office/drawing/2014/main" id="{A1A5BB40-E101-4054-8743-88CFACBF6A98}"/>
              </a:ext>
            </a:extLst>
          </p:cNvPr>
          <p:cNvSpPr>
            <a:spLocks xmlns:a="http://schemas.openxmlformats.org/drawingml/2006/main" noGrp="1"/>
          </p:cNvSpPr>
          <p:nvPr/>
        </p:nvSpPr>
        <p:spPr>
          <a:xfrm xmlns:a="http://schemas.openxmlformats.org/drawingml/2006/main">
            <a:off x="2794159" y="1304925"/>
            <a:ext cx="8539162"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7F7F2"/>
                </a:solidFill>
                <a:latin typeface="Nunito"/>
                <a:ea typeface="Nunito"/>
                <a:cs typeface="Nunito"/>
              </a:defRPr>
            </a:pPr>
            <a:r>
              <a:rPr sz="2700" b="1">
                <a:solidFill>
                  <a:srgbClr val="F7F7F2"/>
                </a:solidFill>
                <a:latin typeface="Nunito"/>
                <a:ea typeface="Nunito"/>
                <a:cs typeface="Nunito"/>
              </a:rPr>
              <a:t>Which sentence explains how games help?</a:t>
            </a:r>
          </a:p>
        </p:txBody>
      </p:sp>
      <p:sp>
        <p:nvSpPr>
          <p:cNvPr id="4" name="text-1118">
            <a:extLst xmlns:a="http://schemas.openxmlformats.org/drawingml/2006/main">
              <a:ext uri="{FF2B5EF4-FFF2-40B4-BE49-F238E27FC236}">
                <a16:creationId xmlns:a16="http://schemas.microsoft.com/office/drawing/2014/main" id="{316584AD-219D-49A9-960B-ED7D1D318663}"/>
              </a:ext>
            </a:extLst>
          </p:cNvPr>
          <p:cNvSpPr>
            <a:spLocks xmlns:a="http://schemas.openxmlformats.org/drawingml/2006/main" noGrp="1"/>
          </p:cNvSpPr>
          <p:nvPr/>
        </p:nvSpPr>
        <p:spPr>
          <a:xfrm xmlns:a="http://schemas.openxmlformats.org/drawingml/2006/main">
            <a:off x="2832973" y="2419350"/>
            <a:ext cx="8461534"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93" b="1">
                <a:solidFill>
                  <a:srgbClr val="F7F7F2"/>
                </a:solidFill>
                <a:latin typeface="Nunito"/>
                <a:ea typeface="Nunito"/>
                <a:cs typeface="Nunito"/>
              </a:defRPr>
            </a:pPr>
            <a:r>
              <a:rPr sz="2093" b="1">
                <a:solidFill>
                  <a:srgbClr val="F7F7F2"/>
                </a:solidFill>
                <a:latin typeface="Nunito"/>
                <a:ea typeface="Nunito"/>
                <a:cs typeface="Nunito"/>
              </a:rPr>
              <a:t>A   Games help students.</a:t>
            </a:r>
          </a:p>
        </p:txBody>
      </p:sp>
      <p:sp>
        <p:nvSpPr>
          <p:cNvPr id="5" name="text-1119">
            <a:extLst xmlns:a="http://schemas.openxmlformats.org/drawingml/2006/main">
              <a:ext uri="{FF2B5EF4-FFF2-40B4-BE49-F238E27FC236}">
                <a16:creationId xmlns:a16="http://schemas.microsoft.com/office/drawing/2014/main" id="{B91ED186-668E-4C7A-A6E5-C355CE9CBF47}"/>
              </a:ext>
            </a:extLst>
          </p:cNvPr>
          <p:cNvSpPr>
            <a:spLocks xmlns:a="http://schemas.openxmlformats.org/drawingml/2006/main" noGrp="1"/>
          </p:cNvSpPr>
          <p:nvPr/>
        </p:nvSpPr>
        <p:spPr>
          <a:xfrm xmlns:a="http://schemas.openxmlformats.org/drawingml/2006/main">
            <a:off x="2832973" y="3257550"/>
            <a:ext cx="8461534"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93" b="1">
                <a:solidFill>
                  <a:srgbClr val="F7F7F2"/>
                </a:solidFill>
                <a:latin typeface="Nunito"/>
                <a:ea typeface="Nunito"/>
                <a:cs typeface="Nunito"/>
              </a:defRPr>
            </a:pPr>
            <a:r>
              <a:rPr sz="2093" b="1">
                <a:solidFill>
                  <a:srgbClr val="F7F7F2"/>
                </a:solidFill>
                <a:latin typeface="Nunito"/>
                <a:ea typeface="Nunito"/>
                <a:cs typeface="Nunito"/>
              </a:rPr>
              <a:t>B   Games help students make friends since they spend time together.</a:t>
            </a:r>
          </a:p>
        </p:txBody>
      </p:sp>
      <p:sp>
        <p:nvSpPr>
          <p:cNvPr id="6" name="text-1120">
            <a:extLst xmlns:a="http://schemas.openxmlformats.org/drawingml/2006/main">
              <a:ext uri="{FF2B5EF4-FFF2-40B4-BE49-F238E27FC236}">
                <a16:creationId xmlns:a16="http://schemas.microsoft.com/office/drawing/2014/main" id="{3E043C9F-BADF-4B8A-AD41-5D7BACF82D5A}"/>
              </a:ext>
            </a:extLst>
          </p:cNvPr>
          <p:cNvSpPr>
            <a:spLocks xmlns:a="http://schemas.openxmlformats.org/drawingml/2006/main" noGrp="1"/>
          </p:cNvSpPr>
          <p:nvPr/>
        </p:nvSpPr>
        <p:spPr>
          <a:xfrm xmlns:a="http://schemas.openxmlformats.org/drawingml/2006/main">
            <a:off x="2832973" y="4095750"/>
            <a:ext cx="8461534"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93" b="1">
                <a:solidFill>
                  <a:srgbClr val="F7F7F2"/>
                </a:solidFill>
                <a:latin typeface="Nunito"/>
                <a:ea typeface="Nunito"/>
                <a:cs typeface="Nunito"/>
              </a:defRPr>
            </a:pPr>
            <a:r>
              <a:rPr sz="2093" b="1">
                <a:solidFill>
                  <a:srgbClr val="F7F7F2"/>
                </a:solidFill>
                <a:latin typeface="Nunito"/>
                <a:ea typeface="Nunito"/>
                <a:cs typeface="Nunito"/>
              </a:rPr>
              <a:t>C   Games help students since games help students.</a:t>
            </a:r>
          </a:p>
        </p:txBody>
      </p:sp>
      <p:sp>
        <p:nvSpPr>
          <p:cNvPr id="7" name="progress-1121">
            <a:extLst xmlns:a="http://schemas.openxmlformats.org/drawingml/2006/main">
              <a:ext uri="{FF2B5EF4-FFF2-40B4-BE49-F238E27FC236}">
                <a16:creationId xmlns:a16="http://schemas.microsoft.com/office/drawing/2014/main" id="{71011E8E-D76B-4CA5-A354-48321C96E61C}"/>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8" name="progress-1122">
            <a:extLst xmlns:a="http://schemas.openxmlformats.org/drawingml/2006/main">
              <a:ext uri="{FF2B5EF4-FFF2-40B4-BE49-F238E27FC236}">
                <a16:creationId xmlns:a16="http://schemas.microsoft.com/office/drawing/2014/main" id="{50C417B7-16DF-4027-BA51-B22C65178A8B}"/>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10 / 10</a:t>
            </a:r>
          </a:p>
        </p:txBody>
      </p:sp>
      <p:sp>
        <p:nvSpPr>
          <p:cNvPr id="9" name="progress-1123">
            <a:extLst xmlns:a="http://schemas.openxmlformats.org/drawingml/2006/main">
              <a:ext uri="{FF2B5EF4-FFF2-40B4-BE49-F238E27FC236}">
                <a16:creationId xmlns:a16="http://schemas.microsoft.com/office/drawing/2014/main" id="{ADF25F04-3E20-4F51-AB24-3B466AE943E2}"/>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0" name="progress-1124">
            <a:extLst xmlns:a="http://schemas.openxmlformats.org/drawingml/2006/main">
              <a:ext uri="{FF2B5EF4-FFF2-40B4-BE49-F238E27FC236}">
                <a16:creationId xmlns:a16="http://schemas.microsoft.com/office/drawing/2014/main" id="{C68F74DF-3535-4CD0-AB51-73B5111731E7}"/>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123</a:t>
            </a:r>
          </a:p>
        </p:txBody>
      </p:sp>
      <p:sp>
        <p:nvSpPr>
          <p:cNvPr id="11" name="progress-1125">
            <a:extLst xmlns:a="http://schemas.openxmlformats.org/drawingml/2006/main">
              <a:ext uri="{FF2B5EF4-FFF2-40B4-BE49-F238E27FC236}">
                <a16:creationId xmlns:a16="http://schemas.microsoft.com/office/drawing/2014/main" id="{8FA49B70-B240-47C3-891B-B86D406A86C9}"/>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2" name="sidebar-divider">
            <a:extLst xmlns:a="http://schemas.openxmlformats.org/drawingml/2006/main">
              <a:ext uri="{FF2B5EF4-FFF2-40B4-BE49-F238E27FC236}">
                <a16:creationId xmlns:a16="http://schemas.microsoft.com/office/drawing/2014/main" id="{54FBD646-D90B-4825-BFBA-767197373C87}"/>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3" name="progress-1126">
            <a:extLst xmlns:a="http://schemas.openxmlformats.org/drawingml/2006/main">
              <a:ext uri="{FF2B5EF4-FFF2-40B4-BE49-F238E27FC236}">
                <a16:creationId xmlns:a16="http://schemas.microsoft.com/office/drawing/2014/main" id="{A05F85D2-CB2D-4414-819E-C451BF2A14DE}"/>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4" name="progress-1127">
            <a:extLst xmlns:a="http://schemas.openxmlformats.org/drawingml/2006/main">
              <a:ext uri="{FF2B5EF4-FFF2-40B4-BE49-F238E27FC236}">
                <a16:creationId xmlns:a16="http://schemas.microsoft.com/office/drawing/2014/main" id="{80BFB079-A39E-4910-A814-7A1948ECF9C4}"/>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5" name="progress-1128">
            <a:extLst xmlns:a="http://schemas.openxmlformats.org/drawingml/2006/main">
              <a:ext uri="{FF2B5EF4-FFF2-40B4-BE49-F238E27FC236}">
                <a16:creationId xmlns:a16="http://schemas.microsoft.com/office/drawing/2014/main" id="{CD93B793-8A48-43FD-831B-E75F5735F5BE}"/>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6" name="progress-1129">
            <a:extLst xmlns:a="http://schemas.openxmlformats.org/drawingml/2006/main">
              <a:ext uri="{FF2B5EF4-FFF2-40B4-BE49-F238E27FC236}">
                <a16:creationId xmlns:a16="http://schemas.microsoft.com/office/drawing/2014/main" id="{5EDDF079-10FC-416B-92C3-A9E3133AE036}"/>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17" name="progress-1130">
            <a:extLst xmlns:a="http://schemas.openxmlformats.org/drawingml/2006/main">
              <a:ext uri="{FF2B5EF4-FFF2-40B4-BE49-F238E27FC236}">
                <a16:creationId xmlns:a16="http://schemas.microsoft.com/office/drawing/2014/main" id="{9F41FC48-088B-4396-8A9F-A124BC411B2B}"/>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18" name="progress-1131">
            <a:extLst xmlns:a="http://schemas.openxmlformats.org/drawingml/2006/main">
              <a:ext uri="{FF2B5EF4-FFF2-40B4-BE49-F238E27FC236}">
                <a16:creationId xmlns:a16="http://schemas.microsoft.com/office/drawing/2014/main" id="{BC0B74CD-8FE0-46D8-B6D9-17843D093331}"/>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6. Experience</a:t>
            </a:r>
          </a:p>
        </p:txBody>
      </p:sp>
      <p:sp>
        <p:nvSpPr>
          <p:cNvPr id="19" name="progress-1132">
            <a:extLst xmlns:a="http://schemas.openxmlformats.org/drawingml/2006/main">
              <a:ext uri="{FF2B5EF4-FFF2-40B4-BE49-F238E27FC236}">
                <a16:creationId xmlns:a16="http://schemas.microsoft.com/office/drawing/2014/main" id="{32FE4B5B-21C0-44A3-A809-B4F2AB5EEF15}"/>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7. Conclusion</a:t>
            </a:r>
          </a:p>
        </p:txBody>
      </p:sp>
      <p:sp>
        <p:nvSpPr>
          <p:cNvPr id="20" name="progress-1133">
            <a:extLst xmlns:a="http://schemas.openxmlformats.org/drawingml/2006/main">
              <a:ext uri="{FF2B5EF4-FFF2-40B4-BE49-F238E27FC236}">
                <a16:creationId xmlns:a16="http://schemas.microsoft.com/office/drawing/2014/main" id="{9B3551A1-C2C7-4F0C-BD53-0B91C4F5B6D2}"/>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8. Passive</a:t>
            </a:r>
          </a:p>
        </p:txBody>
      </p:sp>
      <p:sp>
        <p:nvSpPr>
          <p:cNvPr id="21" name="progress-1134">
            <a:extLst xmlns:a="http://schemas.openxmlformats.org/drawingml/2006/main">
              <a:ext uri="{FF2B5EF4-FFF2-40B4-BE49-F238E27FC236}">
                <a16:creationId xmlns:a16="http://schemas.microsoft.com/office/drawing/2014/main" id="{000987B3-CB86-479D-B108-E12368953C4A}"/>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9. Example</a:t>
            </a:r>
          </a:p>
        </p:txBody>
      </p:sp>
      <p:sp>
        <p:nvSpPr>
          <p:cNvPr id="22" name="progress-1135">
            <a:extLst xmlns:a="http://schemas.openxmlformats.org/drawingml/2006/main">
              <a:ext uri="{FF2B5EF4-FFF2-40B4-BE49-F238E27FC236}">
                <a16:creationId xmlns:a16="http://schemas.microsoft.com/office/drawing/2014/main" id="{64B67736-7D76-4B10-BC51-355F0274C1D9}"/>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10. One more idea</a:t>
            </a:r>
          </a:p>
        </p:txBody>
      </p:sp>
      <p:sp>
        <p:nvSpPr>
          <p:cNvPr id="23" name="progress-1136">
            <a:extLst xmlns:a="http://schemas.openxmlformats.org/drawingml/2006/main">
              <a:ext uri="{FF2B5EF4-FFF2-40B4-BE49-F238E27FC236}">
                <a16:creationId xmlns:a16="http://schemas.microsoft.com/office/drawing/2014/main" id="{16E29353-853D-4C11-B4A5-74B2721082C4}"/>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4" name="text-1137">
            <a:extLst xmlns:a="http://schemas.openxmlformats.org/drawingml/2006/main">
              <a:ext uri="{FF2B5EF4-FFF2-40B4-BE49-F238E27FC236}">
                <a16:creationId xmlns:a16="http://schemas.microsoft.com/office/drawing/2014/main" id="{818D5B0E-8F21-494E-96BA-9B4D57C7A6C0}"/>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49 / 50</a:t>
            </a:r>
          </a:p>
        </p:txBody>
      </p:sp>
    </p:spTree>
    <p:extLst>
      <p:ext uri="{BB962C8B-B14F-4D97-AF65-F5344CB8AC3E}">
        <p14:creationId xmlns:p14="http://schemas.microsoft.com/office/powerpoint/2010/main" val="733337795"/>
      </p:ext>
    </p:extLst>
  </p:cSld>
</p:sld>
</file>

<file path=ppt/slides/slide50.xml><?xml version="1.0" encoding="utf-8"?>
<p:sld xmlns:p="http://schemas.openxmlformats.org/presentationml/2006/main">
  <p:cSld>
    <p:bg>
      <p:bgPr>
        <a:gradFill xmlns:a="http://schemas.openxmlformats.org/drawingml/2006/main">
          <a:gsLst>
            <a:gs pos="0">
              <a:srgbClr val="102A42"/>
            </a:gs>
            <a:gs pos="65000">
              <a:srgbClr val="07111F"/>
            </a:gs>
            <a:gs pos="100000">
              <a:srgbClr val="161B35"/>
            </a:gs>
          </a:gsLst>
          <a:lin ang="1440000"/>
        </a:gradFill>
      </p:bgPr>
    </p:bg>
    <p:spTree>
      <p:nvGrpSpPr>
        <p:cNvPr id="1" name=""/>
        <p:cNvGrpSpPr/>
        <p:nvPr/>
      </p:nvGrpSpPr>
      <p:grpSpPr>
        <a:xfrm xmlns:a="http://schemas.openxmlformats.org/drawingml/2006/main"/>
      </p:grpSpPr>
      <p:sp>
        <p:nvSpPr>
          <p:cNvPr id="26" name="text-1138">
            <a:extLst xmlns:a="http://schemas.openxmlformats.org/drawingml/2006/main">
              <a:ext uri="{FF2B5EF4-FFF2-40B4-BE49-F238E27FC236}">
                <a16:creationId xmlns:a16="http://schemas.microsoft.com/office/drawing/2014/main" id="{D4EE7F15-5295-430F-9D87-C6EA4BA9BA85}"/>
              </a:ext>
            </a:extLst>
          </p:cNvPr>
          <p:cNvSpPr>
            <a:spLocks xmlns:a="http://schemas.openxmlformats.org/drawingml/2006/main" noGrp="1"/>
          </p:cNvSpPr>
          <p:nvPr/>
        </p:nvSpPr>
        <p:spPr>
          <a:xfrm xmlns:a="http://schemas.openxmlformats.org/drawingml/2006/main">
            <a:off x="2390489" y="285750"/>
            <a:ext cx="341567"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F7F7F2"/>
                </a:solidFill>
                <a:latin typeface="Nunito"/>
                <a:ea typeface="Nunito"/>
                <a:cs typeface="Nunito"/>
              </a:defRPr>
            </a:pPr>
            <a:r>
              <a:rPr sz="2025" b="0">
                <a:solidFill>
                  <a:srgbClr val="F7F7F2"/>
                </a:solidFill>
                <a:latin typeface="Nunito"/>
                <a:ea typeface="Nunito"/>
                <a:cs typeface="Nunito"/>
                <a:hlinkClick xmlns:r="http://schemas.openxmlformats.org/officeDocument/2006/relationships" r:id="Re4805c06c79f4c88"/>
              </a:rPr>
              <a:t>⌂</a:t>
            </a:r>
          </a:p>
        </p:txBody>
      </p:sp>
      <p:sp>
        <p:nvSpPr>
          <p:cNvPr id="2" name="title-1139">
            <a:extLst xmlns:a="http://schemas.openxmlformats.org/drawingml/2006/main">
              <a:ext uri="{FF2B5EF4-FFF2-40B4-BE49-F238E27FC236}">
                <a16:creationId xmlns:a16="http://schemas.microsoft.com/office/drawing/2014/main" id="{989889D7-98E5-42B1-8D24-088D73AE17EB}"/>
              </a:ext>
            </a:extLst>
          </p:cNvPr>
          <p:cNvSpPr>
            <a:spLocks xmlns:a="http://schemas.openxmlformats.org/drawingml/2006/main" noGrp="1"/>
          </p:cNvSpPr>
          <p:nvPr/>
        </p:nvSpPr>
        <p:spPr>
          <a:xfrm xmlns:a="http://schemas.openxmlformats.org/drawingml/2006/main">
            <a:off x="2832973" y="504825"/>
            <a:ext cx="846153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4EE5FF"/>
                </a:solidFill>
                <a:latin typeface="Nunito"/>
                <a:ea typeface="Nunito"/>
                <a:cs typeface="Nunito"/>
              </a:defRPr>
            </a:pPr>
            <a:r>
              <a:rPr sz="1890" b="1">
                <a:solidFill>
                  <a:srgbClr val="4EE5FF"/>
                </a:solidFill>
                <a:latin typeface="Nunito"/>
                <a:ea typeface="Nunito"/>
                <a:cs typeface="Nunito"/>
              </a:rPr>
              <a:t>Exit question</a:t>
            </a:r>
          </a:p>
        </p:txBody>
      </p:sp>
      <p:sp>
        <p:nvSpPr>
          <p:cNvPr id="3" name="text-1140">
            <a:extLst xmlns:a="http://schemas.openxmlformats.org/drawingml/2006/main">
              <a:ext uri="{FF2B5EF4-FFF2-40B4-BE49-F238E27FC236}">
                <a16:creationId xmlns:a16="http://schemas.microsoft.com/office/drawing/2014/main" id="{1AE4F532-5638-443B-8C7A-B3BCB8217962}"/>
              </a:ext>
            </a:extLst>
          </p:cNvPr>
          <p:cNvSpPr>
            <a:spLocks xmlns:a="http://schemas.openxmlformats.org/drawingml/2006/main" noGrp="1"/>
          </p:cNvSpPr>
          <p:nvPr/>
        </p:nvSpPr>
        <p:spPr>
          <a:xfrm xmlns:a="http://schemas.openxmlformats.org/drawingml/2006/main">
            <a:off x="2794159" y="1304925"/>
            <a:ext cx="8539162"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7F7F2"/>
                </a:solidFill>
                <a:latin typeface="Nunito"/>
                <a:ea typeface="Nunito"/>
                <a:cs typeface="Nunito"/>
              </a:defRPr>
            </a:pPr>
            <a:r>
              <a:rPr sz="2700" b="1">
                <a:solidFill>
                  <a:srgbClr val="F7F7F2"/>
                </a:solidFill>
                <a:latin typeface="Nunito"/>
                <a:ea typeface="Nunito"/>
                <a:cs typeface="Nunito"/>
              </a:rPr>
              <a:t>Which sentence explains how games help?</a:t>
            </a:r>
          </a:p>
        </p:txBody>
      </p:sp>
      <p:sp>
        <p:nvSpPr>
          <p:cNvPr id="4" name="text-1141">
            <a:extLst xmlns:a="http://schemas.openxmlformats.org/drawingml/2006/main">
              <a:ext uri="{FF2B5EF4-FFF2-40B4-BE49-F238E27FC236}">
                <a16:creationId xmlns:a16="http://schemas.microsoft.com/office/drawing/2014/main" id="{8DF67FB7-C365-418B-A7DA-E485C1F05507}"/>
              </a:ext>
            </a:extLst>
          </p:cNvPr>
          <p:cNvSpPr>
            <a:spLocks xmlns:a="http://schemas.openxmlformats.org/drawingml/2006/main" noGrp="1"/>
          </p:cNvSpPr>
          <p:nvPr/>
        </p:nvSpPr>
        <p:spPr>
          <a:xfrm xmlns:a="http://schemas.openxmlformats.org/drawingml/2006/main">
            <a:off x="2832973" y="2419350"/>
            <a:ext cx="8461534"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93" b="1">
                <a:solidFill>
                  <a:srgbClr val="F7F7F2"/>
                </a:solidFill>
                <a:latin typeface="Nunito"/>
                <a:ea typeface="Nunito"/>
                <a:cs typeface="Nunito"/>
              </a:defRPr>
            </a:pPr>
            <a:r>
              <a:rPr sz="2093" b="1">
                <a:solidFill>
                  <a:srgbClr val="F7F7F2"/>
                </a:solidFill>
                <a:latin typeface="Nunito"/>
                <a:ea typeface="Nunito"/>
                <a:cs typeface="Nunito"/>
              </a:rPr>
              <a:t>A   Games help students.</a:t>
            </a:r>
          </a:p>
        </p:txBody>
      </p:sp>
      <p:sp>
        <p:nvSpPr>
          <p:cNvPr id="5" name="text-1142">
            <a:extLst xmlns:a="http://schemas.openxmlformats.org/drawingml/2006/main">
              <a:ext uri="{FF2B5EF4-FFF2-40B4-BE49-F238E27FC236}">
                <a16:creationId xmlns:a16="http://schemas.microsoft.com/office/drawing/2014/main" id="{9DA3E61A-5A6F-45B1-B974-5EA413DA0B92}"/>
              </a:ext>
            </a:extLst>
          </p:cNvPr>
          <p:cNvSpPr>
            <a:spLocks xmlns:a="http://schemas.openxmlformats.org/drawingml/2006/main" noGrp="1"/>
          </p:cNvSpPr>
          <p:nvPr/>
        </p:nvSpPr>
        <p:spPr>
          <a:xfrm xmlns:a="http://schemas.openxmlformats.org/drawingml/2006/main">
            <a:off x="2832973" y="3257550"/>
            <a:ext cx="8461534"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93" b="1">
                <a:solidFill>
                  <a:srgbClr val="DFFF5B"/>
                </a:solidFill>
                <a:latin typeface="Nunito"/>
                <a:ea typeface="Nunito"/>
                <a:cs typeface="Nunito"/>
              </a:defRPr>
            </a:pPr>
            <a:r>
              <a:rPr sz="2093" b="1">
                <a:solidFill>
                  <a:srgbClr val="DFFF5B"/>
                </a:solidFill>
                <a:latin typeface="Nunito"/>
                <a:ea typeface="Nunito"/>
                <a:cs typeface="Nunito"/>
              </a:rPr>
              <a:t>B   Games help students make friends since they spend time together.</a:t>
            </a:r>
          </a:p>
        </p:txBody>
      </p:sp>
      <p:sp>
        <p:nvSpPr>
          <p:cNvPr id="6" name="text-1143">
            <a:extLst xmlns:a="http://schemas.openxmlformats.org/drawingml/2006/main">
              <a:ext uri="{FF2B5EF4-FFF2-40B4-BE49-F238E27FC236}">
                <a16:creationId xmlns:a16="http://schemas.microsoft.com/office/drawing/2014/main" id="{4D3E18BC-FAA0-42DF-ACC1-6303DD98A855}"/>
              </a:ext>
            </a:extLst>
          </p:cNvPr>
          <p:cNvSpPr>
            <a:spLocks xmlns:a="http://schemas.openxmlformats.org/drawingml/2006/main" noGrp="1"/>
          </p:cNvSpPr>
          <p:nvPr/>
        </p:nvSpPr>
        <p:spPr>
          <a:xfrm xmlns:a="http://schemas.openxmlformats.org/drawingml/2006/main">
            <a:off x="2832973" y="4095750"/>
            <a:ext cx="8461534"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93" b="1">
                <a:solidFill>
                  <a:srgbClr val="F7F7F2"/>
                </a:solidFill>
                <a:latin typeface="Nunito"/>
                <a:ea typeface="Nunito"/>
                <a:cs typeface="Nunito"/>
              </a:defRPr>
            </a:pPr>
            <a:r>
              <a:rPr sz="2093" b="1">
                <a:solidFill>
                  <a:srgbClr val="F7F7F2"/>
                </a:solidFill>
                <a:latin typeface="Nunito"/>
                <a:ea typeface="Nunito"/>
                <a:cs typeface="Nunito"/>
              </a:rPr>
              <a:t>C   Games help students since games help students.</a:t>
            </a:r>
          </a:p>
        </p:txBody>
      </p:sp>
      <p:sp>
        <p:nvSpPr>
          <p:cNvPr id="7" name="text-1144">
            <a:extLst xmlns:a="http://schemas.openxmlformats.org/drawingml/2006/main">
              <a:ext uri="{FF2B5EF4-FFF2-40B4-BE49-F238E27FC236}">
                <a16:creationId xmlns:a16="http://schemas.microsoft.com/office/drawing/2014/main" id="{4CE4470F-9E76-43C7-AD0D-7C9BD3513275}"/>
              </a:ext>
            </a:extLst>
          </p:cNvPr>
          <p:cNvSpPr>
            <a:spLocks xmlns:a="http://schemas.openxmlformats.org/drawingml/2006/main" noGrp="1"/>
          </p:cNvSpPr>
          <p:nvPr/>
        </p:nvSpPr>
        <p:spPr>
          <a:xfrm xmlns:a="http://schemas.openxmlformats.org/drawingml/2006/main">
            <a:off x="2832973" y="5143500"/>
            <a:ext cx="8461534"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90" b="1">
                <a:solidFill>
                  <a:srgbClr val="DFFF5B"/>
                </a:solidFill>
                <a:latin typeface="Nunito"/>
                <a:ea typeface="Nunito"/>
                <a:cs typeface="Nunito"/>
              </a:defRPr>
            </a:pPr>
            <a:r>
              <a:rPr sz="1890" b="1">
                <a:solidFill>
                  <a:srgbClr val="DFFF5B"/>
                </a:solidFill>
                <a:latin typeface="Nunito"/>
                <a:ea typeface="Nunito"/>
                <a:cs typeface="Nunito"/>
              </a:rPr>
              <a:t>A clear sentence explains the idea.</a:t>
            </a:r>
          </a:p>
        </p:txBody>
      </p:sp>
      <p:sp>
        <p:nvSpPr>
          <p:cNvPr id="8" name="progress-1145">
            <a:extLst xmlns:a="http://schemas.openxmlformats.org/drawingml/2006/main">
              <a:ext uri="{FF2B5EF4-FFF2-40B4-BE49-F238E27FC236}">
                <a16:creationId xmlns:a16="http://schemas.microsoft.com/office/drawing/2014/main" id="{1E2298B5-2F78-435C-9416-F17D1801863E}"/>
              </a:ext>
            </a:extLst>
          </p:cNvPr>
          <p:cNvSpPr>
            <a:spLocks xmlns:a="http://schemas.openxmlformats.org/drawingml/2006/main" noGrp="1"/>
          </p:cNvSpPr>
          <p:nvPr/>
        </p:nvSpPr>
        <p:spPr>
          <a:xfrm xmlns:a="http://schemas.openxmlformats.org/drawingml/2006/main">
            <a:off x="228600" y="666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4EE5FF"/>
                </a:solidFill>
                <a:latin typeface="Nunito"/>
                <a:ea typeface="Nunito"/>
                <a:cs typeface="Nunito"/>
              </a:defRPr>
            </a:pPr>
            <a:r>
              <a:rPr sz="1800" b="1">
                <a:solidFill>
                  <a:srgbClr val="4EE5FF"/>
                </a:solidFill>
                <a:latin typeface="Nunito"/>
                <a:ea typeface="Nunito"/>
                <a:cs typeface="Nunito"/>
              </a:rPr>
              <a:t>Model essay</a:t>
            </a:r>
          </a:p>
        </p:txBody>
      </p:sp>
      <p:sp>
        <p:nvSpPr>
          <p:cNvPr id="9" name="progress-1146">
            <a:extLst xmlns:a="http://schemas.openxmlformats.org/drawingml/2006/main">
              <a:ext uri="{FF2B5EF4-FFF2-40B4-BE49-F238E27FC236}">
                <a16:creationId xmlns:a16="http://schemas.microsoft.com/office/drawing/2014/main" id="{53DC456E-2AA2-426C-856F-0E8EC35CE8E9}"/>
              </a:ext>
            </a:extLst>
          </p:cNvPr>
          <p:cNvSpPr>
            <a:spLocks xmlns:a="http://schemas.openxmlformats.org/drawingml/2006/main" noGrp="1"/>
          </p:cNvSpPr>
          <p:nvPr/>
        </p:nvSpPr>
        <p:spPr>
          <a:xfrm xmlns:a="http://schemas.openxmlformats.org/drawingml/2006/main">
            <a:off x="228600" y="1133475"/>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10 / 10</a:t>
            </a:r>
          </a:p>
        </p:txBody>
      </p:sp>
      <p:sp>
        <p:nvSpPr>
          <p:cNvPr id="10" name="progress-1147">
            <a:extLst xmlns:a="http://schemas.openxmlformats.org/drawingml/2006/main">
              <a:ext uri="{FF2B5EF4-FFF2-40B4-BE49-F238E27FC236}">
                <a16:creationId xmlns:a16="http://schemas.microsoft.com/office/drawing/2014/main" id="{44CCA435-4C24-4380-BE60-BCB5C4971877}"/>
              </a:ext>
            </a:extLst>
          </p:cNvPr>
          <p:cNvSpPr>
            <a:spLocks xmlns:a="http://schemas.openxmlformats.org/drawingml/2006/main" noGrp="1"/>
          </p:cNvSpPr>
          <p:nvPr/>
        </p:nvSpPr>
        <p:spPr>
          <a:xfrm xmlns:a="http://schemas.openxmlformats.org/drawingml/2006/main">
            <a:off x="228600" y="1552575"/>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sentences</a:t>
            </a:r>
          </a:p>
        </p:txBody>
      </p:sp>
      <p:sp>
        <p:nvSpPr>
          <p:cNvPr id="11" name="progress-1148">
            <a:extLst xmlns:a="http://schemas.openxmlformats.org/drawingml/2006/main">
              <a:ext uri="{FF2B5EF4-FFF2-40B4-BE49-F238E27FC236}">
                <a16:creationId xmlns:a16="http://schemas.microsoft.com/office/drawing/2014/main" id="{40A0D6DB-94AE-42B5-8803-E346074A9A17}"/>
              </a:ext>
            </a:extLst>
          </p:cNvPr>
          <p:cNvSpPr>
            <a:spLocks xmlns:a="http://schemas.openxmlformats.org/drawingml/2006/main" noGrp="1"/>
          </p:cNvSpPr>
          <p:nvPr/>
        </p:nvSpPr>
        <p:spPr>
          <a:xfrm xmlns:a="http://schemas.openxmlformats.org/drawingml/2006/main">
            <a:off x="228600" y="18859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DFFF5B"/>
                </a:solidFill>
                <a:latin typeface="Nunito"/>
                <a:ea typeface="Nunito"/>
                <a:cs typeface="Nunito"/>
              </a:defRPr>
            </a:pPr>
            <a:r>
              <a:rPr sz="2475" b="1">
                <a:solidFill>
                  <a:srgbClr val="DFFF5B"/>
                </a:solidFill>
                <a:latin typeface="Nunito"/>
                <a:ea typeface="Nunito"/>
                <a:cs typeface="Nunito"/>
              </a:rPr>
              <a:t>123</a:t>
            </a:r>
          </a:p>
        </p:txBody>
      </p:sp>
      <p:sp>
        <p:nvSpPr>
          <p:cNvPr id="12" name="progress-1149">
            <a:extLst xmlns:a="http://schemas.openxmlformats.org/drawingml/2006/main">
              <a:ext uri="{FF2B5EF4-FFF2-40B4-BE49-F238E27FC236}">
                <a16:creationId xmlns:a16="http://schemas.microsoft.com/office/drawing/2014/main" id="{2C32AC85-AFF8-483C-95B6-FAB183EEEBD9}"/>
              </a:ext>
            </a:extLst>
          </p:cNvPr>
          <p:cNvSpPr>
            <a:spLocks xmlns:a="http://schemas.openxmlformats.org/drawingml/2006/main" noGrp="1"/>
          </p:cNvSpPr>
          <p:nvPr/>
        </p:nvSpPr>
        <p:spPr>
          <a:xfrm xmlns:a="http://schemas.openxmlformats.org/drawingml/2006/main">
            <a:off x="228600" y="230505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A9BDD2"/>
                </a:solidFill>
                <a:latin typeface="Nunito"/>
                <a:ea typeface="Nunito"/>
                <a:cs typeface="Nunito"/>
              </a:defRPr>
            </a:pPr>
            <a:r>
              <a:rPr sz="1275" b="1">
                <a:solidFill>
                  <a:srgbClr val="A9BDD2"/>
                </a:solidFill>
                <a:latin typeface="Nunito"/>
                <a:ea typeface="Nunito"/>
                <a:cs typeface="Nunito"/>
              </a:rPr>
              <a:t>words so far</a:t>
            </a:r>
          </a:p>
        </p:txBody>
      </p:sp>
      <p:sp>
        <p:nvSpPr>
          <p:cNvPr id="13" name="sidebar-divider">
            <a:extLst xmlns:a="http://schemas.openxmlformats.org/drawingml/2006/main">
              <a:ext uri="{FF2B5EF4-FFF2-40B4-BE49-F238E27FC236}">
                <a16:creationId xmlns:a16="http://schemas.microsoft.com/office/drawing/2014/main" id="{D4D830A7-0887-4C2C-86F7-5C3A82A59367}"/>
              </a:ext>
            </a:extLst>
          </p:cNvPr>
          <p:cNvSpPr>
            <a:spLocks xmlns:a="http://schemas.openxmlformats.org/drawingml/2006/main" noGrp="1"/>
          </p:cNvSpPr>
          <p:nvPr/>
        </p:nvSpPr>
        <p:spPr>
          <a:xfrm xmlns:a="http://schemas.openxmlformats.org/drawingml/2006/main">
            <a:off x="2000250" y="666750"/>
            <a:ext cx="0" cy="5553075"/>
          </a:xfrm>
          <a:prstGeom xmlns:a="http://schemas.openxmlformats.org/drawingml/2006/main" prst="line">
            <a:avLst/>
          </a:prstGeom>
          <a:ln xmlns:a="http://schemas.openxmlformats.org/drawingml/2006/main" w="4763">
            <a:solidFill>
              <a:srgbClr val="A9BDD2"/>
            </a:solidFill>
          </a:ln>
        </p:spPr>
      </p:sp>
      <p:sp>
        <p:nvSpPr>
          <p:cNvPr id="14" name="progress-1150">
            <a:extLst xmlns:a="http://schemas.openxmlformats.org/drawingml/2006/main">
              <a:ext uri="{FF2B5EF4-FFF2-40B4-BE49-F238E27FC236}">
                <a16:creationId xmlns:a16="http://schemas.microsoft.com/office/drawing/2014/main" id="{110572C8-D550-4117-8EEC-CDF2E4DF8DE9}"/>
              </a:ext>
            </a:extLst>
          </p:cNvPr>
          <p:cNvSpPr>
            <a:spLocks xmlns:a="http://schemas.openxmlformats.org/drawingml/2006/main" noGrp="1"/>
          </p:cNvSpPr>
          <p:nvPr/>
        </p:nvSpPr>
        <p:spPr>
          <a:xfrm xmlns:a="http://schemas.openxmlformats.org/drawingml/2006/main">
            <a:off x="228600" y="27622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 Opening</a:t>
            </a:r>
          </a:p>
        </p:txBody>
      </p:sp>
      <p:sp>
        <p:nvSpPr>
          <p:cNvPr id="15" name="progress-1151">
            <a:extLst xmlns:a="http://schemas.openxmlformats.org/drawingml/2006/main">
              <a:ext uri="{FF2B5EF4-FFF2-40B4-BE49-F238E27FC236}">
                <a16:creationId xmlns:a16="http://schemas.microsoft.com/office/drawing/2014/main" id="{BC99C2D1-0393-4AFC-90AA-2D99824FA920}"/>
              </a:ext>
            </a:extLst>
          </p:cNvPr>
          <p:cNvSpPr>
            <a:spLocks xmlns:a="http://schemas.openxmlformats.org/drawingml/2006/main" noGrp="1"/>
          </p:cNvSpPr>
          <p:nvPr/>
        </p:nvSpPr>
        <p:spPr>
          <a:xfrm xmlns:a="http://schemas.openxmlformats.org/drawingml/2006/main">
            <a:off x="228600" y="30575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2. My opinion</a:t>
            </a:r>
          </a:p>
        </p:txBody>
      </p:sp>
      <p:sp>
        <p:nvSpPr>
          <p:cNvPr id="16" name="progress-1152">
            <a:extLst xmlns:a="http://schemas.openxmlformats.org/drawingml/2006/main">
              <a:ext uri="{FF2B5EF4-FFF2-40B4-BE49-F238E27FC236}">
                <a16:creationId xmlns:a16="http://schemas.microsoft.com/office/drawing/2014/main" id="{0CE3632D-C593-45B5-BFE3-BE09473AC33C}"/>
              </a:ext>
            </a:extLst>
          </p:cNvPr>
          <p:cNvSpPr>
            <a:spLocks xmlns:a="http://schemas.openxmlformats.org/drawingml/2006/main" noGrp="1"/>
          </p:cNvSpPr>
          <p:nvPr/>
        </p:nvSpPr>
        <p:spPr>
          <a:xfrm xmlns:a="http://schemas.openxmlformats.org/drawingml/2006/main">
            <a:off x="228600" y="33528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3. Against</a:t>
            </a:r>
          </a:p>
        </p:txBody>
      </p:sp>
      <p:sp>
        <p:nvSpPr>
          <p:cNvPr id="17" name="progress-1153">
            <a:extLst xmlns:a="http://schemas.openxmlformats.org/drawingml/2006/main">
              <a:ext uri="{FF2B5EF4-FFF2-40B4-BE49-F238E27FC236}">
                <a16:creationId xmlns:a16="http://schemas.microsoft.com/office/drawing/2014/main" id="{E41711DA-4124-4A19-A111-9EF875665217}"/>
              </a:ext>
            </a:extLst>
          </p:cNvPr>
          <p:cNvSpPr>
            <a:spLocks xmlns:a="http://schemas.openxmlformats.org/drawingml/2006/main" noGrp="1"/>
          </p:cNvSpPr>
          <p:nvPr/>
        </p:nvSpPr>
        <p:spPr>
          <a:xfrm xmlns:a="http://schemas.openxmlformats.org/drawingml/2006/main">
            <a:off x="228600" y="36480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4. If + since</a:t>
            </a:r>
          </a:p>
        </p:txBody>
      </p:sp>
      <p:sp>
        <p:nvSpPr>
          <p:cNvPr id="18" name="progress-1154">
            <a:extLst xmlns:a="http://schemas.openxmlformats.org/drawingml/2006/main">
              <a:ext uri="{FF2B5EF4-FFF2-40B4-BE49-F238E27FC236}">
                <a16:creationId xmlns:a16="http://schemas.microsoft.com/office/drawing/2014/main" id="{644D9B74-C073-4F33-88F9-481095C0D9A9}"/>
              </a:ext>
            </a:extLst>
          </p:cNvPr>
          <p:cNvSpPr>
            <a:spLocks xmlns:a="http://schemas.openxmlformats.org/drawingml/2006/main" noGrp="1"/>
          </p:cNvSpPr>
          <p:nvPr/>
        </p:nvSpPr>
        <p:spPr>
          <a:xfrm xmlns:a="http://schemas.openxmlformats.org/drawingml/2006/main">
            <a:off x="228600" y="39433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5. For</a:t>
            </a:r>
          </a:p>
        </p:txBody>
      </p:sp>
      <p:sp>
        <p:nvSpPr>
          <p:cNvPr id="19" name="progress-1155">
            <a:extLst xmlns:a="http://schemas.openxmlformats.org/drawingml/2006/main">
              <a:ext uri="{FF2B5EF4-FFF2-40B4-BE49-F238E27FC236}">
                <a16:creationId xmlns:a16="http://schemas.microsoft.com/office/drawing/2014/main" id="{61C4F864-6D2D-4A23-85D1-AA7B4702FF19}"/>
              </a:ext>
            </a:extLst>
          </p:cNvPr>
          <p:cNvSpPr>
            <a:spLocks xmlns:a="http://schemas.openxmlformats.org/drawingml/2006/main" noGrp="1"/>
          </p:cNvSpPr>
          <p:nvPr/>
        </p:nvSpPr>
        <p:spPr>
          <a:xfrm xmlns:a="http://schemas.openxmlformats.org/drawingml/2006/main">
            <a:off x="228600" y="42386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6. Experience</a:t>
            </a:r>
          </a:p>
        </p:txBody>
      </p:sp>
      <p:sp>
        <p:nvSpPr>
          <p:cNvPr id="20" name="progress-1156">
            <a:extLst xmlns:a="http://schemas.openxmlformats.org/drawingml/2006/main">
              <a:ext uri="{FF2B5EF4-FFF2-40B4-BE49-F238E27FC236}">
                <a16:creationId xmlns:a16="http://schemas.microsoft.com/office/drawing/2014/main" id="{A91F69BC-7CD8-4831-83FE-8DAAC8B9B851}"/>
              </a:ext>
            </a:extLst>
          </p:cNvPr>
          <p:cNvSpPr>
            <a:spLocks xmlns:a="http://schemas.openxmlformats.org/drawingml/2006/main" noGrp="1"/>
          </p:cNvSpPr>
          <p:nvPr/>
        </p:nvSpPr>
        <p:spPr>
          <a:xfrm xmlns:a="http://schemas.openxmlformats.org/drawingml/2006/main">
            <a:off x="228600" y="453390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7. Conclusion</a:t>
            </a:r>
          </a:p>
        </p:txBody>
      </p:sp>
      <p:sp>
        <p:nvSpPr>
          <p:cNvPr id="21" name="progress-1157">
            <a:extLst xmlns:a="http://schemas.openxmlformats.org/drawingml/2006/main">
              <a:ext uri="{FF2B5EF4-FFF2-40B4-BE49-F238E27FC236}">
                <a16:creationId xmlns:a16="http://schemas.microsoft.com/office/drawing/2014/main" id="{FC7A8C83-F37D-4DEF-8D8B-4AAE5861AF9E}"/>
              </a:ext>
            </a:extLst>
          </p:cNvPr>
          <p:cNvSpPr>
            <a:spLocks xmlns:a="http://schemas.openxmlformats.org/drawingml/2006/main" noGrp="1"/>
          </p:cNvSpPr>
          <p:nvPr/>
        </p:nvSpPr>
        <p:spPr>
          <a:xfrm xmlns:a="http://schemas.openxmlformats.org/drawingml/2006/main">
            <a:off x="228600" y="482917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8. Passive</a:t>
            </a:r>
          </a:p>
        </p:txBody>
      </p:sp>
      <p:sp>
        <p:nvSpPr>
          <p:cNvPr id="22" name="progress-1158">
            <a:extLst xmlns:a="http://schemas.openxmlformats.org/drawingml/2006/main">
              <a:ext uri="{FF2B5EF4-FFF2-40B4-BE49-F238E27FC236}">
                <a16:creationId xmlns:a16="http://schemas.microsoft.com/office/drawing/2014/main" id="{783D100D-03B1-4E62-A6D1-06C2CB5F8263}"/>
              </a:ext>
            </a:extLst>
          </p:cNvPr>
          <p:cNvSpPr>
            <a:spLocks xmlns:a="http://schemas.openxmlformats.org/drawingml/2006/main" noGrp="1"/>
          </p:cNvSpPr>
          <p:nvPr/>
        </p:nvSpPr>
        <p:spPr>
          <a:xfrm xmlns:a="http://schemas.openxmlformats.org/drawingml/2006/main">
            <a:off x="228600" y="5124450"/>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9. Example</a:t>
            </a:r>
          </a:p>
        </p:txBody>
      </p:sp>
      <p:sp>
        <p:nvSpPr>
          <p:cNvPr id="23" name="progress-1159">
            <a:extLst xmlns:a="http://schemas.openxmlformats.org/drawingml/2006/main">
              <a:ext uri="{FF2B5EF4-FFF2-40B4-BE49-F238E27FC236}">
                <a16:creationId xmlns:a16="http://schemas.microsoft.com/office/drawing/2014/main" id="{94D4F7FE-189A-46F2-A0BA-D7FF8D7CD575}"/>
              </a:ext>
            </a:extLst>
          </p:cNvPr>
          <p:cNvSpPr>
            <a:spLocks xmlns:a="http://schemas.openxmlformats.org/drawingml/2006/main" noGrp="1"/>
          </p:cNvSpPr>
          <p:nvPr/>
        </p:nvSpPr>
        <p:spPr>
          <a:xfrm xmlns:a="http://schemas.openxmlformats.org/drawingml/2006/main">
            <a:off x="228600" y="5419725"/>
            <a:ext cx="1676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FFF5B"/>
                </a:solidFill>
                <a:latin typeface="Nunito"/>
                <a:ea typeface="Nunito"/>
                <a:cs typeface="Nunito"/>
              </a:defRPr>
            </a:pPr>
            <a:r>
              <a:rPr sz="1275" b="1">
                <a:solidFill>
                  <a:srgbClr val="DFFF5B"/>
                </a:solidFill>
                <a:latin typeface="Nunito"/>
                <a:ea typeface="Nunito"/>
                <a:cs typeface="Nunito"/>
              </a:rPr>
              <a:t>10. One more idea</a:t>
            </a:r>
          </a:p>
        </p:txBody>
      </p:sp>
      <p:sp>
        <p:nvSpPr>
          <p:cNvPr id="24" name="progress-1160">
            <a:extLst xmlns:a="http://schemas.openxmlformats.org/drawingml/2006/main">
              <a:ext uri="{FF2B5EF4-FFF2-40B4-BE49-F238E27FC236}">
                <a16:creationId xmlns:a16="http://schemas.microsoft.com/office/drawing/2014/main" id="{AB4EB467-4264-46E8-89D0-41FF80A35D67}"/>
              </a:ext>
            </a:extLst>
          </p:cNvPr>
          <p:cNvSpPr>
            <a:spLocks xmlns:a="http://schemas.openxmlformats.org/drawingml/2006/main" noGrp="1"/>
          </p:cNvSpPr>
          <p:nvPr/>
        </p:nvSpPr>
        <p:spPr>
          <a:xfrm xmlns:a="http://schemas.openxmlformats.org/drawingml/2006/main">
            <a:off x="228600" y="5924550"/>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A9BDD2"/>
                </a:solidFill>
                <a:latin typeface="Nunito"/>
                <a:ea typeface="Nunito"/>
                <a:cs typeface="Nunito"/>
              </a:defRPr>
            </a:pPr>
            <a:r>
              <a:rPr sz="1050" b="1">
                <a:solidFill>
                  <a:srgbClr val="A9BDD2"/>
                </a:solidFill>
                <a:latin typeface="Nunito"/>
                <a:ea typeface="Nunito"/>
                <a:cs typeface="Nunito"/>
              </a:rPr>
              <a:t>Goal: 120–140 words</a:t>
            </a:r>
          </a:p>
        </p:txBody>
      </p:sp>
      <p:sp>
        <p:nvSpPr>
          <p:cNvPr id="25" name="text-1161">
            <a:extLst xmlns:a="http://schemas.openxmlformats.org/drawingml/2006/main">
              <a:ext uri="{FF2B5EF4-FFF2-40B4-BE49-F238E27FC236}">
                <a16:creationId xmlns:a16="http://schemas.microsoft.com/office/drawing/2014/main" id="{7E3D864C-31BD-4626-8BEF-CFDD5517D6C8}"/>
              </a:ext>
            </a:extLst>
          </p:cNvPr>
          <p:cNvSpPr>
            <a:spLocks xmlns:a="http://schemas.openxmlformats.org/drawingml/2006/main" noGrp="1"/>
          </p:cNvSpPr>
          <p:nvPr/>
        </p:nvSpPr>
        <p:spPr>
          <a:xfrm xmlns:a="http://schemas.openxmlformats.org/drawingml/2006/main">
            <a:off x="10634663" y="6419850"/>
            <a:ext cx="93154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48" b="0">
                <a:solidFill>
                  <a:srgbClr val="A9BDD2"/>
                </a:solidFill>
                <a:latin typeface="Nunito"/>
                <a:ea typeface="Nunito"/>
                <a:cs typeface="Nunito"/>
              </a:defRPr>
            </a:pPr>
            <a:r>
              <a:rPr sz="1148" b="0">
                <a:solidFill>
                  <a:srgbClr val="A9BDD2"/>
                </a:solidFill>
                <a:latin typeface="Nunito"/>
                <a:ea typeface="Nunito"/>
                <a:cs typeface="Nunito"/>
              </a:rPr>
              <a:t>50 / 50</a:t>
            </a:r>
          </a:p>
        </p:txBody>
      </p:sp>
    </p:spTree>
    <p:extLst>
      <p:ext uri="{BB962C8B-B14F-4D97-AF65-F5344CB8AC3E}">
        <p14:creationId xmlns:p14="http://schemas.microsoft.com/office/powerpoint/2010/main" val="14627258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EE5FF"/>
      </a:hlink>
      <a:folHlink>
        <a:srgbClr val="4EE5FF"/>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2026-09-19T18:42:25.4870000Z</dcterms:created>
  <dcterms:modified xsi:type="dcterms:W3CDTF">2026-09-19T18:42:25.4870000Z</dcterms:modified>
</coreProperties>
</file>