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8145668c384622" /><Relationship Type="http://schemas.openxmlformats.org/officeDocument/2006/relationships/extended-properties" Target="/docProps/app.xml" Id="R768d2711d01742d4" /><Relationship Type="http://schemas.openxmlformats.org/officeDocument/2006/relationships/officeDocument" Target="/ppt/presentation.xml" Id="R9bf3a5cfb51841e7" /></Relationships>
</file>

<file path=ppt/presentation.xml><?xml version="1.0" encoding="utf-8"?>
<p:presentation xmlns:p="http://schemas.openxmlformats.org/presentationml/2006/main">
  <p:sldMasterIdLst>
    <p:sldMasterId xmlns:r="http://schemas.openxmlformats.org/officeDocument/2006/relationships" id="2147483648" r:id="R0a014e9d786c45de"/>
  </p:sldMasterIdLst>
  <p:notesMasterIdLst>
    <p:notesMasterId xmlns:r="http://schemas.openxmlformats.org/officeDocument/2006/relationships" r:id="Re036793dee6548c8"/>
  </p:notesMasterIdLst>
  <p:sldIdLst>
    <p:sldId xmlns:r="http://schemas.openxmlformats.org/officeDocument/2006/relationships" id="256" r:id="R263d3605d7c442ba"/>
    <p:sldId xmlns:r="http://schemas.openxmlformats.org/officeDocument/2006/relationships" id="257" r:id="R0a23b797f5964882"/>
    <p:sldId xmlns:r="http://schemas.openxmlformats.org/officeDocument/2006/relationships" id="258" r:id="Rea59c41c791f4f45"/>
    <p:sldId xmlns:r="http://schemas.openxmlformats.org/officeDocument/2006/relationships" id="259" r:id="Rfffc0e65824c4e1c"/>
    <p:sldId xmlns:r="http://schemas.openxmlformats.org/officeDocument/2006/relationships" id="260" r:id="R3cedbaae20e34eef"/>
    <p:sldId xmlns:r="http://schemas.openxmlformats.org/officeDocument/2006/relationships" id="261" r:id="Rf6f5567bae494371"/>
    <p:sldId xmlns:r="http://schemas.openxmlformats.org/officeDocument/2006/relationships" id="262" r:id="Rb8c14f6b24d049ff"/>
    <p:sldId xmlns:r="http://schemas.openxmlformats.org/officeDocument/2006/relationships" id="263" r:id="R595880edc9bb45e2"/>
    <p:sldId xmlns:r="http://schemas.openxmlformats.org/officeDocument/2006/relationships" id="264" r:id="Rfb9f2720c17b44ee"/>
    <p:sldId xmlns:r="http://schemas.openxmlformats.org/officeDocument/2006/relationships" id="265" r:id="R890b13722d4b4c8e"/>
    <p:sldId xmlns:r="http://schemas.openxmlformats.org/officeDocument/2006/relationships" id="266" r:id="R57354f46b6b54d0e"/>
    <p:sldId xmlns:r="http://schemas.openxmlformats.org/officeDocument/2006/relationships" id="267" r:id="R68ed89e7b0764b37"/>
    <p:sldId xmlns:r="http://schemas.openxmlformats.org/officeDocument/2006/relationships" id="268" r:id="Rd1462e5eb3644fd3"/>
    <p:sldId xmlns:r="http://schemas.openxmlformats.org/officeDocument/2006/relationships" id="269" r:id="Rc1be19952f214a6a"/>
    <p:sldId xmlns:r="http://schemas.openxmlformats.org/officeDocument/2006/relationships" id="270" r:id="R29f3718665794952"/>
    <p:sldId xmlns:r="http://schemas.openxmlformats.org/officeDocument/2006/relationships" id="271" r:id="R89380b64c6334732"/>
    <p:sldId xmlns:r="http://schemas.openxmlformats.org/officeDocument/2006/relationships" id="272" r:id="R3bcbab94d2da42f6"/>
    <p:sldId xmlns:r="http://schemas.openxmlformats.org/officeDocument/2006/relationships" id="273" r:id="R63f06b6dc0fd4749"/>
    <p:sldId xmlns:r="http://schemas.openxmlformats.org/officeDocument/2006/relationships" id="274" r:id="Rb246978574954c8f"/>
    <p:sldId xmlns:r="http://schemas.openxmlformats.org/officeDocument/2006/relationships" id="275" r:id="R4b63c7aa6f81403e"/>
    <p:sldId xmlns:r="http://schemas.openxmlformats.org/officeDocument/2006/relationships" id="276" r:id="R2c1e36b75e914383"/>
    <p:sldId xmlns:r="http://schemas.openxmlformats.org/officeDocument/2006/relationships" id="277" r:id="R9a3b405e0a674dac"/>
    <p:sldId xmlns:r="http://schemas.openxmlformats.org/officeDocument/2006/relationships" id="278" r:id="R36696d51740b460e"/>
    <p:sldId xmlns:r="http://schemas.openxmlformats.org/officeDocument/2006/relationships" id="279" r:id="R0b7153e7c6f742ad"/>
    <p:sldId xmlns:r="http://schemas.openxmlformats.org/officeDocument/2006/relationships" id="280" r:id="R2c21c65bf9ce4f03"/>
    <p:sldId xmlns:r="http://schemas.openxmlformats.org/officeDocument/2006/relationships" id="281" r:id="Rc4faac2dfb074316"/>
    <p:sldId xmlns:r="http://schemas.openxmlformats.org/officeDocument/2006/relationships" id="282" r:id="Raf54bf1f1393484d"/>
    <p:sldId xmlns:r="http://schemas.openxmlformats.org/officeDocument/2006/relationships" id="283" r:id="R64562c2a08a948ec"/>
    <p:sldId xmlns:r="http://schemas.openxmlformats.org/officeDocument/2006/relationships" id="284" r:id="R1fe0acec61124966"/>
    <p:sldId xmlns:r="http://schemas.openxmlformats.org/officeDocument/2006/relationships" id="285" r:id="Ra2d7fe7ceb78441f"/>
    <p:sldId xmlns:r="http://schemas.openxmlformats.org/officeDocument/2006/relationships" id="286" r:id="R34373a2f7ab24edb"/>
    <p:sldId xmlns:r="http://schemas.openxmlformats.org/officeDocument/2006/relationships" id="287" r:id="Ra9dfbdc07cdf494d"/>
    <p:sldId xmlns:r="http://schemas.openxmlformats.org/officeDocument/2006/relationships" id="288" r:id="Re42ae8fa609a4624"/>
    <p:sldId xmlns:r="http://schemas.openxmlformats.org/officeDocument/2006/relationships" id="289" r:id="Rfa62d801d8534031"/>
    <p:sldId xmlns:r="http://schemas.openxmlformats.org/officeDocument/2006/relationships" id="290" r:id="R56612c2dd9d14325"/>
    <p:sldId xmlns:r="http://schemas.openxmlformats.org/officeDocument/2006/relationships" id="291" r:id="Rd13f623ac44b467c"/>
    <p:sldId xmlns:r="http://schemas.openxmlformats.org/officeDocument/2006/relationships" id="292" r:id="R875ac604b63c4cfb"/>
    <p:sldId xmlns:r="http://schemas.openxmlformats.org/officeDocument/2006/relationships" id="293" r:id="Rc18c296d752b4d31"/>
    <p:sldId xmlns:r="http://schemas.openxmlformats.org/officeDocument/2006/relationships" id="294" r:id="Rfaff693cc21643c3"/>
    <p:sldId xmlns:r="http://schemas.openxmlformats.org/officeDocument/2006/relationships" id="295" r:id="Rc8f9af84a06a4f34"/>
    <p:sldId xmlns:r="http://schemas.openxmlformats.org/officeDocument/2006/relationships" id="296" r:id="R5f0353a09b604fb6"/>
    <p:sldId xmlns:r="http://schemas.openxmlformats.org/officeDocument/2006/relationships" id="297" r:id="R70db40a4ca744433"/>
    <p:sldId xmlns:r="http://schemas.openxmlformats.org/officeDocument/2006/relationships" id="298" r:id="Rd7cd7f7bcbdb41c3"/>
    <p:sldId xmlns:r="http://schemas.openxmlformats.org/officeDocument/2006/relationships" id="299" r:id="R8c334720b23544c3"/>
    <p:sldId xmlns:r="http://schemas.openxmlformats.org/officeDocument/2006/relationships" id="300" r:id="Raab69f0625114dfa"/>
    <p:sldId xmlns:r="http://schemas.openxmlformats.org/officeDocument/2006/relationships" id="301" r:id="R25e6eb189adc4997"/>
    <p:sldId xmlns:r="http://schemas.openxmlformats.org/officeDocument/2006/relationships" id="302" r:id="R605571e4abd24a45"/>
    <p:sldId xmlns:r="http://schemas.openxmlformats.org/officeDocument/2006/relationships" id="303" r:id="Re92fae5905084b20"/>
    <p:sldId xmlns:r="http://schemas.openxmlformats.org/officeDocument/2006/relationships" id="304" r:id="R4ff2f4db999c446c"/>
    <p:sldId xmlns:r="http://schemas.openxmlformats.org/officeDocument/2006/relationships" id="305" r:id="R40b564f161ff48d6"/>
    <p:sldId xmlns:r="http://schemas.openxmlformats.org/officeDocument/2006/relationships" id="306" r:id="R80719c80ca324b29"/>
    <p:sldId xmlns:r="http://schemas.openxmlformats.org/officeDocument/2006/relationships" id="307" r:id="R64d62cf801a64107"/>
    <p:sldId xmlns:r="http://schemas.openxmlformats.org/officeDocument/2006/relationships" id="308" r:id="R93197efdad7845d8"/>
    <p:sldId xmlns:r="http://schemas.openxmlformats.org/officeDocument/2006/relationships" id="309" r:id="Rc89f2256bc7b4bed"/>
    <p:sldId xmlns:r="http://schemas.openxmlformats.org/officeDocument/2006/relationships" id="310" r:id="Re3a78302625b4333"/>
    <p:sldId xmlns:r="http://schemas.openxmlformats.org/officeDocument/2006/relationships" id="311" r:id="R04c016ede3034390"/>
    <p:sldId xmlns:r="http://schemas.openxmlformats.org/officeDocument/2006/relationships" id="312" r:id="Rd43053bea7634689"/>
    <p:sldId xmlns:r="http://schemas.openxmlformats.org/officeDocument/2006/relationships" id="313" r:id="R254528461a1741a0"/>
    <p:sldId xmlns:r="http://schemas.openxmlformats.org/officeDocument/2006/relationships" id="314" r:id="R504d641071a749cc"/>
    <p:sldId xmlns:r="http://schemas.openxmlformats.org/officeDocument/2006/relationships" id="315" r:id="R98e2e93445c14342"/>
    <p:sldId xmlns:r="http://schemas.openxmlformats.org/officeDocument/2006/relationships" id="316" r:id="Rc6a1a62ac0294989"/>
    <p:sldId xmlns:r="http://schemas.openxmlformats.org/officeDocument/2006/relationships" id="317" r:id="R9eeea6d87bf748b8"/>
    <p:sldId xmlns:r="http://schemas.openxmlformats.org/officeDocument/2006/relationships" id="318" r:id="R49131edd18734cb8"/>
    <p:sldId xmlns:r="http://schemas.openxmlformats.org/officeDocument/2006/relationships" id="319" r:id="R3a796f4dc68543e5"/>
    <p:sldId xmlns:r="http://schemas.openxmlformats.org/officeDocument/2006/relationships" id="320" r:id="Ra90c6ba2b69d4046"/>
    <p:sldId xmlns:r="http://schemas.openxmlformats.org/officeDocument/2006/relationships" id="321" r:id="R71968ae4d6424c4e"/>
    <p:sldId xmlns:r="http://schemas.openxmlformats.org/officeDocument/2006/relationships" id="322" r:id="Ra28a764acf534b24"/>
    <p:sldId xmlns:r="http://schemas.openxmlformats.org/officeDocument/2006/relationships" id="323" r:id="R55480be78482452d"/>
    <p:sldId xmlns:r="http://schemas.openxmlformats.org/officeDocument/2006/relationships" id="324" r:id="R51e2c86817c74eb6"/>
    <p:sldId xmlns:r="http://schemas.openxmlformats.org/officeDocument/2006/relationships" id="325" r:id="R87311f05673141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06529c30b0417d" /><Relationship Type="http://schemas.openxmlformats.org/officeDocument/2006/relationships/slideMaster" Target="/ppt/slideMasters/slideMaster1.xml" Id="R0a014e9d786c45de" /><Relationship Type="http://schemas.openxmlformats.org/officeDocument/2006/relationships/notesMaster" Target="/ppt/notesMasters/notesMaster1.xml" Id="Re036793dee6548c8" /><Relationship Type="http://schemas.openxmlformats.org/officeDocument/2006/relationships/presProps" Target="/ppt/presProps.xml" Id="R6965269bfb924829" /><Relationship Type="http://schemas.openxmlformats.org/officeDocument/2006/relationships/tableStyles" Target="/ppt/tableStyles.xml" Id="R5abdaa4c744a45ca" /><Relationship Type="http://schemas.openxmlformats.org/officeDocument/2006/relationships/slide" Target="/ppt/slides/slide1.xml" Id="R263d3605d7c442ba" /><Relationship Type="http://schemas.openxmlformats.org/officeDocument/2006/relationships/slide" Target="/ppt/slides/slide2.xml" Id="R0a23b797f5964882" /><Relationship Type="http://schemas.openxmlformats.org/officeDocument/2006/relationships/slide" Target="/ppt/slides/slide3.xml" Id="Rea59c41c791f4f45" /><Relationship Type="http://schemas.openxmlformats.org/officeDocument/2006/relationships/slide" Target="/ppt/slides/slide4.xml" Id="Rfffc0e65824c4e1c" /><Relationship Type="http://schemas.openxmlformats.org/officeDocument/2006/relationships/slide" Target="/ppt/slides/slide5.xml" Id="R3cedbaae20e34eef" /><Relationship Type="http://schemas.openxmlformats.org/officeDocument/2006/relationships/slide" Target="/ppt/slides/slide6.xml" Id="Rf6f5567bae494371" /><Relationship Type="http://schemas.openxmlformats.org/officeDocument/2006/relationships/slide" Target="/ppt/slides/slide7.xml" Id="Rb8c14f6b24d049ff" /><Relationship Type="http://schemas.openxmlformats.org/officeDocument/2006/relationships/slide" Target="/ppt/slides/slide8.xml" Id="R595880edc9bb45e2" /><Relationship Type="http://schemas.openxmlformats.org/officeDocument/2006/relationships/slide" Target="/ppt/slides/slide9.xml" Id="Rfb9f2720c17b44ee" /><Relationship Type="http://schemas.openxmlformats.org/officeDocument/2006/relationships/slide" Target="/ppt/slides/slide10.xml" Id="R890b13722d4b4c8e" /><Relationship Type="http://schemas.openxmlformats.org/officeDocument/2006/relationships/slide" Target="/ppt/slides/slide11.xml" Id="R57354f46b6b54d0e" /><Relationship Type="http://schemas.openxmlformats.org/officeDocument/2006/relationships/slide" Target="/ppt/slides/slide12.xml" Id="R68ed89e7b0764b37" /><Relationship Type="http://schemas.openxmlformats.org/officeDocument/2006/relationships/slide" Target="/ppt/slides/slide13.xml" Id="Rd1462e5eb3644fd3" /><Relationship Type="http://schemas.openxmlformats.org/officeDocument/2006/relationships/slide" Target="/ppt/slides/slide14.xml" Id="Rc1be19952f214a6a" /><Relationship Type="http://schemas.openxmlformats.org/officeDocument/2006/relationships/slide" Target="/ppt/slides/slide15.xml" Id="R29f3718665794952" /><Relationship Type="http://schemas.openxmlformats.org/officeDocument/2006/relationships/slide" Target="/ppt/slides/slide16.xml" Id="R89380b64c6334732" /><Relationship Type="http://schemas.openxmlformats.org/officeDocument/2006/relationships/slide" Target="/ppt/slides/slide17.xml" Id="R3bcbab94d2da42f6" /><Relationship Type="http://schemas.openxmlformats.org/officeDocument/2006/relationships/slide" Target="/ppt/slides/slide18.xml" Id="R63f06b6dc0fd4749" /><Relationship Type="http://schemas.openxmlformats.org/officeDocument/2006/relationships/slide" Target="/ppt/slides/slide19.xml" Id="Rb246978574954c8f" /><Relationship Type="http://schemas.openxmlformats.org/officeDocument/2006/relationships/slide" Target="/ppt/slides/slide20.xml" Id="R4b63c7aa6f81403e" /><Relationship Type="http://schemas.openxmlformats.org/officeDocument/2006/relationships/slide" Target="/ppt/slides/slide21.xml" Id="R2c1e36b75e914383" /><Relationship Type="http://schemas.openxmlformats.org/officeDocument/2006/relationships/slide" Target="/ppt/slides/slide22.xml" Id="R9a3b405e0a674dac" /><Relationship Type="http://schemas.openxmlformats.org/officeDocument/2006/relationships/slide" Target="/ppt/slides/slide23.xml" Id="R36696d51740b460e" /><Relationship Type="http://schemas.openxmlformats.org/officeDocument/2006/relationships/slide" Target="/ppt/slides/slide24.xml" Id="R0b7153e7c6f742ad" /><Relationship Type="http://schemas.openxmlformats.org/officeDocument/2006/relationships/slide" Target="/ppt/slides/slide25.xml" Id="R2c21c65bf9ce4f03" /><Relationship Type="http://schemas.openxmlformats.org/officeDocument/2006/relationships/slide" Target="/ppt/slides/slide26.xml" Id="Rc4faac2dfb074316" /><Relationship Type="http://schemas.openxmlformats.org/officeDocument/2006/relationships/slide" Target="/ppt/slides/slide27.xml" Id="Raf54bf1f1393484d" /><Relationship Type="http://schemas.openxmlformats.org/officeDocument/2006/relationships/slide" Target="/ppt/slides/slide28.xml" Id="R64562c2a08a948ec" /><Relationship Type="http://schemas.openxmlformats.org/officeDocument/2006/relationships/slide" Target="/ppt/slides/slide29.xml" Id="R1fe0acec61124966" /><Relationship Type="http://schemas.openxmlformats.org/officeDocument/2006/relationships/slide" Target="/ppt/slides/slide30.xml" Id="Ra2d7fe7ceb78441f" /><Relationship Type="http://schemas.openxmlformats.org/officeDocument/2006/relationships/slide" Target="/ppt/slides/slide31.xml" Id="R34373a2f7ab24edb" /><Relationship Type="http://schemas.openxmlformats.org/officeDocument/2006/relationships/slide" Target="/ppt/slides/slide32.xml" Id="Ra9dfbdc07cdf494d" /><Relationship Type="http://schemas.openxmlformats.org/officeDocument/2006/relationships/slide" Target="/ppt/slides/slide33.xml" Id="Re42ae8fa609a4624" /><Relationship Type="http://schemas.openxmlformats.org/officeDocument/2006/relationships/slide" Target="/ppt/slides/slide34.xml" Id="Rfa62d801d8534031" /><Relationship Type="http://schemas.openxmlformats.org/officeDocument/2006/relationships/slide" Target="/ppt/slides/slide35.xml" Id="R56612c2dd9d14325" /><Relationship Type="http://schemas.openxmlformats.org/officeDocument/2006/relationships/slide" Target="/ppt/slides/slide36.xml" Id="Rd13f623ac44b467c" /><Relationship Type="http://schemas.openxmlformats.org/officeDocument/2006/relationships/slide" Target="/ppt/slides/slide37.xml" Id="R875ac604b63c4cfb" /><Relationship Type="http://schemas.openxmlformats.org/officeDocument/2006/relationships/slide" Target="/ppt/slides/slide38.xml" Id="Rc18c296d752b4d31" /><Relationship Type="http://schemas.openxmlformats.org/officeDocument/2006/relationships/slide" Target="/ppt/slides/slide39.xml" Id="Rfaff693cc21643c3" /><Relationship Type="http://schemas.openxmlformats.org/officeDocument/2006/relationships/slide" Target="/ppt/slides/slide40.xml" Id="Rc8f9af84a06a4f34" /><Relationship Type="http://schemas.openxmlformats.org/officeDocument/2006/relationships/slide" Target="/ppt/slides/slide41.xml" Id="R5f0353a09b604fb6" /><Relationship Type="http://schemas.openxmlformats.org/officeDocument/2006/relationships/slide" Target="/ppt/slides/slide42.xml" Id="R70db40a4ca744433" /><Relationship Type="http://schemas.openxmlformats.org/officeDocument/2006/relationships/slide" Target="/ppt/slides/slide43.xml" Id="Rd7cd7f7bcbdb41c3" /><Relationship Type="http://schemas.openxmlformats.org/officeDocument/2006/relationships/slide" Target="/ppt/slides/slide44.xml" Id="R8c334720b23544c3" /><Relationship Type="http://schemas.openxmlformats.org/officeDocument/2006/relationships/slide" Target="/ppt/slides/slide45.xml" Id="Raab69f0625114dfa" /><Relationship Type="http://schemas.openxmlformats.org/officeDocument/2006/relationships/slide" Target="/ppt/slides/slide46.xml" Id="R25e6eb189adc4997" /><Relationship Type="http://schemas.openxmlformats.org/officeDocument/2006/relationships/slide" Target="/ppt/slides/slide47.xml" Id="R605571e4abd24a45" /><Relationship Type="http://schemas.openxmlformats.org/officeDocument/2006/relationships/slide" Target="/ppt/slides/slide48.xml" Id="Re92fae5905084b20" /><Relationship Type="http://schemas.openxmlformats.org/officeDocument/2006/relationships/slide" Target="/ppt/slides/slide49.xml" Id="R4ff2f4db999c446c" /><Relationship Type="http://schemas.openxmlformats.org/officeDocument/2006/relationships/slide" Target="/ppt/slides/slide50.xml" Id="R40b564f161ff48d6" /><Relationship Type="http://schemas.openxmlformats.org/officeDocument/2006/relationships/slide" Target="/ppt/slides/slide51.xml" Id="R80719c80ca324b29" /><Relationship Type="http://schemas.openxmlformats.org/officeDocument/2006/relationships/slide" Target="/ppt/slides/slide52.xml" Id="R64d62cf801a64107" /><Relationship Type="http://schemas.openxmlformats.org/officeDocument/2006/relationships/slide" Target="/ppt/slides/slide53.xml" Id="R93197efdad7845d8" /><Relationship Type="http://schemas.openxmlformats.org/officeDocument/2006/relationships/slide" Target="/ppt/slides/slide54.xml" Id="Rc89f2256bc7b4bed" /><Relationship Type="http://schemas.openxmlformats.org/officeDocument/2006/relationships/slide" Target="/ppt/slides/slide55.xml" Id="Re3a78302625b4333" /><Relationship Type="http://schemas.openxmlformats.org/officeDocument/2006/relationships/slide" Target="/ppt/slides/slide56.xml" Id="R04c016ede3034390" /><Relationship Type="http://schemas.openxmlformats.org/officeDocument/2006/relationships/slide" Target="/ppt/slides/slide57.xml" Id="Rd43053bea7634689" /><Relationship Type="http://schemas.openxmlformats.org/officeDocument/2006/relationships/slide" Target="/ppt/slides/slide58.xml" Id="R254528461a1741a0" /><Relationship Type="http://schemas.openxmlformats.org/officeDocument/2006/relationships/slide" Target="/ppt/slides/slide59.xml" Id="R504d641071a749cc" /><Relationship Type="http://schemas.openxmlformats.org/officeDocument/2006/relationships/slide" Target="/ppt/slides/slide60.xml" Id="R98e2e93445c14342" /><Relationship Type="http://schemas.openxmlformats.org/officeDocument/2006/relationships/slide" Target="/ppt/slides/slide61.xml" Id="Rc6a1a62ac0294989" /><Relationship Type="http://schemas.openxmlformats.org/officeDocument/2006/relationships/slide" Target="/ppt/slides/slide62.xml" Id="R9eeea6d87bf748b8" /><Relationship Type="http://schemas.openxmlformats.org/officeDocument/2006/relationships/slide" Target="/ppt/slides/slide63.xml" Id="R49131edd18734cb8" /><Relationship Type="http://schemas.openxmlformats.org/officeDocument/2006/relationships/slide" Target="/ppt/slides/slide64.xml" Id="R3a796f4dc68543e5" /><Relationship Type="http://schemas.openxmlformats.org/officeDocument/2006/relationships/slide" Target="/ppt/slides/slide65.xml" Id="Ra90c6ba2b69d4046" /><Relationship Type="http://schemas.openxmlformats.org/officeDocument/2006/relationships/slide" Target="/ppt/slides/slide66.xml" Id="R71968ae4d6424c4e" /><Relationship Type="http://schemas.openxmlformats.org/officeDocument/2006/relationships/slide" Target="/ppt/slides/slide67.xml" Id="Ra28a764acf534b24" /><Relationship Type="http://schemas.openxmlformats.org/officeDocument/2006/relationships/slide" Target="/ppt/slides/slide68.xml" Id="R55480be78482452d" /><Relationship Type="http://schemas.openxmlformats.org/officeDocument/2006/relationships/slide" Target="/ppt/slides/slide69.xml" Id="R51e2c86817c74eb6" /><Relationship Type="http://schemas.openxmlformats.org/officeDocument/2006/relationships/slide" Target="/ppt/slides/slide70.xml" Id="R87311f05673141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ac51dc408849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b2507a80b047e7" /><Relationship Type="http://schemas.openxmlformats.org/officeDocument/2006/relationships/notesMaster" Target="/ppt/notesMasters/notesMaster1.xml" Id="R5e4e885c7f254f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46cd2635724631" /><Relationship Type="http://schemas.openxmlformats.org/officeDocument/2006/relationships/notesMaster" Target="/ppt/notesMasters/notesMaster1.xml" Id="R3c3b2cb77dba4a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f2a309b28e4041" /><Relationship Type="http://schemas.openxmlformats.org/officeDocument/2006/relationships/notesMaster" Target="/ppt/notesMasters/notesMaster1.xml" Id="R1116e4267fec45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3ee83fbe7a4e19" /><Relationship Type="http://schemas.openxmlformats.org/officeDocument/2006/relationships/notesMaster" Target="/ppt/notesMasters/notesMaster1.xml" Id="R91a9144291c245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42c2300cf04f0a" /><Relationship Type="http://schemas.openxmlformats.org/officeDocument/2006/relationships/notesMaster" Target="/ppt/notesMasters/notesMaster1.xml" Id="R6b1f440de3ec47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062f436d8b44bc" /><Relationship Type="http://schemas.openxmlformats.org/officeDocument/2006/relationships/notesMaster" Target="/ppt/notesMasters/notesMaster1.xml" Id="R7638eaee530542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cdddcde22354dbe" /><Relationship Type="http://schemas.openxmlformats.org/officeDocument/2006/relationships/notesMaster" Target="/ppt/notesMasters/notesMaster1.xml" Id="R505e3f833f33490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547658bce24835" /><Relationship Type="http://schemas.openxmlformats.org/officeDocument/2006/relationships/notesMaster" Target="/ppt/notesMasters/notesMaster1.xml" Id="R86ae5c51fedc48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ae6fa40e524434" /><Relationship Type="http://schemas.openxmlformats.org/officeDocument/2006/relationships/notesMaster" Target="/ppt/notesMasters/notesMaster1.xml" Id="R57bdd911614e4d5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9c87c95b8240f7" /><Relationship Type="http://schemas.openxmlformats.org/officeDocument/2006/relationships/notesMaster" Target="/ppt/notesMasters/notesMaster1.xml" Id="R35302a26141a4d6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d40da7b4f3c4e2e" /><Relationship Type="http://schemas.openxmlformats.org/officeDocument/2006/relationships/notesMaster" Target="/ppt/notesMasters/notesMaster1.xml" Id="R75e67ea757e24c6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3616b8b4c3439e" /><Relationship Type="http://schemas.openxmlformats.org/officeDocument/2006/relationships/notesMaster" Target="/ppt/notesMasters/notesMaster1.xml" Id="Rc8ce6df6251040f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aab3b8ccb4e4f8c" /><Relationship Type="http://schemas.openxmlformats.org/officeDocument/2006/relationships/notesMaster" Target="/ppt/notesMasters/notesMaster1.xml" Id="Rfb395a1ff3104ba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fdc22b2525142f6" /><Relationship Type="http://schemas.openxmlformats.org/officeDocument/2006/relationships/notesMaster" Target="/ppt/notesMasters/notesMaster1.xml" Id="Rff810ea9df204ea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a6f9be3f5214739" /><Relationship Type="http://schemas.openxmlformats.org/officeDocument/2006/relationships/notesMaster" Target="/ppt/notesMasters/notesMaster1.xml" Id="R086f6be766cf4e1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fb9c580271144b2" /><Relationship Type="http://schemas.openxmlformats.org/officeDocument/2006/relationships/notesMaster" Target="/ppt/notesMasters/notesMaster1.xml" Id="R49b90c2d54bf456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8275ac909984128" /><Relationship Type="http://schemas.openxmlformats.org/officeDocument/2006/relationships/notesMaster" Target="/ppt/notesMasters/notesMaster1.xml" Id="R118c1581dde2440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a54919eb7a14860" /><Relationship Type="http://schemas.openxmlformats.org/officeDocument/2006/relationships/notesMaster" Target="/ppt/notesMasters/notesMaster1.xml" Id="R53c3d398a2e24ae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45984f6a1334755" /><Relationship Type="http://schemas.openxmlformats.org/officeDocument/2006/relationships/notesMaster" Target="/ppt/notesMasters/notesMaster1.xml" Id="R89147cee15994a5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77c7f7c88de4490" /><Relationship Type="http://schemas.openxmlformats.org/officeDocument/2006/relationships/notesMaster" Target="/ppt/notesMasters/notesMaster1.xml" Id="R8eabc19c2e6c41e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3072ed57bce4942" /><Relationship Type="http://schemas.openxmlformats.org/officeDocument/2006/relationships/notesMaster" Target="/ppt/notesMasters/notesMaster1.xml" Id="R6c28c30b2cac432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537f0b70ce34843" /><Relationship Type="http://schemas.openxmlformats.org/officeDocument/2006/relationships/notesMaster" Target="/ppt/notesMasters/notesMaster1.xml" Id="R2fd91b8a9c3b4ec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23d7a9a88114945" /><Relationship Type="http://schemas.openxmlformats.org/officeDocument/2006/relationships/notesMaster" Target="/ppt/notesMasters/notesMaster1.xml" Id="R8b0d1f64dcf643d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ffe367d75024b2f" /><Relationship Type="http://schemas.openxmlformats.org/officeDocument/2006/relationships/notesMaster" Target="/ppt/notesMasters/notesMaster1.xml" Id="R8f9e8eb5d64e48c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42f59157cc24770" /><Relationship Type="http://schemas.openxmlformats.org/officeDocument/2006/relationships/notesMaster" Target="/ppt/notesMasters/notesMaster1.xml" Id="R297e6c43f0844fb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2aa7d5b4d0d4728" /><Relationship Type="http://schemas.openxmlformats.org/officeDocument/2006/relationships/notesMaster" Target="/ppt/notesMasters/notesMaster1.xml" Id="R056296733b124d8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62ed2fbc220482d" /><Relationship Type="http://schemas.openxmlformats.org/officeDocument/2006/relationships/notesMaster" Target="/ppt/notesMasters/notesMaster1.xml" Id="Ra3435d074a834f4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7593fef91254b68" /><Relationship Type="http://schemas.openxmlformats.org/officeDocument/2006/relationships/notesMaster" Target="/ppt/notesMasters/notesMaster1.xml" Id="Re2bcfaa2c6684d8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d255bbbc03947de" /><Relationship Type="http://schemas.openxmlformats.org/officeDocument/2006/relationships/notesMaster" Target="/ppt/notesMasters/notesMaster1.xml" Id="Rc871fa6d8eae4b9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bbff2f86a0a4ca2" /><Relationship Type="http://schemas.openxmlformats.org/officeDocument/2006/relationships/notesMaster" Target="/ppt/notesMasters/notesMaster1.xml" Id="R375b5385a19a43e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bc834da109a4124" /><Relationship Type="http://schemas.openxmlformats.org/officeDocument/2006/relationships/notesMaster" Target="/ppt/notesMasters/notesMaster1.xml" Id="Rf551e9598684494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457032544364a8b" /><Relationship Type="http://schemas.openxmlformats.org/officeDocument/2006/relationships/notesMaster" Target="/ppt/notesMasters/notesMaster1.xml" Id="R61b1aa4e91dc4e9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d62e012977d4669" /><Relationship Type="http://schemas.openxmlformats.org/officeDocument/2006/relationships/notesMaster" Target="/ppt/notesMasters/notesMaster1.xml" Id="R4e40b548b7ac4c8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76281278b2e4f3a" /><Relationship Type="http://schemas.openxmlformats.org/officeDocument/2006/relationships/notesMaster" Target="/ppt/notesMasters/notesMaster1.xml" Id="R0d0c0a32e4134bd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106f7830611442b" /><Relationship Type="http://schemas.openxmlformats.org/officeDocument/2006/relationships/notesMaster" Target="/ppt/notesMasters/notesMaster1.xml" Id="R59ec22786822441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d442b1c2e9f4a36" /><Relationship Type="http://schemas.openxmlformats.org/officeDocument/2006/relationships/notesMaster" Target="/ppt/notesMasters/notesMaster1.xml" Id="R5298ab4f292b40a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a0b69d51c394c00" /><Relationship Type="http://schemas.openxmlformats.org/officeDocument/2006/relationships/notesMaster" Target="/ppt/notesMasters/notesMaster1.xml" Id="R7314d6732c7e48d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df271849be84450" /><Relationship Type="http://schemas.openxmlformats.org/officeDocument/2006/relationships/notesMaster" Target="/ppt/notesMasters/notesMaster1.xml" Id="Ra003ef619d204e1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98ae3326d6a43b1" /><Relationship Type="http://schemas.openxmlformats.org/officeDocument/2006/relationships/notesMaster" Target="/ppt/notesMasters/notesMaster1.xml" Id="Rd0e064eacd89430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60277bac1154261" /><Relationship Type="http://schemas.openxmlformats.org/officeDocument/2006/relationships/notesMaster" Target="/ppt/notesMasters/notesMaster1.xml" Id="R1ccf43483144476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d6ef1881d6e4165" /><Relationship Type="http://schemas.openxmlformats.org/officeDocument/2006/relationships/notesMaster" Target="/ppt/notesMasters/notesMaster1.xml" Id="R797e2ee4f46c4ff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bfef1f5b27a4b8a" /><Relationship Type="http://schemas.openxmlformats.org/officeDocument/2006/relationships/notesMaster" Target="/ppt/notesMasters/notesMaster1.xml" Id="Rc6057d76a3a14c7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2a2636164f14e19" /><Relationship Type="http://schemas.openxmlformats.org/officeDocument/2006/relationships/notesMaster" Target="/ppt/notesMasters/notesMaster1.xml" Id="R1454d0359da34df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d8276cc133a4b85" /><Relationship Type="http://schemas.openxmlformats.org/officeDocument/2006/relationships/notesMaster" Target="/ppt/notesMasters/notesMaster1.xml" Id="Rcc19ef25f3734e3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6621641aae040b3" /><Relationship Type="http://schemas.openxmlformats.org/officeDocument/2006/relationships/notesMaster" Target="/ppt/notesMasters/notesMaster1.xml" Id="R955005154a03416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ec9fed0c4bf4145" /><Relationship Type="http://schemas.openxmlformats.org/officeDocument/2006/relationships/notesMaster" Target="/ppt/notesMasters/notesMaster1.xml" Id="R9adca339e9c148a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529093b1497d4a6f" /><Relationship Type="http://schemas.openxmlformats.org/officeDocument/2006/relationships/notesMaster" Target="/ppt/notesMasters/notesMaster1.xml" Id="R49f8e6ff6734473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e4094a25d41b487e" /><Relationship Type="http://schemas.openxmlformats.org/officeDocument/2006/relationships/notesMaster" Target="/ppt/notesMasters/notesMaster1.xml" Id="R279f3fdd5b224c6d"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e4874704ad94eed" /><Relationship Type="http://schemas.openxmlformats.org/officeDocument/2006/relationships/notesMaster" Target="/ppt/notesMasters/notesMaster1.xml" Id="Rcaeebbf2a7cb4fe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91ee230871f4a1b" /><Relationship Type="http://schemas.openxmlformats.org/officeDocument/2006/relationships/notesMaster" Target="/ppt/notesMasters/notesMaster1.xml" Id="R8904d9007b72471c"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b9fcc6c7e31d41c3" /><Relationship Type="http://schemas.openxmlformats.org/officeDocument/2006/relationships/notesMaster" Target="/ppt/notesMasters/notesMaster1.xml" Id="Rb1d04f3ce10b47e9"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a215246092e4ea7" /><Relationship Type="http://schemas.openxmlformats.org/officeDocument/2006/relationships/notesMaster" Target="/ppt/notesMasters/notesMaster1.xml" Id="Rd2c76f9b630546af"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9eade6170e7c4ef5" /><Relationship Type="http://schemas.openxmlformats.org/officeDocument/2006/relationships/notesMaster" Target="/ppt/notesMasters/notesMaster1.xml" Id="R79de8d38ce104338"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b7290242d60b4a2f" /><Relationship Type="http://schemas.openxmlformats.org/officeDocument/2006/relationships/notesMaster" Target="/ppt/notesMasters/notesMaster1.xml" Id="Rd8da6e1a02be4cf3"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b8fb7c5fc4344d1" /><Relationship Type="http://schemas.openxmlformats.org/officeDocument/2006/relationships/notesMaster" Target="/ppt/notesMasters/notesMaster1.xml" Id="Rfbc35939cc8947e0"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be2940a6b6184983" /><Relationship Type="http://schemas.openxmlformats.org/officeDocument/2006/relationships/notesMaster" Target="/ppt/notesMasters/notesMaster1.xml" Id="R4a0449ee00414e06"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311d217922bd422b" /><Relationship Type="http://schemas.openxmlformats.org/officeDocument/2006/relationships/notesMaster" Target="/ppt/notesMasters/notesMaster1.xml" Id="Ra5a9542d84c44749"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a8ebb6c02abc425a" /><Relationship Type="http://schemas.openxmlformats.org/officeDocument/2006/relationships/notesMaster" Target="/ppt/notesMasters/notesMaster1.xml" Id="R5bbea823e84b42fc"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34aa360532b44465" /><Relationship Type="http://schemas.openxmlformats.org/officeDocument/2006/relationships/notesMaster" Target="/ppt/notesMasters/notesMaster1.xml" Id="R994da948bac74dfe"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be0ec701da294c8a" /><Relationship Type="http://schemas.openxmlformats.org/officeDocument/2006/relationships/notesMaster" Target="/ppt/notesMasters/notesMaster1.xml" Id="Red53ac00cfc54546"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67fdf1c243214793" /><Relationship Type="http://schemas.openxmlformats.org/officeDocument/2006/relationships/notesMaster" Target="/ppt/notesMasters/notesMaster1.xml" Id="R20566c9b9eee4548"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33a8583da8984d48" /><Relationship Type="http://schemas.openxmlformats.org/officeDocument/2006/relationships/notesMaster" Target="/ppt/notesMasters/notesMaster1.xml" Id="R3706dd6d37f04ab8"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c611071b8a844239" /><Relationship Type="http://schemas.openxmlformats.org/officeDocument/2006/relationships/notesMaster" Target="/ppt/notesMasters/notesMaster1.xml" Id="Rb0536b35807a49de"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9a7573d207fe45ea" /><Relationship Type="http://schemas.openxmlformats.org/officeDocument/2006/relationships/notesMaster" Target="/ppt/notesMasters/notesMaster1.xml" Id="R28a4ca7b14ed4b81"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ddbdc43fe5cf43c5" /><Relationship Type="http://schemas.openxmlformats.org/officeDocument/2006/relationships/notesMaster" Target="/ppt/notesMasters/notesMaster1.xml" Id="R6723c6886b3b4d0d"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3488067c6e83468d" /><Relationship Type="http://schemas.openxmlformats.org/officeDocument/2006/relationships/notesMaster" Target="/ppt/notesMasters/notesMaster1.xml" Id="R2f7505cccd634ff4"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3aa618a1f7e6491f" /><Relationship Type="http://schemas.openxmlformats.org/officeDocument/2006/relationships/notesMaster" Target="/ppt/notesMasters/notesMaster1.xml" Id="R9000499d5f2e43dc"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725e5a88252a4062" /><Relationship Type="http://schemas.openxmlformats.org/officeDocument/2006/relationships/notesMaster" Target="/ppt/notesMasters/notesMaster1.xml" Id="Rb13131ded08d46f0"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1215d3a0c4c74db0" /><Relationship Type="http://schemas.openxmlformats.org/officeDocument/2006/relationships/notesMaster" Target="/ppt/notesMasters/notesMaster1.xml" Id="Rbc14530df17e4c49"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7471756dee294612" /><Relationship Type="http://schemas.openxmlformats.org/officeDocument/2006/relationships/notesMaster" Target="/ppt/notesMasters/notesMaster1.xml" Id="Ra5a4c49851c341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11:10. פתיחה קצרה. היום מתכוננים למבחן בעזרת טקסט מבחן מהארכיון.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לומר: המבחן ביום חמישי, כ״ז בתשרי תשפ״ז (8.10.2026). היום מתחילים להתכונן. להבהיר שזהו המועד שפורסם.</a:t>
            </a:r>
          </a:p>
          <a:p xmlns:a="http://schemas.openxmlformats.org/drawingml/2006/main">
            <a:r>
              <a:t>Source: https://drive.google.com/file/d/1MkEy1qZROpufD3z4PVTW5YuP3VSotr6M/view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ליום השיעור: שלושה מפגשים מתוכננים כולל היום, שניים אחריו. חופשת החגים מיום ראשון, ט׳ בתשרי תשפ״ז (20.9.2026), עד שבת, כ״ב בתשרי תשפ״ז (3.10.2026). המבחן עצמו אינו נספר כמפגש הכנה. המפגש השני אינו מאושר סופית.</a:t>
            </a:r>
          </a:p>
          <a:p xmlns:a="http://schemas.openxmlformats.org/drawingml/2006/main">
            <a:r>
              <a:t>Source: https://drive.google.com/file/d/1MkEy1qZROpufD3z4PVTW5YuP3VSotr6M/view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זהו מוקד ההכנה לשיעור. לא נמצא מפרט מלא לבחינה הקרובה, ולכן אין להכריז שהטקסט הזה יופיע שוב בבחינה או שקבוצה 01 היא כל החומר. למורה: יש לפרסם היקף סופי בנפרד.</a:t>
            </a:r>
          </a:p>
          <a:p xmlns:a="http://schemas.openxmlformats.org/drawingml/2006/main">
            <a:r>
              <a:t>Source: https://simonh68.github.io/teachers/grade8/opening/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פורמט מומלץ שסוכם עם המורה. את השקפים הקצרים מחליפים במהירות לפי תגובות הכיתה. אם מתעכבים, מדלגים לחזרה המקוצרת בשקף 57 וחוזרים לתרגול בבית.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לשמוע שני ניחושים. זו שאלת חיזוי, לכן התשובה תתברר בקריאה ולא בשקף תשובה מיידי.</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מבט קצר על אורח רציני מאוד בשולחן הפירות. הפסקה חזותית של 15–20 שניות. איור הומוריסטי דמיוני, לא תיעוד מהפסטיבל.</a:t>
            </a:r>
          </a:p>
          <a:p xmlns:a="http://schemas.openxmlformats.org/drawingml/2006/main">
            <a:r>
              <a:t>Original generated illustration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להמתין כ־10 שניות לניחוש. לקרוא את הדוגמה ואז לחשוף משמעות. הדוגמה נכתבה לצורך התרגול ואינה ציטוט מהטקסט. </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להמתין כ־10 שניות לניחוש. לקרוא את הדוגמה ואז לחשוף משמעות. הדוגמה נכתבה לצורך התרגול ואינה ציטוט מהטקסט. </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להמתין כ־10 שניות לניחוש. לקרוא את הדוגמה ואז לחשוף משמעות. הדוגמה נכתבה לצורך התרגול ואינה ציטוט מהטקסט. </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להמתין כ־10 שניות לניחוש. לקרוא את הדוגמה ואז לחשוף משמעות. הדוגמה נכתבה לצורך התרגול ואינה ציטוט מהטקסט. </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להמתין כ־10 שניות לניחוש. לקרוא את הדוגמה ואז לחשוף משמעות. הדוגמה נכתבה לצורך התרגול ואינה ציטוט מהטקסט. </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להמתין כ־10 שניות לניחוש. לקרוא את הדוגמה ואז לחשוף משמעות. הדוגמה נכתבה לצורך התרגול ואינה ציטוט מהטקסט. </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להמתין כ־10 שניות לניחוש. לקרוא את הדוגמה ואז לחשוף משמעות. הדוגמה נכתבה לצורך התרגול ואינה ציטוט מהטקסט. </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להמתין כ־10 שניות לניחוש. לקרוא את הדוגמה ואז לחשוף משמעות. הדוגמה נכתבה לצורך התרגול ואינה ציטוט מהטקסט. </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להמתין כ־10 שניות לניחוש. לקרוא את הדוגמה ואז לחשוף משמעות. הדוגמה נכתבה לצורך התרגול ואינה ציטוט מהטקסט. </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להמתין כ־10 שניות לניחוש. לקרוא את הדוגמה ואז לחשוף משמעות. הדוגמה נכתבה לצורך התרגול ואינה ציטוט מהטקסט. </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להמתין כ־10 שניות לניחוש. לקרוא את הדוגמה ואז לחשוף משמעות. הדוגמה נכתבה לצורך התרגול ואינה ציטוט מהטקסט. </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להמתין כ־10 שניות לניחוש. לקרוא את הדוגמה ואז לחשוף משמעות. הדוגמה נכתבה לצורך התרגול ואינה ציטוט מהטקסט. </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להמתין כ־10 שניות לניחוש. לקרוא את הדוגמה ואז לחשוף משמעות. הדוגמה נכתבה לצורך התרגול ואינה ציטוט מהטקסט. </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להמתין כ־10 שניות לניחוש. לקרוא את הדוגמה ואז לחשוף משמעות. הדוגמה נכתבה לצורך התרגול ואינה ציטוט מהטקסט. </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להמתין כ־10 שניות לניחוש. לקרוא את הדוגמה ואז לחשוף משמעות. הדוגמה נכתבה לצורך התרגול ואינה ציטוט מהטקסט. </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להמתין כ־10 שניות לניחוש. לקרוא את הדוגמה ואז לחשוף משמעות. הדוגמה נכתבה לצורך התרגול ואינה ציטוט מהטקסט. </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בננה אחת זוכה לאבטחה של אוצר יקר. אפשר להצביע על valuable בלי להפוך את התמונה למשימה נוספת. הפסקה חזותית של 15–20 שניות. איור הומוריסטי דמיוני, לא תיעוד מהפסטיבל.</a:t>
            </a:r>
          </a:p>
          <a:p xmlns:a="http://schemas.openxmlformats.org/drawingml/2006/main">
            <a:r>
              <a:t>Original generated illustration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להמתין כ־10 שניות לניחוש. לקרוא את הדוגמה ואז לחשוף משמעות. משפט ותרגום נשמרו מהמצגת הקיימת. </a:t>
            </a:r>
          </a:p>
          <a:p xmlns:a="http://schemas.openxmlformats.org/drawingml/2006/main">
            <a:r>
              <a:t>Source: https://simonh68.github.io/teachers/grade8/opening/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להמתין כ־10 שניות לניחוש. לקרוא את הדוגמה ואז לחשוף משמעות. משפט ותרגום נשמרו מהמצגת הקיימת. </a:t>
            </a:r>
          </a:p>
          <a:p xmlns:a="http://schemas.openxmlformats.org/drawingml/2006/main">
            <a:r>
              <a:t>Source: https://simonh68.github.io/teachers/grade8/opening/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להמתין כ־10 שניות לניחוש. לקרוא את הדוגמה ואז לחשוף משמעות. משפט ותרגום נשמרו מהמצגת הקיימת. </a:t>
            </a:r>
          </a:p>
          <a:p xmlns:a="http://schemas.openxmlformats.org/drawingml/2006/main">
            <a:r>
              <a:t>Source: https://simonh68.github.io/teachers/grade8/opening/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להמתין כ־10 שניות לניחוש. לקרוא את הדוגמה ואז לחשוף משמעות. משפט ותרגום נשמרו מהמצגת הקיימת. </a:t>
            </a:r>
          </a:p>
          <a:p xmlns:a="http://schemas.openxmlformats.org/drawingml/2006/main">
            <a:r>
              <a:t>Source: https://simonh68.github.io/teachers/grade8/opening/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להמתין כ־10 שניות לניחוש. לקרוא את הדוגמה ואז לחשוף משמעות. משפט ותרגום נשמרו מהמצגת הקיימת. </a:t>
            </a:r>
          </a:p>
          <a:p xmlns:a="http://schemas.openxmlformats.org/drawingml/2006/main">
            <a:r>
              <a:t>Source: https://simonh68.github.io/teachers/grade8/opening/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להמתין כ־10 שניות לניחוש. לקרוא את הדוגמה ואז לחשוף משמעות. משפט ותרגום נשמרו מהמצגת הקיימת. </a:t>
            </a:r>
          </a:p>
          <a:p xmlns:a="http://schemas.openxmlformats.org/drawingml/2006/main">
            <a:r>
              <a:t>Source: https://simonh68.github.io/teachers/grade8/opening/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להדגים בקצרה: Where מצפה למקום. Why מצפה לסיבה. לא צריך להבין כל מילה כדי לענות על פרט מפורש.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קריאה קצרה עם המורה. אין צורך לתרגם כל מילה. לבקש לאתר את המידע הנדרש. אותיות הפסקאות נוספו לצורך התרגול. הטקסט המקורי נשמר, ופסקה אחת חולקה ל־E ול־F.</a:t>
            </a:r>
          </a:p>
          <a:p xmlns:a="http://schemas.openxmlformats.org/drawingml/2006/main">
            <a:r>
              <a:t>Source: https://drive.google.com/file/d/1v5hxzvq6L3lwQonsgvWBEOi9tFcik7v0/view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שאלה 1 במבחן הישן. ההפניה עודכנה לאות הפסקה, כי מספרי השורות בצילום אינם מתאימים לכל השאלות.</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שאלה 1 במבחן הישן. ההפניה עודכנה לאות הפסקה, כי מספרי השורות בצילום אינם מתאימים לכל השאלות.</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קריאה קצרה עם המורה. אין צורך לתרגם כל מילה. לבקש לאתר את המידע הנדרש. אותיות הפסקאות נוספו לצורך התרגול. הטקסט המקורי נשמר, ופסקה אחת חולקה ל־E ול־F.</a:t>
            </a:r>
          </a:p>
          <a:p xmlns:a="http://schemas.openxmlformats.org/drawingml/2006/main">
            <a:r>
              <a:t>Source: https://drive.google.com/file/d/1v5hxzvq6L3lwQonsgvWBEOi9tFcik7v0/view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קריאה קצרה עם המורה. אין צורך לתרגם כל מילה. לבקש לאתר את המידע הנדרש. אותיות הפסקאות נוספו לצורך התרגול. הטקסט המקורי נשמר, ופסקה אחת חולקה ל־E ול־F.</a:t>
            </a:r>
          </a:p>
          <a:p xmlns:a="http://schemas.openxmlformats.org/drawingml/2006/main">
            <a:r>
              <a:t>Source: https://drive.google.com/file/d/1v5hxzvq6L3lwQonsgvWBEOi9tFcik7v0/view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קריאה קצרה עם המורה. אין צורך לתרגם כל מילה. לבקש לאתר את המידע הנדרש. אותיות הפסקאות נוספו לצורך התרגול. הטקסט המקורי נשמר, ופסקה אחת חולקה ל־E ול־F.</a:t>
            </a:r>
          </a:p>
          <a:p xmlns:a="http://schemas.openxmlformats.org/drawingml/2006/main">
            <a:r>
              <a:t>Source: https://drive.google.com/file/d/1v5hxzvq6L3lwQonsgvWBEOi9tFcik7v0/view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תרגול נוסף, אינו אחת מחמש שאלות המבחן המקורי. לבקש את שני הפריטים ולא רק food.</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תרגול נוסף, אינו אחת מחמש שאלות המבחן המקורי. לבקש את שני הפריטים ולא רק food.</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בלש מחפש רמז בתוך קליפת בננה. הפסקה קצרה לפני המשך הקריאה. הפסקה חזותית של 15–20 שניות. איור הומוריסטי דמיוני, לא תיעוד מהפסטיבל.</a:t>
            </a:r>
          </a:p>
          <a:p xmlns:a="http://schemas.openxmlformats.org/drawingml/2006/main">
            <a:r>
              <a:t>Original generated illustration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קריאה קצרה עם המורה. אין צורך לתרגם כל מילה. לבקש לאתר את המידע הנדרש. אותיות הפסקאות נוספו לצורך התרגול. הטקסט המקורי נשמר, ופסקה אחת חולקה ל־E ול־F.</a:t>
            </a:r>
          </a:p>
          <a:p xmlns:a="http://schemas.openxmlformats.org/drawingml/2006/main">
            <a:r>
              <a:t>Source: https://drive.google.com/file/d/1v5hxzvq6L3lwQonsgvWBEOi9tFcik7v0/view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קריאה קצרה עם המורה. אין צורך לתרגם כל מילה. לבקש לאתר את המידע הנדרש. אותיות הפסקאות נוספו לצורך התרגול. הטקסט המקורי נשמר, ופסקה אחת חולקה ל־E ול־F.</a:t>
            </a:r>
          </a:p>
          <a:p xmlns:a="http://schemas.openxmlformats.org/drawingml/2006/main">
            <a:r>
              <a:t>Source: https://drive.google.com/file/d/1v5hxzvq6L3lwQonsgvWBEOi9tFcik7v0/view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שאלה 2 במבחן הישן בניסוח אנגלי טבעי. במקור הופיעו שורות 6–8, אך התשובה נמצאת בפסקה האחרונה בחלק הראשון. בתרגול משתמשים בהפניה F.</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שאלה 2 במבחן הישן בניסוח אנגלי טבעי. במקור הופיעו שורות 6–8, אך התשובה נמצאת בפסקה האחרונה בחלק הראשון. בתרגול משתמשים בהפניה F.</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שאלה 3 במבחן הישן. לשאול מה מכינים, ולא לדרוש פירוט שלא נמצא בטקסט.</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שאלה 3 במבחן הישן. לשאול מה מכינים, ולא לדרוש פירוט שלא נמצא בטקסט.</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קריאה קצרה עם המורה. אין צורך לתרגם כל מילה. לבקש לאתר את המידע הנדרש. אותיות הפסקאות נוספו לצורך התרגול. הטקסט המקורי נשמר, ופסקה אחת חולקה ל־E ול־F.</a:t>
            </a:r>
          </a:p>
          <a:p xmlns:a="http://schemas.openxmlformats.org/drawingml/2006/main">
            <a:r>
              <a:t>Source: https://drive.google.com/file/d/1v5hxzvq6L3lwQonsgvWBEOi9tFcik7v0/view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שאלה 4 במבחן הישן בניסוח מפורש יותר. אפשר לקבל שני משפטים קצרים: The monkeys steal things. However, the people are kind to them. זו חזרה על however מהקבוצה.</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שאלה 4 במבחן הישן בניסוח מפורש יותר. אפשר לקבל שני משפטים קצרים: The monkeys steal things. However, the people are kind to them. זו חזרה על however מהקבוצה.</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התלמיד שהכין יותר מדי ציוד. הפסקה לפני ההסבר שבחלק השני. הפסקה חזותית של 15–20 שניות. איור הומוריסטי דמיוני, לא תיעוד מהפסטיבל.</a:t>
            </a:r>
          </a:p>
          <a:p xmlns:a="http://schemas.openxmlformats.org/drawingml/2006/main">
            <a:r>
              <a:t>Original generated illustration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קריאה קצרה עם המורה. אין צורך לתרגם כל מילה. לבקש לאתר את המידע הנדרש. אותיות הפסקאות נוספו לצורך התרגול. הטקסט המקורי נשמר, ופסקה אחת חולקה ל־E ול־F.</a:t>
            </a:r>
          </a:p>
          <a:p xmlns:a="http://schemas.openxmlformats.org/drawingml/2006/main">
            <a:r>
              <a:t>Source: https://drive.google.com/file/d/1v5hxzvq6L3lwQonsgvWBEOi9tFcik7v0/view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קריאה קצרה עם המורה. אין צורך לתרגם כל מילה. לבקש לאתר את המידע הנדרש. אותיות הפסקאות נוספו לצורך התרגול. הטקסט המקורי נשמר, ופסקה אחת חולקה ל־E ול־F.</a:t>
            </a:r>
          </a:p>
          <a:p xmlns:a="http://schemas.openxmlformats.org/drawingml/2006/main">
            <a:r>
              <a:t>Source: https://drive.google.com/file/d/1v5hxzvq6L3lwQonsgvWBEOi9tFcik7v0/view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שאלה 5 במבחן הישן. התשובה היא הפעולה שעושים כדי לכבד. ההסבר התרבותי מתאר את אמונת התושבים לפי הטקסט.</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שאלה 5 במבחן הישן. התשובה היא הפעולה שעושים כדי לכבד. ההסבר התרבותי מתאר את אמונת התושבים לפי הטקסט.</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שאלת הרחבה. להסביר שזהו סיפור שמסביר מנהג בטקסט, ולא עובדה היסטורית שאנו מאמתים. אפשר לענות בעברית תחילה ואחר כך לבנות משפט אנגלי.</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שאלת הרחבה. להסביר שזהו סיפור שמסביר מנהג בטקסט, ולא עובדה היסטורית שאנו מאמתים. אפשר לענות בעברית תחילה ואחר כך לבנות משפט אנגלי.</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עד 11:47. לשאול מי זקוק לעזרה באיתור פסקאות. אפשר לדלג לכאן מכל שלב אם נגמר זמן הזום הראשון.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משתתף נוסף בזום: בננה עם אוזניות. הפסקה קצרה לפני היציאה לעבודה. הפסקה חזותית של 15–20 שניות. איור הומוריסטי דמיוני, לא תיעוד מהפסטיבל.</a:t>
            </a:r>
          </a:p>
          <a:p xmlns:a="http://schemas.openxmlformats.org/drawingml/2006/main">
            <a:r>
              <a:t>Original generated illustration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11:50. לסיים את המפגש הראשון. לשלוח בצ׳אט קישור לדף העבודה ולוודא שנפתח. אין צורך להישאר בזום בזמן העבודה העצמאית.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12:00–12:25. דף העבודה כולל שאלות חדשות על אותו טקסט, כדי לבדוק הבנה ולא רק זיכרון של הפתרונות. לתלמידים מתקשים: להתחיל ב־A1–A3 ו־B1, ואז להמשיך. למתקדמים: שאלת ההרחבה 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שקף זה נשאר מוצג אם המורה משאיר שיתוף מסך. אין לאסוף פרטים אישיים נוספים. לא הוגדר בשיחה כלי הגשה מסוים.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סיכום מומלץ של כחמש עד שבע דקות. לבחור קושי אחד או שניים מהצ׳אט. השקפים הבאים קצרים. אם אין זמן, להשתמש רק בזוג הרלוונטי.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אחרי can משתמשים בצורת הבסיס be. לא I can am. זו הכנה למשפטי התרגום מהמבחן הישן. אפשר לקבל join רק אם השאלה אינה רב־ברירה, אך כאן האפשרויות קבועות.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אחרי can משתמשים בצורת הבסיס be. לא I can am. זו הכנה למשפטי התרגום מהמבחן הישן. אפשר לקבל join רק אם השאלה אינה רב־ברירה, אך כאן האפשרויות קבועות.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משפט 6 במבחן הישן. להדגיש שנחוץ am גם אם בעברית אין פועל מפורש.</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משפט 6 במבחן הישן. להדגיש שנחוץ am גם אם בעברית אין פועל מפורש.</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לקבל גם תשובה על האמונה שהקופים מביאים מזל טוב. לבדוק שמוצגת סיבה ושלא הופכים אמונה או אגדה לטענה היסטורית. מתאים לשאלת A5 בעבודה העצמאית.</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לקבל גם תשובה על האמונה שהקופים מביאים מזל טוב. לבדוק שמוצגת סיבה ושלא הופכים אמונה או אגדה לטענה היסטורית. מתאים לשאלת A5 בעבודה העצמאית.</a:t>
            </a:r>
          </a:p>
          <a:p xmlns:a="http://schemas.openxmlformats.org/drawingml/2006/main">
            <a:r>
              <a:t>Source: https://drive.google.com/file/d/1GJz_c1qY3qMb3NidioFReT7V1l2WebFr/view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זהו תרגול שנקבע במערך הזה. אין להציג את שלוש המילים שהופיעו במצגת כמכלול 55 מילות הקבוצה. המועד שפורסם לבחינה הוא יום חמישי, כ״ז בתשרי תשפ״ז (8.10.2026).</a:t>
            </a:r>
          </a:p>
          <a:p xmlns:a="http://schemas.openxmlformats.org/drawingml/2006/main">
            <a:r>
              <a:t>Source: https://simonh68.github.io/teachers/grade8/opening/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לאחר סיכום הזום, התלמידים מסיימים תיקון והגשה עד 12:40. משפט היציאה יכול להיות באנגלית פשוטה או בעברית לפי יכולת. אין להוסיף שיעורי זום מעבר לשעות שנקבעו.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a1e6fa7fce45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d5849bd5804613" /><Relationship Type="http://schemas.openxmlformats.org/officeDocument/2006/relationships/slideLayout" Target="/ppt/slideLayouts/slideLayout1.xml" Id="Rf389e2e66dc442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389e2e66dc442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399a39236d4416e" /><Relationship Type="http://schemas.openxmlformats.org/officeDocument/2006/relationships/notesSlide" Target="/ppt/notesSlides/notesSlide1.xml" Id="Rcd35fed6c125416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69315443b654554" /><Relationship Type="http://schemas.openxmlformats.org/officeDocument/2006/relationships/notesSlide" Target="/ppt/notesSlides/notesSlide2.xml" Id="R7d30286c2a924f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75bbd398a434d76" /><Relationship Type="http://schemas.openxmlformats.org/officeDocument/2006/relationships/notesSlide" Target="/ppt/notesSlides/notesSlide3.xml" Id="R33dc3e9f81dc44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5cb2d9542fc4d4e" /><Relationship Type="http://schemas.openxmlformats.org/officeDocument/2006/relationships/notesSlide" Target="/ppt/notesSlides/notesSlide4.xml" Id="Ra83ab8b07db149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874239bf2ee4b03" /><Relationship Type="http://schemas.openxmlformats.org/officeDocument/2006/relationships/notesSlide" Target="/ppt/notesSlides/notesSlide5.xml" Id="R4e5a297179e34e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2496bee5b134f7c" /><Relationship Type="http://schemas.openxmlformats.org/officeDocument/2006/relationships/notesSlide" Target="/ppt/notesSlides/notesSlide6.xml" Id="R7a8b1444491245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c0303507da44d39" /><Relationship Type="http://schemas.openxmlformats.org/officeDocument/2006/relationships/image" Target="/ppt/media/image.jpeg" Id="R906d9a1dee0f41d5" /><Relationship Type="http://schemas.openxmlformats.org/officeDocument/2006/relationships/notesSlide" Target="/ppt/notesSlides/notesSlide7.xml" Id="R23a0661e01764b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f1d8dde22b04283" /><Relationship Type="http://schemas.openxmlformats.org/officeDocument/2006/relationships/notesSlide" Target="/ppt/notesSlides/notesSlide8.xml" Id="R7528acad69c741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3bd5cf16db642e9" /><Relationship Type="http://schemas.openxmlformats.org/officeDocument/2006/relationships/notesSlide" Target="/ppt/notesSlides/notesSlide9.xml" Id="R489293a89449419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f241f1efcf140f9" /><Relationship Type="http://schemas.openxmlformats.org/officeDocument/2006/relationships/notesSlide" Target="/ppt/notesSlides/notesSlide10.xml" Id="R01c22d4fc8f849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9868b8fac834ff7" /><Relationship Type="http://schemas.openxmlformats.org/officeDocument/2006/relationships/notesSlide" Target="/ppt/notesSlides/notesSlide11.xml" Id="R5cbfadbf4d48473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92599ad5cec40f0" /><Relationship Type="http://schemas.openxmlformats.org/officeDocument/2006/relationships/notesSlide" Target="/ppt/notesSlides/notesSlide12.xml" Id="R2de3482c72a34f9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86928270bae4947" /><Relationship Type="http://schemas.openxmlformats.org/officeDocument/2006/relationships/notesSlide" Target="/ppt/notesSlides/notesSlide13.xml" Id="R89fd997a8909435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b535d84ade747c8" /><Relationship Type="http://schemas.openxmlformats.org/officeDocument/2006/relationships/notesSlide" Target="/ppt/notesSlides/notesSlide14.xml" Id="R20cc66451fc9473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b7cc0420b37401c" /><Relationship Type="http://schemas.openxmlformats.org/officeDocument/2006/relationships/notesSlide" Target="/ppt/notesSlides/notesSlide15.xml" Id="Ra3a79fcadb3a49d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120c1e974df48df" /><Relationship Type="http://schemas.openxmlformats.org/officeDocument/2006/relationships/notesSlide" Target="/ppt/notesSlides/notesSlide16.xml" Id="Rd9d0d7881214451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924aa940de94d13" /><Relationship Type="http://schemas.openxmlformats.org/officeDocument/2006/relationships/notesSlide" Target="/ppt/notesSlides/notesSlide17.xml" Id="Re7472ebd420e45a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0485c29f03645f1" /><Relationship Type="http://schemas.openxmlformats.org/officeDocument/2006/relationships/notesSlide" Target="/ppt/notesSlides/notesSlide18.xml" Id="R2949bab0ff3a4e3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677b5be05464fde" /><Relationship Type="http://schemas.openxmlformats.org/officeDocument/2006/relationships/notesSlide" Target="/ppt/notesSlides/notesSlide19.xml" Id="Rb03c9f6671fb428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67c819de7a04090" /><Relationship Type="http://schemas.openxmlformats.org/officeDocument/2006/relationships/notesSlide" Target="/ppt/notesSlides/notesSlide20.xml" Id="R24181481d984422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7d193ed2e1241e2" /><Relationship Type="http://schemas.openxmlformats.org/officeDocument/2006/relationships/notesSlide" Target="/ppt/notesSlides/notesSlide21.xml" Id="R3abbcd6f03124f5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8136111a0bc4450" /><Relationship Type="http://schemas.openxmlformats.org/officeDocument/2006/relationships/notesSlide" Target="/ppt/notesSlides/notesSlide22.xml" Id="Rf9c06aeaee0f4bd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ba00a6797404a5e" /><Relationship Type="http://schemas.openxmlformats.org/officeDocument/2006/relationships/notesSlide" Target="/ppt/notesSlides/notesSlide23.xml" Id="Rb305a54cdff54c1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786f849a5b24634" /><Relationship Type="http://schemas.openxmlformats.org/officeDocument/2006/relationships/image" Target="/ppt/media/image2.jpeg" Id="R97989286f94745a9" /><Relationship Type="http://schemas.openxmlformats.org/officeDocument/2006/relationships/notesSlide" Target="/ppt/notesSlides/notesSlide24.xml" Id="R7702d65095f447a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5829a769dcf435e" /><Relationship Type="http://schemas.openxmlformats.org/officeDocument/2006/relationships/notesSlide" Target="/ppt/notesSlides/notesSlide25.xml" Id="Rec250b41da5a4d0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997e0d8b0024230" /><Relationship Type="http://schemas.openxmlformats.org/officeDocument/2006/relationships/notesSlide" Target="/ppt/notesSlides/notesSlide26.xml" Id="Rc9fcd8238a8a48c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2e4b271058d4d06" /><Relationship Type="http://schemas.openxmlformats.org/officeDocument/2006/relationships/notesSlide" Target="/ppt/notesSlides/notesSlide27.xml" Id="R483e970e0a05415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6aa9a15d89949e8" /><Relationship Type="http://schemas.openxmlformats.org/officeDocument/2006/relationships/notesSlide" Target="/ppt/notesSlides/notesSlide28.xml" Id="R8b15236356ad435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07908f69af74908" /><Relationship Type="http://schemas.openxmlformats.org/officeDocument/2006/relationships/notesSlide" Target="/ppt/notesSlides/notesSlide29.xml" Id="R6fc50e288ad5478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09eb480ce8a46ca" /><Relationship Type="http://schemas.openxmlformats.org/officeDocument/2006/relationships/notesSlide" Target="/ppt/notesSlides/notesSlide30.xml" Id="Re13e90a683dd410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9b5b0b223011493e" /><Relationship Type="http://schemas.openxmlformats.org/officeDocument/2006/relationships/notesSlide" Target="/ppt/notesSlides/notesSlide31.xml" Id="R96a78e5edc184cd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b10560f74314709" /><Relationship Type="http://schemas.openxmlformats.org/officeDocument/2006/relationships/notesSlide" Target="/ppt/notesSlides/notesSlide32.xml" Id="R252ea723026341d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01015c7ca3f488f" /><Relationship Type="http://schemas.openxmlformats.org/officeDocument/2006/relationships/notesSlide" Target="/ppt/notesSlides/notesSlide33.xml" Id="Rfb1f6bc3fec343e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20ec6d3382cd4db7" /><Relationship Type="http://schemas.openxmlformats.org/officeDocument/2006/relationships/notesSlide" Target="/ppt/notesSlides/notesSlide34.xml" Id="R27bb970021b84da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fe920c63e00c4514" /><Relationship Type="http://schemas.openxmlformats.org/officeDocument/2006/relationships/notesSlide" Target="/ppt/notesSlides/notesSlide35.xml" Id="R061e382c2f9a4a9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1e1d2568e27e48e6" /><Relationship Type="http://schemas.openxmlformats.org/officeDocument/2006/relationships/notesSlide" Target="/ppt/notesSlides/notesSlide36.xml" Id="R9436f95848ef4f1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268aed8921aa4144" /><Relationship Type="http://schemas.openxmlformats.org/officeDocument/2006/relationships/notesSlide" Target="/ppt/notesSlides/notesSlide37.xml" Id="Re1c8bf80114349d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58447181f1f4e2c" /><Relationship Type="http://schemas.openxmlformats.org/officeDocument/2006/relationships/notesSlide" Target="/ppt/notesSlides/notesSlide38.xml" Id="Rb04320457034411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22fa29f0d7204030" /><Relationship Type="http://schemas.openxmlformats.org/officeDocument/2006/relationships/notesSlide" Target="/ppt/notesSlides/notesSlide39.xml" Id="R32bbbdc3304d4f2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fc1f41f0a8ff4eb3" /><Relationship Type="http://schemas.openxmlformats.org/officeDocument/2006/relationships/image" Target="/ppt/media/image3.jpeg" Id="R5946cfccb3524da5" /><Relationship Type="http://schemas.openxmlformats.org/officeDocument/2006/relationships/notesSlide" Target="/ppt/notesSlides/notesSlide40.xml" Id="R0b8843c95a874820"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6a84ab9e406a4099" /><Relationship Type="http://schemas.openxmlformats.org/officeDocument/2006/relationships/notesSlide" Target="/ppt/notesSlides/notesSlide41.xml" Id="R0f9d22b6b06848c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b2446de8f9ee4f52" /><Relationship Type="http://schemas.openxmlformats.org/officeDocument/2006/relationships/notesSlide" Target="/ppt/notesSlides/notesSlide42.xml" Id="Rc78fa9544f20453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9ca2a9c158fc4e4c" /><Relationship Type="http://schemas.openxmlformats.org/officeDocument/2006/relationships/notesSlide" Target="/ppt/notesSlides/notesSlide43.xml" Id="R5a1441571de1451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06cd721c0dfe46bb" /><Relationship Type="http://schemas.openxmlformats.org/officeDocument/2006/relationships/notesSlide" Target="/ppt/notesSlides/notesSlide44.xml" Id="R6ec053e64a9a411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4fe6c3c2fafd4ec2" /><Relationship Type="http://schemas.openxmlformats.org/officeDocument/2006/relationships/notesSlide" Target="/ppt/notesSlides/notesSlide45.xml" Id="Rb5dcc07d7f784c2c"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d53c56cb0c2e4323" /><Relationship Type="http://schemas.openxmlformats.org/officeDocument/2006/relationships/notesSlide" Target="/ppt/notesSlides/notesSlide46.xml" Id="R47943215d845408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939e925b483049bc" /><Relationship Type="http://schemas.openxmlformats.org/officeDocument/2006/relationships/notesSlide" Target="/ppt/notesSlides/notesSlide47.xml" Id="Ra8c74c458a6644b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fb74c1b577304d7a" /><Relationship Type="http://schemas.openxmlformats.org/officeDocument/2006/relationships/notesSlide" Target="/ppt/notesSlides/notesSlide48.xml" Id="Rb3d7b832478b460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4dcb84ac58ce4f28" /><Relationship Type="http://schemas.openxmlformats.org/officeDocument/2006/relationships/notesSlide" Target="/ppt/notesSlides/notesSlide49.xml" Id="R0b99b7d59a644d58"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237a7dc100954e35" /><Relationship Type="http://schemas.openxmlformats.org/officeDocument/2006/relationships/image" Target="/ppt/media/image4.jpeg" Id="R29bfc3a0e2554d0b" /><Relationship Type="http://schemas.openxmlformats.org/officeDocument/2006/relationships/notesSlide" Target="/ppt/notesSlides/notesSlide50.xml" Id="R60a3e4e0c2bb4abe"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4f38ca494c2d48cb" /><Relationship Type="http://schemas.openxmlformats.org/officeDocument/2006/relationships/notesSlide" Target="/ppt/notesSlides/notesSlide51.xml" Id="R5f393e8290b7427d"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9018be3508e94adf" /><Relationship Type="http://schemas.openxmlformats.org/officeDocument/2006/relationships/notesSlide" Target="/ppt/notesSlides/notesSlide52.xml" Id="R44c8e583ef104181"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066d7c9752ee4d84" /><Relationship Type="http://schemas.openxmlformats.org/officeDocument/2006/relationships/notesSlide" Target="/ppt/notesSlides/notesSlide53.xml" Id="Ra4e83ca8bdef4b93"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18513f74616a4312" /><Relationship Type="http://schemas.openxmlformats.org/officeDocument/2006/relationships/notesSlide" Target="/ppt/notesSlides/notesSlide54.xml" Id="Rd92da385ff104a48"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ae58bc7aa6824c8d" /><Relationship Type="http://schemas.openxmlformats.org/officeDocument/2006/relationships/notesSlide" Target="/ppt/notesSlides/notesSlide55.xml" Id="Ra6f49b40e89b4dad"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6b29a46457ae4f13" /><Relationship Type="http://schemas.openxmlformats.org/officeDocument/2006/relationships/notesSlide" Target="/ppt/notesSlides/notesSlide56.xml" Id="R09ca8a2dac67402c"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7d63a170bd924ee8" /><Relationship Type="http://schemas.openxmlformats.org/officeDocument/2006/relationships/notesSlide" Target="/ppt/notesSlides/notesSlide57.xml" Id="R8e3c694a86d64d0f"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b46dedc7ea4f4912" /><Relationship Type="http://schemas.openxmlformats.org/officeDocument/2006/relationships/image" Target="/ppt/media/image5.jpeg" Id="R0908d3c2474a401d" /><Relationship Type="http://schemas.openxmlformats.org/officeDocument/2006/relationships/notesSlide" Target="/ppt/notesSlides/notesSlide58.xml" Id="R7b6b59d918984548"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fa68b0c9e437490b" /><Relationship Type="http://schemas.openxmlformats.org/officeDocument/2006/relationships/notesSlide" Target="/ppt/notesSlides/notesSlide59.xml" Id="R9c6b65e40cda45a8"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866e02426f07484b" /><Relationship Type="http://schemas.openxmlformats.org/officeDocument/2006/relationships/hyperlink" Target="https://simonh68.github.io/teachers/grade8/monkey-festival/files/monkey-festival-practice.pdf" TargetMode="External" Id="R7abdcd3dbfcc427d" /><Relationship Type="http://schemas.openxmlformats.org/officeDocument/2006/relationships/notesSlide" Target="/ppt/notesSlides/notesSlide60.xml" Id="Rfa09a05378e644d0"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51580ec25fda46dd" /><Relationship Type="http://schemas.openxmlformats.org/officeDocument/2006/relationships/notesSlide" Target="/ppt/notesSlides/notesSlide61.xml" Id="Ra60b3df7c60143dc"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d52e5f6bf5cf4d85" /><Relationship Type="http://schemas.openxmlformats.org/officeDocument/2006/relationships/notesSlide" Target="/ppt/notesSlides/notesSlide62.xml" Id="R024ee2b318a14f97"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7d5d8fdaa8d2409d" /><Relationship Type="http://schemas.openxmlformats.org/officeDocument/2006/relationships/notesSlide" Target="/ppt/notesSlides/notesSlide63.xml" Id="Rf7585fce14fc4fff"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a513105c4b9546da" /><Relationship Type="http://schemas.openxmlformats.org/officeDocument/2006/relationships/notesSlide" Target="/ppt/notesSlides/notesSlide64.xml" Id="R42a83ed3b6b24ee2"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5eafbd103cbb46cf" /><Relationship Type="http://schemas.openxmlformats.org/officeDocument/2006/relationships/notesSlide" Target="/ppt/notesSlides/notesSlide65.xml" Id="Rc66117b1766440f3"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285a437b069e43db" /><Relationship Type="http://schemas.openxmlformats.org/officeDocument/2006/relationships/notesSlide" Target="/ppt/notesSlides/notesSlide66.xml" Id="Rb9b223177402455d"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4900eb1d6a5c4946" /><Relationship Type="http://schemas.openxmlformats.org/officeDocument/2006/relationships/notesSlide" Target="/ppt/notesSlides/notesSlide67.xml" Id="R236baec3f84042d7"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5056e2e829354de6" /><Relationship Type="http://schemas.openxmlformats.org/officeDocument/2006/relationships/notesSlide" Target="/ppt/notesSlides/notesSlide68.xml" Id="R47483dbb59934045"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b92f5a40212a4ea3" /><Relationship Type="http://schemas.openxmlformats.org/officeDocument/2006/relationships/hyperlink" Target="https://englishfornoar.co.il/band-ii/groups/group-01.html" TargetMode="External" Id="R1db6068425214873" /><Relationship Type="http://schemas.openxmlformats.org/officeDocument/2006/relationships/notesSlide" Target="/ppt/notesSlides/notesSlide69.xml" Id="Re2f09ddc6d1a4dbc"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508e7c9a3d5b4d16" /><Relationship Type="http://schemas.openxmlformats.org/officeDocument/2006/relationships/notesSlide" Target="/ppt/notesSlides/notesSlide70.xml" Id="Rb6f834880e654cdd" /></Relationships>
</file>

<file path=ppt/slides/slide1.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5" name="text">
            <a:extLst xmlns:a="http://schemas.openxmlformats.org/drawingml/2006/main">
              <a:ext uri="{FF2B5EF4-FFF2-40B4-BE49-F238E27FC236}">
                <a16:creationId xmlns:a16="http://schemas.microsoft.com/office/drawing/2014/main" id="{5F65DEBA-4F06-4BB2-A97A-7DFFF65E3AD9}"/>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כיתה ח׳ · הכנה למבחן</a:t>
            </a:r>
          </a:p>
        </p:txBody>
      </p:sp>
      <p:sp>
        <p:nvSpPr>
          <p:cNvPr id="2" name="text">
            <a:extLst xmlns:a="http://schemas.openxmlformats.org/drawingml/2006/main">
              <a:ext uri="{FF2B5EF4-FFF2-40B4-BE49-F238E27FC236}">
                <a16:creationId xmlns:a16="http://schemas.microsoft.com/office/drawing/2014/main" id="{67D3A7B7-8333-40D4-884E-E5C224E24AD3}"/>
              </a:ext>
            </a:extLst>
          </p:cNvPr>
          <p:cNvSpPr>
            <a:spLocks xmlns:a="http://schemas.openxmlformats.org/drawingml/2006/main" noGrp="1"/>
          </p:cNvSpPr>
          <p:nvPr/>
        </p:nvSpPr>
        <p:spPr>
          <a:xfrm xmlns:a="http://schemas.openxmlformats.org/drawingml/2006/main">
            <a:off x="762000" y="2171700"/>
            <a:ext cx="106680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7500" b="1" lang="he-IL">
                <a:solidFill>
                  <a:srgbClr val="DFFF5B"/>
                </a:solidFill>
                <a:latin typeface="Heebo"/>
                <a:ea typeface="Heebo"/>
                <a:cs typeface="Heebo"/>
              </a:defRPr>
            </a:pPr>
            <a:r>
              <a:rPr sz="7500" b="1" lang="he-IL">
                <a:solidFill>
                  <a:srgbClr val="DFFF5B"/>
                </a:solidFill>
                <a:latin typeface="Heebo"/>
                <a:ea typeface="Heebo"/>
                <a:cs typeface="Heebo"/>
              </a:rPr>
              <a:t>ברוכים הבאים</a:t>
            </a:r>
          </a:p>
        </p:txBody>
      </p:sp>
      <p:sp>
        <p:nvSpPr>
          <p:cNvPr id="3" name="text">
            <a:extLst xmlns:a="http://schemas.openxmlformats.org/drawingml/2006/main">
              <a:ext uri="{FF2B5EF4-FFF2-40B4-BE49-F238E27FC236}">
                <a16:creationId xmlns:a16="http://schemas.microsoft.com/office/drawing/2014/main" id="{41A545C7-EA33-4FA6-B6C6-D5D556528D57}"/>
              </a:ext>
            </a:extLst>
          </p:cNvPr>
          <p:cNvSpPr>
            <a:spLocks xmlns:a="http://schemas.openxmlformats.org/drawingml/2006/main" noGrp="1"/>
          </p:cNvSpPr>
          <p:nvPr/>
        </p:nvSpPr>
        <p:spPr>
          <a:xfrm xmlns:a="http://schemas.openxmlformats.org/drawingml/2006/main">
            <a:off x="762000" y="37909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3150" b="1" lang="he-IL">
                <a:solidFill>
                  <a:srgbClr val="F7F7F2"/>
                </a:solidFill>
                <a:latin typeface="Heebo"/>
                <a:ea typeface="Heebo"/>
                <a:cs typeface="Heebo"/>
              </a:defRPr>
            </a:pPr>
            <a:r>
              <a:rPr sz="3150" b="1" lang="he-IL">
                <a:solidFill>
                  <a:srgbClr val="F7F7F2"/>
                </a:solidFill>
                <a:latin typeface="Heebo"/>
                <a:ea typeface="Heebo"/>
                <a:cs typeface="Heebo"/>
              </a:rPr>
              <a:t>כיתה ח׳2 · אנגלית</a:t>
            </a:r>
          </a:p>
        </p:txBody>
      </p:sp>
      <p:sp>
        <p:nvSpPr>
          <p:cNvPr id="4" name="text">
            <a:extLst xmlns:a="http://schemas.openxmlformats.org/drawingml/2006/main">
              <a:ext uri="{FF2B5EF4-FFF2-40B4-BE49-F238E27FC236}">
                <a16:creationId xmlns:a16="http://schemas.microsoft.com/office/drawing/2014/main" id="{61C9EC57-43CC-4260-800C-9A254F05D653}"/>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1 / 70</a:t>
            </a:r>
          </a:p>
        </p:txBody>
      </p:sp>
    </p:spTree>
    <p:extLst>
      <p:ext uri="{BB962C8B-B14F-4D97-AF65-F5344CB8AC3E}">
        <p14:creationId xmlns:p14="http://schemas.microsoft.com/office/powerpoint/2010/main" val="506420348"/>
      </p:ext>
    </p:extLst>
  </p:cSld>
</p:sld>
</file>

<file path=ppt/slides/slide2.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7" name="text">
            <a:extLst xmlns:a="http://schemas.openxmlformats.org/drawingml/2006/main">
              <a:ext uri="{FF2B5EF4-FFF2-40B4-BE49-F238E27FC236}">
                <a16:creationId xmlns:a16="http://schemas.microsoft.com/office/drawing/2014/main" id="{A3ABEE82-10E6-4955-8651-6AFF461359B6}"/>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כיתה ח׳ · הכנה למבחן</a:t>
            </a:r>
          </a:p>
        </p:txBody>
      </p:sp>
      <p:sp>
        <p:nvSpPr>
          <p:cNvPr id="2" name="text">
            <a:extLst xmlns:a="http://schemas.openxmlformats.org/drawingml/2006/main">
              <a:ext uri="{FF2B5EF4-FFF2-40B4-BE49-F238E27FC236}">
                <a16:creationId xmlns:a16="http://schemas.microsoft.com/office/drawing/2014/main" id="{7B760254-2123-4995-A16D-E140155AF99F}"/>
              </a:ext>
            </a:extLst>
          </p:cNvPr>
          <p:cNvSpPr>
            <a:spLocks xmlns:a="http://schemas.openxmlformats.org/drawingml/2006/main" noGrp="1"/>
          </p:cNvSpPr>
          <p:nvPr/>
        </p:nvSpPr>
        <p:spPr>
          <a:xfrm xmlns:a="http://schemas.openxmlformats.org/drawingml/2006/main">
            <a:off x="781050" y="1276350"/>
            <a:ext cx="10629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4800" b="1" lang="he-IL">
                <a:solidFill>
                  <a:srgbClr val="DFFF5B"/>
                </a:solidFill>
                <a:latin typeface="Heebo"/>
                <a:ea typeface="Heebo"/>
                <a:cs typeface="Heebo"/>
              </a:defRPr>
            </a:pPr>
            <a:r>
              <a:rPr sz="4800" b="1" lang="he-IL">
                <a:solidFill>
                  <a:srgbClr val="DFFF5B"/>
                </a:solidFill>
                <a:latin typeface="Heebo"/>
                <a:ea typeface="Heebo"/>
                <a:cs typeface="Heebo"/>
              </a:rPr>
              <a:t>המבחן הראשון באנגלית</a:t>
            </a:r>
          </a:p>
        </p:txBody>
      </p:sp>
      <p:sp>
        <p:nvSpPr>
          <p:cNvPr id="3" name="text">
            <a:extLst xmlns:a="http://schemas.openxmlformats.org/drawingml/2006/main">
              <a:ext uri="{FF2B5EF4-FFF2-40B4-BE49-F238E27FC236}">
                <a16:creationId xmlns:a16="http://schemas.microsoft.com/office/drawing/2014/main" id="{B7A53B7F-7A27-4701-80FF-FE9B97881EA1}"/>
              </a:ext>
            </a:extLst>
          </p:cNvPr>
          <p:cNvSpPr>
            <a:spLocks xmlns:a="http://schemas.openxmlformats.org/drawingml/2006/main" noGrp="1"/>
          </p:cNvSpPr>
          <p:nvPr/>
        </p:nvSpPr>
        <p:spPr>
          <a:xfrm xmlns:a="http://schemas.openxmlformats.org/drawingml/2006/main">
            <a:off x="809625" y="25908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850" b="1" lang="he-IL">
                <a:solidFill>
                  <a:srgbClr val="F7F7F2"/>
                </a:solidFill>
                <a:latin typeface="Heebo"/>
                <a:ea typeface="Heebo"/>
                <a:cs typeface="Heebo"/>
              </a:defRPr>
            </a:pPr>
            <a:r>
              <a:rPr sz="2850" b="1" lang="he-IL">
                <a:solidFill>
                  <a:srgbClr val="F7F7F2"/>
                </a:solidFill>
                <a:latin typeface="Heebo"/>
                <a:ea typeface="Heebo"/>
                <a:cs typeface="Heebo"/>
              </a:rPr>
              <a:t>יום חמישי, כ״ז בתשרי תשפ״ז</a:t>
            </a:r>
          </a:p>
        </p:txBody>
      </p:sp>
      <p:sp>
        <p:nvSpPr>
          <p:cNvPr id="4" name="text">
            <a:extLst xmlns:a="http://schemas.openxmlformats.org/drawingml/2006/main">
              <a:ext uri="{FF2B5EF4-FFF2-40B4-BE49-F238E27FC236}">
                <a16:creationId xmlns:a16="http://schemas.microsoft.com/office/drawing/2014/main" id="{643FDDE7-64D3-4C6E-87A1-FEC136933B38}"/>
              </a:ext>
            </a:extLst>
          </p:cNvPr>
          <p:cNvSpPr>
            <a:spLocks xmlns:a="http://schemas.openxmlformats.org/drawingml/2006/main" noGrp="1"/>
          </p:cNvSpPr>
          <p:nvPr/>
        </p:nvSpPr>
        <p:spPr>
          <a:xfrm xmlns:a="http://schemas.openxmlformats.org/drawingml/2006/main">
            <a:off x="809625" y="34004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625" b="1">
                <a:solidFill>
                  <a:srgbClr val="4EE5FF"/>
                </a:solidFill>
                <a:latin typeface="Nunito"/>
                <a:ea typeface="Nunito"/>
                <a:cs typeface="Nunito"/>
              </a:defRPr>
            </a:pPr>
            <a:r>
              <a:rPr sz="2625" b="1">
                <a:solidFill>
                  <a:srgbClr val="4EE5FF"/>
                </a:solidFill>
                <a:latin typeface="Nunito"/>
                <a:ea typeface="Nunito"/>
                <a:cs typeface="Nunito"/>
              </a:rPr>
              <a:t>(8.10.2026)</a:t>
            </a:r>
          </a:p>
        </p:txBody>
      </p:sp>
      <p:sp>
        <p:nvSpPr>
          <p:cNvPr id="5" name="text">
            <a:extLst xmlns:a="http://schemas.openxmlformats.org/drawingml/2006/main">
              <a:ext uri="{FF2B5EF4-FFF2-40B4-BE49-F238E27FC236}">
                <a16:creationId xmlns:a16="http://schemas.microsoft.com/office/drawing/2014/main" id="{56C671C5-0D77-4C66-BA23-A718FBF62D75}"/>
              </a:ext>
            </a:extLst>
          </p:cNvPr>
          <p:cNvSpPr>
            <a:spLocks xmlns:a="http://schemas.openxmlformats.org/drawingml/2006/main" noGrp="1"/>
          </p:cNvSpPr>
          <p:nvPr/>
        </p:nvSpPr>
        <p:spPr>
          <a:xfrm xmlns:a="http://schemas.openxmlformats.org/drawingml/2006/main">
            <a:off x="857250" y="51911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875" b="0" lang="he-IL">
                <a:solidFill>
                  <a:srgbClr val="A9BDD2"/>
                </a:solidFill>
                <a:latin typeface="Heebo"/>
                <a:ea typeface="Heebo"/>
                <a:cs typeface="Heebo"/>
              </a:defRPr>
            </a:pPr>
            <a:r>
              <a:rPr sz="1875" b="0" lang="he-IL">
                <a:solidFill>
                  <a:srgbClr val="A9BDD2"/>
                </a:solidFill>
                <a:latin typeface="Heebo"/>
                <a:ea typeface="Heebo"/>
                <a:cs typeface="Heebo"/>
              </a:rPr>
              <a:t>לפי הלוח שפורסם. המועד עשוי להשתנות.</a:t>
            </a:r>
          </a:p>
        </p:txBody>
      </p:sp>
      <p:sp>
        <p:nvSpPr>
          <p:cNvPr id="6" name="text">
            <a:extLst xmlns:a="http://schemas.openxmlformats.org/drawingml/2006/main">
              <a:ext uri="{FF2B5EF4-FFF2-40B4-BE49-F238E27FC236}">
                <a16:creationId xmlns:a16="http://schemas.microsoft.com/office/drawing/2014/main" id="{FFEA96DA-2DC5-4CD6-B4F8-6EB2E6AE78ED}"/>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2 / 70</a:t>
            </a:r>
          </a:p>
        </p:txBody>
      </p:sp>
    </p:spTree>
    <p:extLst>
      <p:ext uri="{BB962C8B-B14F-4D97-AF65-F5344CB8AC3E}">
        <p14:creationId xmlns:p14="http://schemas.microsoft.com/office/powerpoint/2010/main" val="545157299"/>
      </p:ext>
    </p:extLst>
  </p:cSld>
</p:sld>
</file>

<file path=ppt/slides/slide3.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
            <a:extLst xmlns:a="http://schemas.openxmlformats.org/drawingml/2006/main">
              <a:ext uri="{FF2B5EF4-FFF2-40B4-BE49-F238E27FC236}">
                <a16:creationId xmlns:a16="http://schemas.microsoft.com/office/drawing/2014/main" id="{372F13A5-4EBE-4AFC-A3FC-929862BDE26C}"/>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כיתה ח׳ · הכנה למבחן</a:t>
            </a:r>
          </a:p>
        </p:txBody>
      </p:sp>
      <p:sp>
        <p:nvSpPr>
          <p:cNvPr id="2" name="text">
            <a:extLst xmlns:a="http://schemas.openxmlformats.org/drawingml/2006/main">
              <a:ext uri="{FF2B5EF4-FFF2-40B4-BE49-F238E27FC236}">
                <a16:creationId xmlns:a16="http://schemas.microsoft.com/office/drawing/2014/main" id="{58D5158C-8392-4422-9F3B-88784653198F}"/>
              </a:ext>
            </a:extLst>
          </p:cNvPr>
          <p:cNvSpPr>
            <a:spLocks xmlns:a="http://schemas.openxmlformats.org/drawingml/2006/main" noGrp="1"/>
          </p:cNvSpPr>
          <p:nvPr/>
        </p:nvSpPr>
        <p:spPr>
          <a:xfrm xmlns:a="http://schemas.openxmlformats.org/drawingml/2006/main">
            <a:off x="781050" y="1276350"/>
            <a:ext cx="10629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4800" b="1" lang="he-IL">
                <a:solidFill>
                  <a:srgbClr val="DFFF5B"/>
                </a:solidFill>
                <a:latin typeface="Heebo"/>
                <a:ea typeface="Heebo"/>
                <a:cs typeface="Heebo"/>
              </a:defRPr>
            </a:pPr>
            <a:r>
              <a:rPr sz="4800" b="1" lang="he-IL">
                <a:solidFill>
                  <a:srgbClr val="DFFF5B"/>
                </a:solidFill>
                <a:latin typeface="Heebo"/>
                <a:ea typeface="Heebo"/>
                <a:cs typeface="Heebo"/>
              </a:rPr>
              <a:t>נשארו 3 מפגשים כפולים</a:t>
            </a:r>
          </a:p>
        </p:txBody>
      </p:sp>
      <p:sp>
        <p:nvSpPr>
          <p:cNvPr id="3" name="text">
            <a:extLst xmlns:a="http://schemas.openxmlformats.org/drawingml/2006/main">
              <a:ext uri="{FF2B5EF4-FFF2-40B4-BE49-F238E27FC236}">
                <a16:creationId xmlns:a16="http://schemas.microsoft.com/office/drawing/2014/main" id="{4C2E44AC-972E-4B61-B007-330548043A22}"/>
              </a:ext>
            </a:extLst>
          </p:cNvPr>
          <p:cNvSpPr>
            <a:spLocks xmlns:a="http://schemas.openxmlformats.org/drawingml/2006/main" noGrp="1"/>
          </p:cNvSpPr>
          <p:nvPr/>
        </p:nvSpPr>
        <p:spPr>
          <a:xfrm xmlns:a="http://schemas.openxmlformats.org/drawingml/2006/main">
            <a:off x="857250" y="2590800"/>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250" b="0" lang="he-IL">
                <a:solidFill>
                  <a:srgbClr val="F7F7F2"/>
                </a:solidFill>
                <a:latin typeface="Heebo"/>
                <a:ea typeface="Heebo"/>
                <a:cs typeface="Heebo"/>
              </a:defRPr>
            </a:pPr>
            <a:r>
              <a:rPr sz="2250" b="0" lang="he-IL">
                <a:solidFill>
                  <a:srgbClr val="F7F7F2"/>
                </a:solidFill>
                <a:latin typeface="Heebo"/>
                <a:ea typeface="Heebo"/>
                <a:cs typeface="Heebo"/>
              </a:rPr>
              <a:t>יום שני, ג׳ בתשרי תשפ״ז (14.9.2026)</a:t>
            </a:r>
          </a:p>
          <a:p xmlns:a="http://schemas.openxmlformats.org/drawingml/2006/main">
            <a:pPr algn="ctr" rtl="1">
              <a:defRPr sz="2250" b="0" lang="he-IL">
                <a:solidFill>
                  <a:srgbClr val="F7F7F2"/>
                </a:solidFill>
                <a:latin typeface="Heebo"/>
                <a:ea typeface="Heebo"/>
                <a:cs typeface="Heebo"/>
              </a:defRPr>
            </a:pPr>
            <a:r>
              <a:rPr sz="2250" b="0" lang="he-IL">
                <a:solidFill>
                  <a:srgbClr val="F7F7F2"/>
                </a:solidFill>
                <a:latin typeface="Heebo"/>
                <a:ea typeface="Heebo"/>
                <a:cs typeface="Heebo"/>
              </a:rPr>
              <a:t>היום בזום</a:t>
            </a:r>
          </a:p>
        </p:txBody>
      </p:sp>
      <p:sp>
        <p:nvSpPr>
          <p:cNvPr id="4" name="text">
            <a:extLst xmlns:a="http://schemas.openxmlformats.org/drawingml/2006/main">
              <a:ext uri="{FF2B5EF4-FFF2-40B4-BE49-F238E27FC236}">
                <a16:creationId xmlns:a16="http://schemas.microsoft.com/office/drawing/2014/main" id="{539A62B7-35A8-4976-AADA-99073976BCAD}"/>
              </a:ext>
            </a:extLst>
          </p:cNvPr>
          <p:cNvSpPr>
            <a:spLocks xmlns:a="http://schemas.openxmlformats.org/drawingml/2006/main" noGrp="1"/>
          </p:cNvSpPr>
          <p:nvPr/>
        </p:nvSpPr>
        <p:spPr>
          <a:xfrm xmlns:a="http://schemas.openxmlformats.org/drawingml/2006/main">
            <a:off x="857250" y="3467100"/>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250" b="0" lang="he-IL">
                <a:solidFill>
                  <a:srgbClr val="F7F7F2"/>
                </a:solidFill>
                <a:latin typeface="Heebo"/>
                <a:ea typeface="Heebo"/>
                <a:cs typeface="Heebo"/>
              </a:defRPr>
            </a:pPr>
            <a:r>
              <a:rPr sz="2250" b="0" lang="he-IL">
                <a:solidFill>
                  <a:srgbClr val="F7F7F2"/>
                </a:solidFill>
                <a:latin typeface="Heebo"/>
                <a:ea typeface="Heebo"/>
                <a:cs typeface="Heebo"/>
              </a:rPr>
              <a:t>יום חמישי, ו׳ בתשרי תשפ״ז (17.9.2026)</a:t>
            </a:r>
          </a:p>
          <a:p xmlns:a="http://schemas.openxmlformats.org/drawingml/2006/main">
            <a:pPr algn="ctr" rtl="1">
              <a:defRPr sz="2250" b="0" lang="he-IL">
                <a:solidFill>
                  <a:srgbClr val="F7F7F2"/>
                </a:solidFill>
                <a:latin typeface="Heebo"/>
                <a:ea typeface="Heebo"/>
                <a:cs typeface="Heebo"/>
              </a:defRPr>
            </a:pPr>
            <a:r>
              <a:rPr sz="2250" b="0" lang="he-IL">
                <a:solidFill>
                  <a:srgbClr val="F7F7F2"/>
                </a:solidFill>
                <a:latin typeface="Heebo"/>
                <a:ea typeface="Heebo"/>
                <a:cs typeface="Heebo"/>
              </a:rPr>
              <a:t>טעון בדיקה בגלל מופע סליחות</a:t>
            </a:r>
          </a:p>
        </p:txBody>
      </p:sp>
      <p:sp>
        <p:nvSpPr>
          <p:cNvPr id="5" name="text">
            <a:extLst xmlns:a="http://schemas.openxmlformats.org/drawingml/2006/main">
              <a:ext uri="{FF2B5EF4-FFF2-40B4-BE49-F238E27FC236}">
                <a16:creationId xmlns:a16="http://schemas.microsoft.com/office/drawing/2014/main" id="{967EE3EA-1863-4D7E-8300-D2CE3E7F3629}"/>
              </a:ext>
            </a:extLst>
          </p:cNvPr>
          <p:cNvSpPr>
            <a:spLocks xmlns:a="http://schemas.openxmlformats.org/drawingml/2006/main" noGrp="1"/>
          </p:cNvSpPr>
          <p:nvPr/>
        </p:nvSpPr>
        <p:spPr>
          <a:xfrm xmlns:a="http://schemas.openxmlformats.org/drawingml/2006/main">
            <a:off x="857250" y="4343400"/>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250" b="0" lang="he-IL">
                <a:solidFill>
                  <a:srgbClr val="F7F7F2"/>
                </a:solidFill>
                <a:latin typeface="Heebo"/>
                <a:ea typeface="Heebo"/>
                <a:cs typeface="Heebo"/>
              </a:defRPr>
            </a:pPr>
            <a:r>
              <a:rPr sz="2250" b="0" lang="he-IL">
                <a:solidFill>
                  <a:srgbClr val="F7F7F2"/>
                </a:solidFill>
                <a:latin typeface="Heebo"/>
                <a:ea typeface="Heebo"/>
                <a:cs typeface="Heebo"/>
              </a:rPr>
              <a:t>יום שני, כ״ד בתשרי תשפ״ז (5.10.2026)</a:t>
            </a:r>
          </a:p>
          <a:p xmlns:a="http://schemas.openxmlformats.org/drawingml/2006/main">
            <a:pPr algn="ctr" rtl="1">
              <a:defRPr sz="2250" b="0" lang="he-IL">
                <a:solidFill>
                  <a:srgbClr val="F7F7F2"/>
                </a:solidFill>
                <a:latin typeface="Heebo"/>
                <a:ea typeface="Heebo"/>
                <a:cs typeface="Heebo"/>
              </a:defRPr>
            </a:pPr>
            <a:r>
              <a:rPr sz="2250" b="0" lang="he-IL">
                <a:solidFill>
                  <a:srgbClr val="F7F7F2"/>
                </a:solidFill>
                <a:latin typeface="Heebo"/>
                <a:ea typeface="Heebo"/>
                <a:cs typeface="Heebo"/>
              </a:rPr>
              <a:t>המפגש האחרון לפני המבחן</a:t>
            </a:r>
          </a:p>
        </p:txBody>
      </p:sp>
      <p:sp>
        <p:nvSpPr>
          <p:cNvPr id="6" name="text">
            <a:extLst xmlns:a="http://schemas.openxmlformats.org/drawingml/2006/main">
              <a:ext uri="{FF2B5EF4-FFF2-40B4-BE49-F238E27FC236}">
                <a16:creationId xmlns:a16="http://schemas.microsoft.com/office/drawing/2014/main" id="{50D0E964-06B2-4EE2-AB09-A1DC91606EA8}"/>
              </a:ext>
            </a:extLst>
          </p:cNvPr>
          <p:cNvSpPr>
            <a:spLocks xmlns:a="http://schemas.openxmlformats.org/drawingml/2006/main" noGrp="1"/>
          </p:cNvSpPr>
          <p:nvPr/>
        </p:nvSpPr>
        <p:spPr>
          <a:xfrm xmlns:a="http://schemas.openxmlformats.org/drawingml/2006/main">
            <a:off x="857250" y="526732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800" b="0" lang="he-IL">
                <a:solidFill>
                  <a:srgbClr val="A9BDD2"/>
                </a:solidFill>
                <a:latin typeface="Heebo"/>
                <a:ea typeface="Heebo"/>
                <a:cs typeface="Heebo"/>
              </a:defRPr>
            </a:pPr>
            <a:r>
              <a:rPr sz="1800" b="0" lang="he-IL">
                <a:solidFill>
                  <a:srgbClr val="A9BDD2"/>
                </a:solidFill>
                <a:latin typeface="Heebo"/>
                <a:ea typeface="Heebo"/>
                <a:cs typeface="Heebo"/>
              </a:rPr>
              <a:t>כולל היום. אם המפגש השני יתבטל, יישארו שני מפגשים כולל היום.</a:t>
            </a:r>
          </a:p>
        </p:txBody>
      </p:sp>
      <p:sp>
        <p:nvSpPr>
          <p:cNvPr id="7" name="text">
            <a:extLst xmlns:a="http://schemas.openxmlformats.org/drawingml/2006/main">
              <a:ext uri="{FF2B5EF4-FFF2-40B4-BE49-F238E27FC236}">
                <a16:creationId xmlns:a16="http://schemas.microsoft.com/office/drawing/2014/main" id="{BEA4C5E8-6A4F-4490-ADE8-47F83D7FDC8C}"/>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3 / 70</a:t>
            </a:r>
          </a:p>
        </p:txBody>
      </p:sp>
    </p:spTree>
    <p:extLst>
      <p:ext uri="{BB962C8B-B14F-4D97-AF65-F5344CB8AC3E}">
        <p14:creationId xmlns:p14="http://schemas.microsoft.com/office/powerpoint/2010/main" val="1114147575"/>
      </p:ext>
    </p:extLst>
  </p:cSld>
</p:sld>
</file>

<file path=ppt/slides/slide4.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
            <a:extLst xmlns:a="http://schemas.openxmlformats.org/drawingml/2006/main">
              <a:ext uri="{FF2B5EF4-FFF2-40B4-BE49-F238E27FC236}">
                <a16:creationId xmlns:a16="http://schemas.microsoft.com/office/drawing/2014/main" id="{9B8DBBCE-154B-4735-8D7A-6F9E0B8F28CD}"/>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כיתה ח׳ · הכנה למבחן</a:t>
            </a:r>
          </a:p>
        </p:txBody>
      </p:sp>
      <p:sp>
        <p:nvSpPr>
          <p:cNvPr id="2" name="text">
            <a:extLst xmlns:a="http://schemas.openxmlformats.org/drawingml/2006/main">
              <a:ext uri="{FF2B5EF4-FFF2-40B4-BE49-F238E27FC236}">
                <a16:creationId xmlns:a16="http://schemas.microsoft.com/office/drawing/2014/main" id="{574EC1A0-2625-4BFF-B06C-873E73756E99}"/>
              </a:ext>
            </a:extLst>
          </p:cNvPr>
          <p:cNvSpPr>
            <a:spLocks xmlns:a="http://schemas.openxmlformats.org/drawingml/2006/main" noGrp="1"/>
          </p:cNvSpPr>
          <p:nvPr/>
        </p:nvSpPr>
        <p:spPr>
          <a:xfrm xmlns:a="http://schemas.openxmlformats.org/drawingml/2006/main">
            <a:off x="781050" y="1276350"/>
            <a:ext cx="10629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4800" b="1" lang="he-IL">
                <a:solidFill>
                  <a:srgbClr val="DFFF5B"/>
                </a:solidFill>
                <a:latin typeface="Heebo"/>
                <a:ea typeface="Heebo"/>
                <a:cs typeface="Heebo"/>
              </a:defRPr>
            </a:pPr>
            <a:r>
              <a:rPr sz="4800" b="1" lang="he-IL">
                <a:solidFill>
                  <a:srgbClr val="DFFF5B"/>
                </a:solidFill>
                <a:latin typeface="Heebo"/>
                <a:ea typeface="Heebo"/>
                <a:cs typeface="Heebo"/>
              </a:rPr>
              <a:t>מה מתרגלים היום?</a:t>
            </a:r>
          </a:p>
        </p:txBody>
      </p:sp>
      <p:sp>
        <p:nvSpPr>
          <p:cNvPr id="3" name="text">
            <a:extLst xmlns:a="http://schemas.openxmlformats.org/drawingml/2006/main">
              <a:ext uri="{FF2B5EF4-FFF2-40B4-BE49-F238E27FC236}">
                <a16:creationId xmlns:a16="http://schemas.microsoft.com/office/drawing/2014/main" id="{846E43CA-7E5B-430D-BA75-C11CF54F421D}"/>
              </a:ext>
            </a:extLst>
          </p:cNvPr>
          <p:cNvSpPr>
            <a:spLocks xmlns:a="http://schemas.openxmlformats.org/drawingml/2006/main" noGrp="1"/>
          </p:cNvSpPr>
          <p:nvPr/>
        </p:nvSpPr>
        <p:spPr>
          <a:xfrm xmlns:a="http://schemas.openxmlformats.org/drawingml/2006/main">
            <a:off x="809625" y="25908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850" b="1" lang="he-IL">
                <a:solidFill>
                  <a:srgbClr val="F7F7F2"/>
                </a:solidFill>
                <a:latin typeface="Heebo"/>
                <a:ea typeface="Heebo"/>
                <a:cs typeface="Heebo"/>
              </a:defRPr>
            </a:pPr>
            <a:r>
              <a:rPr sz="2850" b="1" lang="he-IL">
                <a:solidFill>
                  <a:srgbClr val="F7F7F2"/>
                </a:solidFill>
                <a:latin typeface="Heebo"/>
                <a:ea typeface="Heebo"/>
                <a:cs typeface="Heebo"/>
              </a:rPr>
              <a:t>אוצר מילים והבנת הנקרא</a:t>
            </a:r>
          </a:p>
        </p:txBody>
      </p:sp>
      <p:sp>
        <p:nvSpPr>
          <p:cNvPr id="4" name="text">
            <a:extLst xmlns:a="http://schemas.openxmlformats.org/drawingml/2006/main">
              <a:ext uri="{FF2B5EF4-FFF2-40B4-BE49-F238E27FC236}">
                <a16:creationId xmlns:a16="http://schemas.microsoft.com/office/drawing/2014/main" id="{FA8D3AE7-D8F9-4753-A587-D2202D9B4C79}"/>
              </a:ext>
            </a:extLst>
          </p:cNvPr>
          <p:cNvSpPr>
            <a:spLocks xmlns:a="http://schemas.openxmlformats.org/drawingml/2006/main" noGrp="1"/>
          </p:cNvSpPr>
          <p:nvPr/>
        </p:nvSpPr>
        <p:spPr>
          <a:xfrm xmlns:a="http://schemas.openxmlformats.org/drawingml/2006/main">
            <a:off x="857250" y="340042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0" lang="he-IL">
                <a:solidFill>
                  <a:srgbClr val="F7F7F2"/>
                </a:solidFill>
                <a:latin typeface="Heebo"/>
                <a:ea typeface="Heebo"/>
                <a:cs typeface="Heebo"/>
              </a:defRPr>
            </a:pPr>
            <a:r>
              <a:rPr sz="2475" b="0" lang="he-IL">
                <a:solidFill>
                  <a:srgbClr val="F7F7F2"/>
                </a:solidFill>
                <a:latin typeface="Heebo"/>
                <a:ea typeface="Heebo"/>
                <a:cs typeface="Heebo"/>
              </a:rPr>
              <a:t>קבוצה 01: פירוש, איות ושימוש במשפט</a:t>
            </a:r>
          </a:p>
        </p:txBody>
      </p:sp>
      <p:sp>
        <p:nvSpPr>
          <p:cNvPr id="5" name="text">
            <a:extLst xmlns:a="http://schemas.openxmlformats.org/drawingml/2006/main">
              <a:ext uri="{FF2B5EF4-FFF2-40B4-BE49-F238E27FC236}">
                <a16:creationId xmlns:a16="http://schemas.microsoft.com/office/drawing/2014/main" id="{32A736D9-E9A4-431C-A7AB-B03B97A204D8}"/>
              </a:ext>
            </a:extLst>
          </p:cNvPr>
          <p:cNvSpPr>
            <a:spLocks xmlns:a="http://schemas.openxmlformats.org/drawingml/2006/main" noGrp="1"/>
          </p:cNvSpPr>
          <p:nvPr/>
        </p:nvSpPr>
        <p:spPr>
          <a:xfrm xmlns:a="http://schemas.openxmlformats.org/drawingml/2006/main">
            <a:off x="857250" y="4000500"/>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0" lang="he-IL">
                <a:solidFill>
                  <a:srgbClr val="F7F7F2"/>
                </a:solidFill>
                <a:latin typeface="Heebo"/>
                <a:ea typeface="Heebo"/>
                <a:cs typeface="Heebo"/>
              </a:defRPr>
            </a:pPr>
            <a:r>
              <a:rPr sz="2475" b="0" lang="he-IL">
                <a:solidFill>
                  <a:srgbClr val="F7F7F2"/>
                </a:solidFill>
                <a:latin typeface="Heebo"/>
                <a:ea typeface="Heebo"/>
                <a:cs typeface="Heebo"/>
              </a:rPr>
              <a:t>טקסט הקריאה: פרטים, הסבר ותשובה מבוססת</a:t>
            </a:r>
          </a:p>
        </p:txBody>
      </p:sp>
      <p:sp>
        <p:nvSpPr>
          <p:cNvPr id="6" name="text">
            <a:extLst xmlns:a="http://schemas.openxmlformats.org/drawingml/2006/main">
              <a:ext uri="{FF2B5EF4-FFF2-40B4-BE49-F238E27FC236}">
                <a16:creationId xmlns:a16="http://schemas.microsoft.com/office/drawing/2014/main" id="{64E9B3E0-7634-43A9-A48D-1FA8DB2E90DA}"/>
              </a:ext>
            </a:extLst>
          </p:cNvPr>
          <p:cNvSpPr>
            <a:spLocks xmlns:a="http://schemas.openxmlformats.org/drawingml/2006/main" noGrp="1"/>
          </p:cNvSpPr>
          <p:nvPr/>
        </p:nvSpPr>
        <p:spPr>
          <a:xfrm xmlns:a="http://schemas.openxmlformats.org/drawingml/2006/main">
            <a:off x="857250" y="51911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875" b="0" lang="he-IL">
                <a:solidFill>
                  <a:srgbClr val="A9BDD2"/>
                </a:solidFill>
                <a:latin typeface="Heebo"/>
                <a:ea typeface="Heebo"/>
                <a:cs typeface="Heebo"/>
              </a:defRPr>
            </a:pPr>
            <a:r>
              <a:rPr sz="1875" b="0" lang="he-IL">
                <a:solidFill>
                  <a:srgbClr val="A9BDD2"/>
                </a:solidFill>
                <a:latin typeface="Heebo"/>
                <a:ea typeface="Heebo"/>
                <a:cs typeface="Heebo"/>
              </a:rPr>
              <a:t>הטקסט מהארכיון מיועד לתרגול. פירוט החומר למבחן יימסר בנפרד.</a:t>
            </a:r>
          </a:p>
        </p:txBody>
      </p:sp>
      <p:sp>
        <p:nvSpPr>
          <p:cNvPr id="7" name="text">
            <a:extLst xmlns:a="http://schemas.openxmlformats.org/drawingml/2006/main">
              <a:ext uri="{FF2B5EF4-FFF2-40B4-BE49-F238E27FC236}">
                <a16:creationId xmlns:a16="http://schemas.microsoft.com/office/drawing/2014/main" id="{FAFAB66F-FB83-4F2B-91A8-04F205BED73F}"/>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4 / 70</a:t>
            </a:r>
          </a:p>
        </p:txBody>
      </p:sp>
    </p:spTree>
    <p:extLst>
      <p:ext uri="{BB962C8B-B14F-4D97-AF65-F5344CB8AC3E}">
        <p14:creationId xmlns:p14="http://schemas.microsoft.com/office/powerpoint/2010/main" val="352279533"/>
      </p:ext>
    </p:extLst>
  </p:cSld>
</p:sld>
</file>

<file path=ppt/slides/slide5.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
            <a:extLst xmlns:a="http://schemas.openxmlformats.org/drawingml/2006/main">
              <a:ext uri="{FF2B5EF4-FFF2-40B4-BE49-F238E27FC236}">
                <a16:creationId xmlns:a16="http://schemas.microsoft.com/office/drawing/2014/main" id="{A1A2A693-739E-4779-87D0-4BE74599427C}"/>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כיתה ח׳ · הכנה למבחן</a:t>
            </a:r>
          </a:p>
        </p:txBody>
      </p:sp>
      <p:sp>
        <p:nvSpPr>
          <p:cNvPr id="2" name="text">
            <a:extLst xmlns:a="http://schemas.openxmlformats.org/drawingml/2006/main">
              <a:ext uri="{FF2B5EF4-FFF2-40B4-BE49-F238E27FC236}">
                <a16:creationId xmlns:a16="http://schemas.microsoft.com/office/drawing/2014/main" id="{D191F977-CEF7-43B8-BA16-0E95E7C5F370}"/>
              </a:ext>
            </a:extLst>
          </p:cNvPr>
          <p:cNvSpPr>
            <a:spLocks xmlns:a="http://schemas.openxmlformats.org/drawingml/2006/main" noGrp="1"/>
          </p:cNvSpPr>
          <p:nvPr/>
        </p:nvSpPr>
        <p:spPr>
          <a:xfrm xmlns:a="http://schemas.openxmlformats.org/drawingml/2006/main">
            <a:off x="781050" y="1276350"/>
            <a:ext cx="10629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4800" b="1" lang="he-IL">
                <a:solidFill>
                  <a:srgbClr val="DFFF5B"/>
                </a:solidFill>
                <a:latin typeface="Heebo"/>
                <a:ea typeface="Heebo"/>
                <a:cs typeface="Heebo"/>
              </a:defRPr>
            </a:pPr>
            <a:r>
              <a:rPr sz="4800" b="1" lang="he-IL">
                <a:solidFill>
                  <a:srgbClr val="DFFF5B"/>
                </a:solidFill>
                <a:latin typeface="Heebo"/>
                <a:ea typeface="Heebo"/>
                <a:cs typeface="Heebo"/>
              </a:rPr>
              <a:t>השיעור היום</a:t>
            </a:r>
          </a:p>
        </p:txBody>
      </p:sp>
      <p:sp>
        <p:nvSpPr>
          <p:cNvPr id="3" name="text">
            <a:extLst xmlns:a="http://schemas.openxmlformats.org/drawingml/2006/main">
              <a:ext uri="{FF2B5EF4-FFF2-40B4-BE49-F238E27FC236}">
                <a16:creationId xmlns:a16="http://schemas.microsoft.com/office/drawing/2014/main" id="{12731DA5-7C1F-423A-8ABA-47E1D3EA1CD8}"/>
              </a:ext>
            </a:extLst>
          </p:cNvPr>
          <p:cNvSpPr>
            <a:spLocks xmlns:a="http://schemas.openxmlformats.org/drawingml/2006/main" noGrp="1"/>
          </p:cNvSpPr>
          <p:nvPr/>
        </p:nvSpPr>
        <p:spPr>
          <a:xfrm xmlns:a="http://schemas.openxmlformats.org/drawingml/2006/main">
            <a:off x="857250" y="2590800"/>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0" lang="he-IL">
                <a:solidFill>
                  <a:srgbClr val="F7F7F2"/>
                </a:solidFill>
                <a:latin typeface="Heebo"/>
                <a:ea typeface="Heebo"/>
                <a:cs typeface="Heebo"/>
              </a:defRPr>
            </a:pPr>
            <a:r>
              <a:rPr sz="2475" b="0" lang="he-IL">
                <a:solidFill>
                  <a:srgbClr val="F7F7F2"/>
                </a:solidFill>
                <a:latin typeface="Heebo"/>
                <a:ea typeface="Heebo"/>
                <a:cs typeface="Heebo"/>
              </a:rPr>
              <a:t>‎11:10–11:50‎ · זום ותרגול יחד</a:t>
            </a:r>
          </a:p>
        </p:txBody>
      </p:sp>
      <p:sp>
        <p:nvSpPr>
          <p:cNvPr id="4" name="text">
            <a:extLst xmlns:a="http://schemas.openxmlformats.org/drawingml/2006/main">
              <a:ext uri="{FF2B5EF4-FFF2-40B4-BE49-F238E27FC236}">
                <a16:creationId xmlns:a16="http://schemas.microsoft.com/office/drawing/2014/main" id="{65F292CA-4EE4-4F00-A2DD-586DA903D335}"/>
              </a:ext>
            </a:extLst>
          </p:cNvPr>
          <p:cNvSpPr>
            <a:spLocks xmlns:a="http://schemas.openxmlformats.org/drawingml/2006/main" noGrp="1"/>
          </p:cNvSpPr>
          <p:nvPr/>
        </p:nvSpPr>
        <p:spPr>
          <a:xfrm xmlns:a="http://schemas.openxmlformats.org/drawingml/2006/main">
            <a:off x="857250" y="319087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0" lang="he-IL">
                <a:solidFill>
                  <a:srgbClr val="F7F7F2"/>
                </a:solidFill>
                <a:latin typeface="Heebo"/>
                <a:ea typeface="Heebo"/>
                <a:cs typeface="Heebo"/>
              </a:defRPr>
            </a:pPr>
            <a:r>
              <a:rPr sz="2475" b="0" lang="he-IL">
                <a:solidFill>
                  <a:srgbClr val="F7F7F2"/>
                </a:solidFill>
                <a:latin typeface="Heebo"/>
                <a:ea typeface="Heebo"/>
                <a:cs typeface="Heebo"/>
              </a:rPr>
              <a:t>‎12:00–12:25‎ · עבודה עצמאית</a:t>
            </a:r>
          </a:p>
        </p:txBody>
      </p:sp>
      <p:sp>
        <p:nvSpPr>
          <p:cNvPr id="5" name="text">
            <a:extLst xmlns:a="http://schemas.openxmlformats.org/drawingml/2006/main">
              <a:ext uri="{FF2B5EF4-FFF2-40B4-BE49-F238E27FC236}">
                <a16:creationId xmlns:a16="http://schemas.microsoft.com/office/drawing/2014/main" id="{4FE9A9BC-6BA1-4728-A56D-C960830F69F6}"/>
              </a:ext>
            </a:extLst>
          </p:cNvPr>
          <p:cNvSpPr>
            <a:spLocks xmlns:a="http://schemas.openxmlformats.org/drawingml/2006/main" noGrp="1"/>
          </p:cNvSpPr>
          <p:nvPr/>
        </p:nvSpPr>
        <p:spPr>
          <a:xfrm xmlns:a="http://schemas.openxmlformats.org/drawingml/2006/main">
            <a:off x="857250" y="3790950"/>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0" lang="he-IL">
                <a:solidFill>
                  <a:srgbClr val="F7F7F2"/>
                </a:solidFill>
                <a:latin typeface="Heebo"/>
                <a:ea typeface="Heebo"/>
                <a:cs typeface="Heebo"/>
              </a:defRPr>
            </a:pPr>
            <a:r>
              <a:rPr sz="2475" b="0" lang="he-IL">
                <a:solidFill>
                  <a:srgbClr val="F7F7F2"/>
                </a:solidFill>
                <a:latin typeface="Heebo"/>
                <a:ea typeface="Heebo"/>
                <a:cs typeface="Heebo"/>
              </a:rPr>
              <a:t>12:25 · סיכום קצר בזום</a:t>
            </a:r>
          </a:p>
        </p:txBody>
      </p:sp>
      <p:sp>
        <p:nvSpPr>
          <p:cNvPr id="6" name="text">
            <a:extLst xmlns:a="http://schemas.openxmlformats.org/drawingml/2006/main">
              <a:ext uri="{FF2B5EF4-FFF2-40B4-BE49-F238E27FC236}">
                <a16:creationId xmlns:a16="http://schemas.microsoft.com/office/drawing/2014/main" id="{EFE75F54-13AF-40CE-AF9B-E0840F358423}"/>
              </a:ext>
            </a:extLst>
          </p:cNvPr>
          <p:cNvSpPr>
            <a:spLocks xmlns:a="http://schemas.openxmlformats.org/drawingml/2006/main" noGrp="1"/>
          </p:cNvSpPr>
          <p:nvPr/>
        </p:nvSpPr>
        <p:spPr>
          <a:xfrm xmlns:a="http://schemas.openxmlformats.org/drawingml/2006/main">
            <a:off x="857250" y="439102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0" lang="he-IL">
                <a:solidFill>
                  <a:srgbClr val="F7F7F2"/>
                </a:solidFill>
                <a:latin typeface="Heebo"/>
                <a:ea typeface="Heebo"/>
                <a:cs typeface="Heebo"/>
              </a:defRPr>
            </a:pPr>
            <a:r>
              <a:rPr sz="2475" b="0" lang="he-IL">
                <a:solidFill>
                  <a:srgbClr val="F7F7F2"/>
                </a:solidFill>
                <a:latin typeface="Heebo"/>
                <a:ea typeface="Heebo"/>
                <a:cs typeface="Heebo"/>
              </a:rPr>
              <a:t>עד 12:40 · תיקון והגשה</a:t>
            </a:r>
          </a:p>
        </p:txBody>
      </p:sp>
      <p:sp>
        <p:nvSpPr>
          <p:cNvPr id="7" name="text">
            <a:extLst xmlns:a="http://schemas.openxmlformats.org/drawingml/2006/main">
              <a:ext uri="{FF2B5EF4-FFF2-40B4-BE49-F238E27FC236}">
                <a16:creationId xmlns:a16="http://schemas.microsoft.com/office/drawing/2014/main" id="{2ED27501-0442-43C5-9F12-ADE0718DFF6A}"/>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5 / 70</a:t>
            </a:r>
          </a:p>
        </p:txBody>
      </p:sp>
    </p:spTree>
    <p:extLst>
      <p:ext uri="{BB962C8B-B14F-4D97-AF65-F5344CB8AC3E}">
        <p14:creationId xmlns:p14="http://schemas.microsoft.com/office/powerpoint/2010/main" val="2092658259"/>
      </p:ext>
    </p:extLst>
  </p:cSld>
</p:sld>
</file>

<file path=ppt/slides/slide6.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8D2FE5CC-16AC-4C81-B8C4-FFD414C03AB9}"/>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כיתה ח׳ · הכנה למבחן</a:t>
            </a:r>
          </a:p>
        </p:txBody>
      </p:sp>
      <p:sp>
        <p:nvSpPr>
          <p:cNvPr id="2" name="text">
            <a:extLst xmlns:a="http://schemas.openxmlformats.org/drawingml/2006/main">
              <a:ext uri="{FF2B5EF4-FFF2-40B4-BE49-F238E27FC236}">
                <a16:creationId xmlns:a16="http://schemas.microsoft.com/office/drawing/2014/main" id="{043C3C49-F4AA-4D9F-A9AD-68877E1FD0CF}"/>
              </a:ext>
            </a:extLst>
          </p:cNvPr>
          <p:cNvSpPr>
            <a:spLocks xmlns:a="http://schemas.openxmlformats.org/drawingml/2006/main" noGrp="1"/>
          </p:cNvSpPr>
          <p:nvPr/>
        </p:nvSpPr>
        <p:spPr>
          <a:xfrm xmlns:a="http://schemas.openxmlformats.org/drawingml/2006/main">
            <a:off x="781050" y="1276350"/>
            <a:ext cx="10629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4800" b="1">
                <a:solidFill>
                  <a:srgbClr val="DFFF5B"/>
                </a:solidFill>
                <a:latin typeface="Nunito"/>
                <a:ea typeface="Nunito"/>
                <a:cs typeface="Nunito"/>
              </a:defRPr>
            </a:pPr>
            <a:r>
              <a:rPr sz="4800" b="1">
                <a:solidFill>
                  <a:srgbClr val="DFFF5B"/>
                </a:solidFill>
                <a:latin typeface="Nunito"/>
                <a:ea typeface="Nunito"/>
                <a:cs typeface="Nunito"/>
              </a:rPr>
              <a:t>The Monkey Festival</a:t>
            </a:r>
          </a:p>
        </p:txBody>
      </p:sp>
      <p:sp>
        <p:nvSpPr>
          <p:cNvPr id="3" name="text">
            <a:extLst xmlns:a="http://schemas.openxmlformats.org/drawingml/2006/main">
              <a:ext uri="{FF2B5EF4-FFF2-40B4-BE49-F238E27FC236}">
                <a16:creationId xmlns:a16="http://schemas.microsoft.com/office/drawing/2014/main" id="{9B735410-6DD8-445B-B1E6-29D1B4B335CC}"/>
              </a:ext>
            </a:extLst>
          </p:cNvPr>
          <p:cNvSpPr>
            <a:spLocks xmlns:a="http://schemas.openxmlformats.org/drawingml/2006/main" noGrp="1"/>
          </p:cNvSpPr>
          <p:nvPr/>
        </p:nvSpPr>
        <p:spPr>
          <a:xfrm xmlns:a="http://schemas.openxmlformats.org/drawingml/2006/main">
            <a:off x="809625" y="25908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850" b="1">
                <a:solidFill>
                  <a:srgbClr val="F7F7F2"/>
                </a:solidFill>
                <a:latin typeface="Nunito"/>
                <a:ea typeface="Nunito"/>
                <a:cs typeface="Nunito"/>
              </a:defRPr>
            </a:pPr>
            <a:r>
              <a:rPr sz="2850" b="1">
                <a:solidFill>
                  <a:srgbClr val="F7F7F2"/>
                </a:solidFill>
                <a:latin typeface="Nunito"/>
                <a:ea typeface="Nunito"/>
                <a:cs typeface="Nunito"/>
              </a:rPr>
              <a:t>Who do you think the food is for?</a:t>
            </a:r>
          </a:p>
        </p:txBody>
      </p:sp>
      <p:sp>
        <p:nvSpPr>
          <p:cNvPr id="4" name="text">
            <a:extLst xmlns:a="http://schemas.openxmlformats.org/drawingml/2006/main">
              <a:ext uri="{FF2B5EF4-FFF2-40B4-BE49-F238E27FC236}">
                <a16:creationId xmlns:a16="http://schemas.microsoft.com/office/drawing/2014/main" id="{67C655EF-9FF3-48E5-BB5F-30F0B6BEB439}"/>
              </a:ext>
            </a:extLst>
          </p:cNvPr>
          <p:cNvSpPr>
            <a:spLocks xmlns:a="http://schemas.openxmlformats.org/drawingml/2006/main" noGrp="1"/>
          </p:cNvSpPr>
          <p:nvPr/>
        </p:nvSpPr>
        <p:spPr>
          <a:xfrm xmlns:a="http://schemas.openxmlformats.org/drawingml/2006/main">
            <a:off x="857250" y="51911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875" b="0" lang="he-IL">
                <a:solidFill>
                  <a:srgbClr val="A9BDD2"/>
                </a:solidFill>
                <a:latin typeface="Heebo"/>
                <a:ea typeface="Heebo"/>
                <a:cs typeface="Heebo"/>
              </a:defRPr>
            </a:pPr>
            <a:r>
              <a:rPr sz="1875" b="0" lang="he-IL">
                <a:solidFill>
                  <a:srgbClr val="A9BDD2"/>
                </a:solidFill>
                <a:latin typeface="Heebo"/>
                <a:ea typeface="Heebo"/>
                <a:cs typeface="Heebo"/>
              </a:rPr>
              <a:t>ניחוש קצר בצ׳אט. נבדוק לפי הטקסט.</a:t>
            </a:r>
          </a:p>
        </p:txBody>
      </p:sp>
      <p:sp>
        <p:nvSpPr>
          <p:cNvPr id="5" name="text">
            <a:extLst xmlns:a="http://schemas.openxmlformats.org/drawingml/2006/main">
              <a:ext uri="{FF2B5EF4-FFF2-40B4-BE49-F238E27FC236}">
                <a16:creationId xmlns:a16="http://schemas.microsoft.com/office/drawing/2014/main" id="{C4538C24-7DF8-4A40-BD0D-AA4514F92B32}"/>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6 / 70</a:t>
            </a:r>
          </a:p>
        </p:txBody>
      </p:sp>
    </p:spTree>
    <p:extLst>
      <p:ext uri="{BB962C8B-B14F-4D97-AF65-F5344CB8AC3E}">
        <p14:creationId xmlns:p14="http://schemas.microsoft.com/office/powerpoint/2010/main" val="23833042"/>
      </p:ext>
    </p:extLst>
  </p:cSld>
</p:sld>
</file>

<file path=ppt/slides/slide7.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06d9a1dee0f41d5"/>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1057082245"/>
      </p:ext>
    </p:extLst>
  </p:cSld>
</p:sld>
</file>

<file path=ppt/slides/slide8.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6DBD0932-EC5D-4898-8EBB-A8D0F0888E5E}"/>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מילים מתוך טקסט הקריאה</a:t>
            </a:r>
          </a:p>
        </p:txBody>
      </p:sp>
      <p:sp>
        <p:nvSpPr>
          <p:cNvPr id="2" name="text">
            <a:extLst xmlns:a="http://schemas.openxmlformats.org/drawingml/2006/main">
              <a:ext uri="{FF2B5EF4-FFF2-40B4-BE49-F238E27FC236}">
                <a16:creationId xmlns:a16="http://schemas.microsoft.com/office/drawing/2014/main" id="{BA32C489-42D9-4A24-BE8B-4CF35370B6B5}"/>
              </a:ext>
            </a:extLst>
          </p:cNvPr>
          <p:cNvSpPr>
            <a:spLocks xmlns:a="http://schemas.openxmlformats.org/drawingml/2006/main" noGrp="1"/>
          </p:cNvSpPr>
          <p:nvPr/>
        </p:nvSpPr>
        <p:spPr>
          <a:xfrm xmlns:a="http://schemas.openxmlformats.org/drawingml/2006/main">
            <a:off x="857250" y="857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425" b="1" lang="he-IL">
                <a:solidFill>
                  <a:srgbClr val="FFC857"/>
                </a:solidFill>
                <a:latin typeface="Heebo"/>
                <a:ea typeface="Heebo"/>
                <a:cs typeface="Heebo"/>
              </a:defRPr>
            </a:pPr>
            <a:r>
              <a:rPr sz="1425" b="1" lang="he-IL">
                <a:solidFill>
                  <a:srgbClr val="FFC857"/>
                </a:solidFill>
                <a:latin typeface="Heebo"/>
                <a:ea typeface="Heebo"/>
                <a:cs typeface="Heebo"/>
              </a:rPr>
              <a:t>הווה</a:t>
            </a:r>
          </a:p>
        </p:txBody>
      </p:sp>
      <p:sp>
        <p:nvSpPr>
          <p:cNvPr id="3" name="text">
            <a:extLst xmlns:a="http://schemas.openxmlformats.org/drawingml/2006/main">
              <a:ext uri="{FF2B5EF4-FFF2-40B4-BE49-F238E27FC236}">
                <a16:creationId xmlns:a16="http://schemas.microsoft.com/office/drawing/2014/main" id="{8B70E131-97E1-493D-BD7A-465E9250EA3C}"/>
              </a:ext>
            </a:extLst>
          </p:cNvPr>
          <p:cNvSpPr>
            <a:spLocks xmlns:a="http://schemas.openxmlformats.org/drawingml/2006/main" noGrp="1"/>
          </p:cNvSpPr>
          <p:nvPr/>
        </p:nvSpPr>
        <p:spPr>
          <a:xfrm xmlns:a="http://schemas.openxmlformats.org/drawingml/2006/main">
            <a:off x="762000" y="1571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600" b="1">
                <a:solidFill>
                  <a:srgbClr val="4EE5FF"/>
                </a:solidFill>
                <a:latin typeface="Nunito"/>
                <a:ea typeface="Nunito"/>
                <a:cs typeface="Nunito"/>
              </a:defRPr>
            </a:pPr>
            <a:r>
              <a:rPr sz="6600" b="1">
                <a:solidFill>
                  <a:srgbClr val="4EE5FF"/>
                </a:solidFill>
                <a:latin typeface="Nunito"/>
                <a:ea typeface="Nunito"/>
                <a:cs typeface="Nunito"/>
              </a:rPr>
              <a:t>unusual</a:t>
            </a:r>
          </a:p>
        </p:txBody>
      </p:sp>
      <p:sp>
        <p:nvSpPr>
          <p:cNvPr id="4" name="text">
            <a:extLst xmlns:a="http://schemas.openxmlformats.org/drawingml/2006/main">
              <a:ext uri="{FF2B5EF4-FFF2-40B4-BE49-F238E27FC236}">
                <a16:creationId xmlns:a16="http://schemas.microsoft.com/office/drawing/2014/main" id="{7773AB21-41D9-4BFB-BEEC-01ADA4D27DE1}"/>
              </a:ext>
            </a:extLst>
          </p:cNvPr>
          <p:cNvSpPr>
            <a:spLocks xmlns:a="http://schemas.openxmlformats.org/drawingml/2006/main" noGrp="1"/>
          </p:cNvSpPr>
          <p:nvPr/>
        </p:nvSpPr>
        <p:spPr>
          <a:xfrm xmlns:a="http://schemas.openxmlformats.org/drawingml/2006/main">
            <a:off x="857250" y="280987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F7F7F2"/>
                </a:solidFill>
                <a:latin typeface="Nunito"/>
                <a:ea typeface="Nunito"/>
                <a:cs typeface="Nunito"/>
              </a:defRPr>
            </a:pPr>
            <a:r>
              <a:rPr sz="3600" b="1">
                <a:solidFill>
                  <a:srgbClr val="F7F7F2"/>
                </a:solidFill>
                <a:latin typeface="Nunito"/>
                <a:ea typeface="Nunito"/>
                <a:cs typeface="Nunito"/>
              </a:rPr>
              <a:t>This is an unusual festival.</a:t>
            </a:r>
          </a:p>
        </p:txBody>
      </p:sp>
      <p:sp>
        <p:nvSpPr>
          <p:cNvPr id="5" name="text">
            <a:extLst xmlns:a="http://schemas.openxmlformats.org/drawingml/2006/main">
              <a:ext uri="{FF2B5EF4-FFF2-40B4-BE49-F238E27FC236}">
                <a16:creationId xmlns:a16="http://schemas.microsoft.com/office/drawing/2014/main" id="{E83DF5A8-DDBB-47AA-9DC2-6E6D86389EAB}"/>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8 / 70</a:t>
            </a:r>
          </a:p>
        </p:txBody>
      </p:sp>
    </p:spTree>
    <p:extLst>
      <p:ext uri="{BB962C8B-B14F-4D97-AF65-F5344CB8AC3E}">
        <p14:creationId xmlns:p14="http://schemas.microsoft.com/office/powerpoint/2010/main" val="1316160991"/>
      </p:ext>
    </p:extLst>
  </p:cSld>
</p:sld>
</file>

<file path=ppt/slides/slide9.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
            <a:extLst xmlns:a="http://schemas.openxmlformats.org/drawingml/2006/main">
              <a:ext uri="{FF2B5EF4-FFF2-40B4-BE49-F238E27FC236}">
                <a16:creationId xmlns:a16="http://schemas.microsoft.com/office/drawing/2014/main" id="{5A54D448-388F-496F-A3F1-CFF823D7A0D0}"/>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מילים מתוך טקסט הקריאה</a:t>
            </a:r>
          </a:p>
        </p:txBody>
      </p:sp>
      <p:sp>
        <p:nvSpPr>
          <p:cNvPr id="2" name="text">
            <a:extLst xmlns:a="http://schemas.openxmlformats.org/drawingml/2006/main">
              <a:ext uri="{FF2B5EF4-FFF2-40B4-BE49-F238E27FC236}">
                <a16:creationId xmlns:a16="http://schemas.microsoft.com/office/drawing/2014/main" id="{CD1DC8F4-24FB-43B7-B557-CFBE5E8CE6F5}"/>
              </a:ext>
            </a:extLst>
          </p:cNvPr>
          <p:cNvSpPr>
            <a:spLocks xmlns:a="http://schemas.openxmlformats.org/drawingml/2006/main" noGrp="1"/>
          </p:cNvSpPr>
          <p:nvPr/>
        </p:nvSpPr>
        <p:spPr>
          <a:xfrm xmlns:a="http://schemas.openxmlformats.org/drawingml/2006/main">
            <a:off x="857250" y="857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425" b="1" lang="he-IL">
                <a:solidFill>
                  <a:srgbClr val="FFC857"/>
                </a:solidFill>
                <a:latin typeface="Heebo"/>
                <a:ea typeface="Heebo"/>
                <a:cs typeface="Heebo"/>
              </a:defRPr>
            </a:pPr>
            <a:r>
              <a:rPr sz="1425" b="1" lang="he-IL">
                <a:solidFill>
                  <a:srgbClr val="FFC857"/>
                </a:solidFill>
                <a:latin typeface="Heebo"/>
                <a:ea typeface="Heebo"/>
                <a:cs typeface="Heebo"/>
              </a:rPr>
              <a:t>הווה</a:t>
            </a:r>
          </a:p>
        </p:txBody>
      </p:sp>
      <p:sp>
        <p:nvSpPr>
          <p:cNvPr id="3" name="text">
            <a:extLst xmlns:a="http://schemas.openxmlformats.org/drawingml/2006/main">
              <a:ext uri="{FF2B5EF4-FFF2-40B4-BE49-F238E27FC236}">
                <a16:creationId xmlns:a16="http://schemas.microsoft.com/office/drawing/2014/main" id="{FCF0D683-0AEB-4929-A976-5EA52610A2BF}"/>
              </a:ext>
            </a:extLst>
          </p:cNvPr>
          <p:cNvSpPr>
            <a:spLocks xmlns:a="http://schemas.openxmlformats.org/drawingml/2006/main" noGrp="1"/>
          </p:cNvSpPr>
          <p:nvPr/>
        </p:nvSpPr>
        <p:spPr>
          <a:xfrm xmlns:a="http://schemas.openxmlformats.org/drawingml/2006/main">
            <a:off x="762000" y="1571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600" b="1">
                <a:solidFill>
                  <a:srgbClr val="4EE5FF"/>
                </a:solidFill>
                <a:latin typeface="Nunito"/>
                <a:ea typeface="Nunito"/>
                <a:cs typeface="Nunito"/>
              </a:defRPr>
            </a:pPr>
            <a:r>
              <a:rPr sz="6600" b="1">
                <a:solidFill>
                  <a:srgbClr val="4EE5FF"/>
                </a:solidFill>
                <a:latin typeface="Nunito"/>
                <a:ea typeface="Nunito"/>
                <a:cs typeface="Nunito"/>
              </a:rPr>
              <a:t>unusual</a:t>
            </a:r>
          </a:p>
        </p:txBody>
      </p:sp>
      <p:sp>
        <p:nvSpPr>
          <p:cNvPr id="4" name="text">
            <a:extLst xmlns:a="http://schemas.openxmlformats.org/drawingml/2006/main">
              <a:ext uri="{FF2B5EF4-FFF2-40B4-BE49-F238E27FC236}">
                <a16:creationId xmlns:a16="http://schemas.microsoft.com/office/drawing/2014/main" id="{1458E46D-D616-4280-BCCC-B308EF082D86}"/>
              </a:ext>
            </a:extLst>
          </p:cNvPr>
          <p:cNvSpPr>
            <a:spLocks xmlns:a="http://schemas.openxmlformats.org/drawingml/2006/main" noGrp="1"/>
          </p:cNvSpPr>
          <p:nvPr/>
        </p:nvSpPr>
        <p:spPr>
          <a:xfrm xmlns:a="http://schemas.openxmlformats.org/drawingml/2006/main">
            <a:off x="857250" y="280987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F7F7F2"/>
                </a:solidFill>
                <a:latin typeface="Nunito"/>
                <a:ea typeface="Nunito"/>
                <a:cs typeface="Nunito"/>
              </a:defRPr>
            </a:pPr>
            <a:r>
              <a:rPr sz="3600" b="1">
                <a:solidFill>
                  <a:srgbClr val="F7F7F2"/>
                </a:solidFill>
                <a:latin typeface="Nunito"/>
                <a:ea typeface="Nunito"/>
                <a:cs typeface="Nunito"/>
              </a:rPr>
              <a:t>This is an unusual festival.</a:t>
            </a:r>
          </a:p>
        </p:txBody>
      </p:sp>
      <p:sp>
        <p:nvSpPr>
          <p:cNvPr id="5" name="text">
            <a:extLst xmlns:a="http://schemas.openxmlformats.org/drawingml/2006/main">
              <a:ext uri="{FF2B5EF4-FFF2-40B4-BE49-F238E27FC236}">
                <a16:creationId xmlns:a16="http://schemas.microsoft.com/office/drawing/2014/main" id="{A861D195-63F6-4C40-8A65-85291B63B8DC}"/>
              </a:ext>
            </a:extLst>
          </p:cNvPr>
          <p:cNvSpPr>
            <a:spLocks xmlns:a="http://schemas.openxmlformats.org/drawingml/2006/main" noGrp="1"/>
          </p:cNvSpPr>
          <p:nvPr/>
        </p:nvSpPr>
        <p:spPr>
          <a:xfrm xmlns:a="http://schemas.openxmlformats.org/drawingml/2006/main">
            <a:off x="857250" y="40957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3675" b="1" lang="he-IL">
                <a:solidFill>
                  <a:srgbClr val="DFFF5B"/>
                </a:solidFill>
                <a:latin typeface="Heebo"/>
                <a:ea typeface="Heebo"/>
                <a:cs typeface="Heebo"/>
              </a:defRPr>
            </a:pPr>
            <a:r>
              <a:rPr sz="3675" b="1" lang="he-IL">
                <a:solidFill>
                  <a:srgbClr val="DFFF5B"/>
                </a:solidFill>
                <a:latin typeface="Heebo"/>
                <a:ea typeface="Heebo"/>
                <a:cs typeface="Heebo"/>
              </a:rPr>
              <a:t>לא רגיל; יוצא דופן</a:t>
            </a:r>
          </a:p>
        </p:txBody>
      </p:sp>
      <p:sp>
        <p:nvSpPr>
          <p:cNvPr id="6" name="text">
            <a:extLst xmlns:a="http://schemas.openxmlformats.org/drawingml/2006/main">
              <a:ext uri="{FF2B5EF4-FFF2-40B4-BE49-F238E27FC236}">
                <a16:creationId xmlns:a16="http://schemas.microsoft.com/office/drawing/2014/main" id="{81F8A756-17B2-43EF-817D-8A23632E8248}"/>
              </a:ext>
            </a:extLst>
          </p:cNvPr>
          <p:cNvSpPr>
            <a:spLocks xmlns:a="http://schemas.openxmlformats.org/drawingml/2006/main" noGrp="1"/>
          </p:cNvSpPr>
          <p:nvPr/>
        </p:nvSpPr>
        <p:spPr>
          <a:xfrm xmlns:a="http://schemas.openxmlformats.org/drawingml/2006/main">
            <a:off x="857250" y="495300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625" b="1" lang="he-IL">
                <a:solidFill>
                  <a:srgbClr val="F7F7F2"/>
                </a:solidFill>
                <a:latin typeface="Heebo"/>
                <a:ea typeface="Heebo"/>
                <a:cs typeface="Heebo"/>
              </a:defRPr>
            </a:pPr>
            <a:r>
              <a:rPr sz="2625" b="1" lang="he-IL">
                <a:solidFill>
                  <a:srgbClr val="F7F7F2"/>
                </a:solidFill>
                <a:latin typeface="Heebo"/>
                <a:ea typeface="Heebo"/>
                <a:cs typeface="Heebo"/>
              </a:rPr>
              <a:t>זהו פסטיבל יוצא דופן.</a:t>
            </a:r>
          </a:p>
        </p:txBody>
      </p:sp>
      <p:sp>
        <p:nvSpPr>
          <p:cNvPr id="7" name="text">
            <a:extLst xmlns:a="http://schemas.openxmlformats.org/drawingml/2006/main">
              <a:ext uri="{FF2B5EF4-FFF2-40B4-BE49-F238E27FC236}">
                <a16:creationId xmlns:a16="http://schemas.microsoft.com/office/drawing/2014/main" id="{02A6774B-929B-4B23-A66D-2C87D9E17A2B}"/>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9 / 70</a:t>
            </a:r>
          </a:p>
        </p:txBody>
      </p:sp>
    </p:spTree>
    <p:extLst>
      <p:ext uri="{BB962C8B-B14F-4D97-AF65-F5344CB8AC3E}">
        <p14:creationId xmlns:p14="http://schemas.microsoft.com/office/powerpoint/2010/main" val="360034247"/>
      </p:ext>
    </p:extLst>
  </p:cSld>
</p:sld>
</file>

<file path=ppt/slides/slide10.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0DF56F53-E604-4B29-A30E-CA83EA38CE1C}"/>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מילים מתוך טקסט הקריאה</a:t>
            </a:r>
          </a:p>
        </p:txBody>
      </p:sp>
      <p:sp>
        <p:nvSpPr>
          <p:cNvPr id="2" name="text">
            <a:extLst xmlns:a="http://schemas.openxmlformats.org/drawingml/2006/main">
              <a:ext uri="{FF2B5EF4-FFF2-40B4-BE49-F238E27FC236}">
                <a16:creationId xmlns:a16="http://schemas.microsoft.com/office/drawing/2014/main" id="{9C515C4C-BED6-4779-B66C-59121129851C}"/>
              </a:ext>
            </a:extLst>
          </p:cNvPr>
          <p:cNvSpPr>
            <a:spLocks xmlns:a="http://schemas.openxmlformats.org/drawingml/2006/main" noGrp="1"/>
          </p:cNvSpPr>
          <p:nvPr/>
        </p:nvSpPr>
        <p:spPr>
          <a:xfrm xmlns:a="http://schemas.openxmlformats.org/drawingml/2006/main">
            <a:off x="857250" y="857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425" b="1" lang="he-IL">
                <a:solidFill>
                  <a:srgbClr val="FFC857"/>
                </a:solidFill>
                <a:latin typeface="Heebo"/>
                <a:ea typeface="Heebo"/>
                <a:cs typeface="Heebo"/>
              </a:defRPr>
            </a:pPr>
            <a:r>
              <a:rPr sz="1425" b="1" lang="he-IL">
                <a:solidFill>
                  <a:srgbClr val="FFC857"/>
                </a:solidFill>
                <a:latin typeface="Heebo"/>
                <a:ea typeface="Heebo"/>
                <a:cs typeface="Heebo"/>
              </a:rPr>
              <a:t>הווה</a:t>
            </a:r>
          </a:p>
        </p:txBody>
      </p:sp>
      <p:sp>
        <p:nvSpPr>
          <p:cNvPr id="3" name="text">
            <a:extLst xmlns:a="http://schemas.openxmlformats.org/drawingml/2006/main">
              <a:ext uri="{FF2B5EF4-FFF2-40B4-BE49-F238E27FC236}">
                <a16:creationId xmlns:a16="http://schemas.microsoft.com/office/drawing/2014/main" id="{60EBFD0A-7D68-41C6-85F9-9481E4E29D8F}"/>
              </a:ext>
            </a:extLst>
          </p:cNvPr>
          <p:cNvSpPr>
            <a:spLocks xmlns:a="http://schemas.openxmlformats.org/drawingml/2006/main" noGrp="1"/>
          </p:cNvSpPr>
          <p:nvPr/>
        </p:nvSpPr>
        <p:spPr>
          <a:xfrm xmlns:a="http://schemas.openxmlformats.org/drawingml/2006/main">
            <a:off x="762000" y="1571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600" b="1">
                <a:solidFill>
                  <a:srgbClr val="4EE5FF"/>
                </a:solidFill>
                <a:latin typeface="Nunito"/>
                <a:ea typeface="Nunito"/>
                <a:cs typeface="Nunito"/>
              </a:defRPr>
            </a:pPr>
            <a:r>
              <a:rPr sz="6600" b="1">
                <a:solidFill>
                  <a:srgbClr val="4EE5FF"/>
                </a:solidFill>
                <a:latin typeface="Nunito"/>
                <a:ea typeface="Nunito"/>
                <a:cs typeface="Nunito"/>
              </a:rPr>
              <a:t>festival</a:t>
            </a:r>
          </a:p>
        </p:txBody>
      </p:sp>
      <p:sp>
        <p:nvSpPr>
          <p:cNvPr id="4" name="text">
            <a:extLst xmlns:a="http://schemas.openxmlformats.org/drawingml/2006/main">
              <a:ext uri="{FF2B5EF4-FFF2-40B4-BE49-F238E27FC236}">
                <a16:creationId xmlns:a16="http://schemas.microsoft.com/office/drawing/2014/main" id="{0E4D385D-C3F8-46B4-939A-3CBF2289D6CC}"/>
              </a:ext>
            </a:extLst>
          </p:cNvPr>
          <p:cNvSpPr>
            <a:spLocks xmlns:a="http://schemas.openxmlformats.org/drawingml/2006/main" noGrp="1"/>
          </p:cNvSpPr>
          <p:nvPr/>
        </p:nvSpPr>
        <p:spPr>
          <a:xfrm xmlns:a="http://schemas.openxmlformats.org/drawingml/2006/main">
            <a:off x="857250" y="280987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F7F7F2"/>
                </a:solidFill>
                <a:latin typeface="Nunito"/>
                <a:ea typeface="Nunito"/>
                <a:cs typeface="Nunito"/>
              </a:defRPr>
            </a:pPr>
            <a:r>
              <a:rPr sz="3600" b="1">
                <a:solidFill>
                  <a:srgbClr val="F7F7F2"/>
                </a:solidFill>
                <a:latin typeface="Nunito"/>
                <a:ea typeface="Nunito"/>
                <a:cs typeface="Nunito"/>
              </a:rPr>
              <a:t>People come to the festival.</a:t>
            </a:r>
          </a:p>
        </p:txBody>
      </p:sp>
      <p:sp>
        <p:nvSpPr>
          <p:cNvPr id="5" name="text">
            <a:extLst xmlns:a="http://schemas.openxmlformats.org/drawingml/2006/main">
              <a:ext uri="{FF2B5EF4-FFF2-40B4-BE49-F238E27FC236}">
                <a16:creationId xmlns:a16="http://schemas.microsoft.com/office/drawing/2014/main" id="{577E1334-AB27-4F06-84A0-5C7D879B0488}"/>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10 / 70</a:t>
            </a:r>
          </a:p>
        </p:txBody>
      </p:sp>
    </p:spTree>
    <p:extLst>
      <p:ext uri="{BB962C8B-B14F-4D97-AF65-F5344CB8AC3E}">
        <p14:creationId xmlns:p14="http://schemas.microsoft.com/office/powerpoint/2010/main" val="1911339092"/>
      </p:ext>
    </p:extLst>
  </p:cSld>
</p:sld>
</file>

<file path=ppt/slides/slide11.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
            <a:extLst xmlns:a="http://schemas.openxmlformats.org/drawingml/2006/main">
              <a:ext uri="{FF2B5EF4-FFF2-40B4-BE49-F238E27FC236}">
                <a16:creationId xmlns:a16="http://schemas.microsoft.com/office/drawing/2014/main" id="{F8B342C9-7BF7-4FB3-95DE-3A0011CAAEBB}"/>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מילים מתוך טקסט הקריאה</a:t>
            </a:r>
          </a:p>
        </p:txBody>
      </p:sp>
      <p:sp>
        <p:nvSpPr>
          <p:cNvPr id="2" name="text">
            <a:extLst xmlns:a="http://schemas.openxmlformats.org/drawingml/2006/main">
              <a:ext uri="{FF2B5EF4-FFF2-40B4-BE49-F238E27FC236}">
                <a16:creationId xmlns:a16="http://schemas.microsoft.com/office/drawing/2014/main" id="{DAF4A353-0775-4681-BCD8-AD50F9716559}"/>
              </a:ext>
            </a:extLst>
          </p:cNvPr>
          <p:cNvSpPr>
            <a:spLocks xmlns:a="http://schemas.openxmlformats.org/drawingml/2006/main" noGrp="1"/>
          </p:cNvSpPr>
          <p:nvPr/>
        </p:nvSpPr>
        <p:spPr>
          <a:xfrm xmlns:a="http://schemas.openxmlformats.org/drawingml/2006/main">
            <a:off x="857250" y="857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425" b="1" lang="he-IL">
                <a:solidFill>
                  <a:srgbClr val="FFC857"/>
                </a:solidFill>
                <a:latin typeface="Heebo"/>
                <a:ea typeface="Heebo"/>
                <a:cs typeface="Heebo"/>
              </a:defRPr>
            </a:pPr>
            <a:r>
              <a:rPr sz="1425" b="1" lang="he-IL">
                <a:solidFill>
                  <a:srgbClr val="FFC857"/>
                </a:solidFill>
                <a:latin typeface="Heebo"/>
                <a:ea typeface="Heebo"/>
                <a:cs typeface="Heebo"/>
              </a:rPr>
              <a:t>הווה</a:t>
            </a:r>
          </a:p>
        </p:txBody>
      </p:sp>
      <p:sp>
        <p:nvSpPr>
          <p:cNvPr id="3" name="text">
            <a:extLst xmlns:a="http://schemas.openxmlformats.org/drawingml/2006/main">
              <a:ext uri="{FF2B5EF4-FFF2-40B4-BE49-F238E27FC236}">
                <a16:creationId xmlns:a16="http://schemas.microsoft.com/office/drawing/2014/main" id="{FCBCCF16-A598-4068-9A92-B91A33B4DDAF}"/>
              </a:ext>
            </a:extLst>
          </p:cNvPr>
          <p:cNvSpPr>
            <a:spLocks xmlns:a="http://schemas.openxmlformats.org/drawingml/2006/main" noGrp="1"/>
          </p:cNvSpPr>
          <p:nvPr/>
        </p:nvSpPr>
        <p:spPr>
          <a:xfrm xmlns:a="http://schemas.openxmlformats.org/drawingml/2006/main">
            <a:off x="762000" y="1571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600" b="1">
                <a:solidFill>
                  <a:srgbClr val="4EE5FF"/>
                </a:solidFill>
                <a:latin typeface="Nunito"/>
                <a:ea typeface="Nunito"/>
                <a:cs typeface="Nunito"/>
              </a:defRPr>
            </a:pPr>
            <a:r>
              <a:rPr sz="6600" b="1">
                <a:solidFill>
                  <a:srgbClr val="4EE5FF"/>
                </a:solidFill>
                <a:latin typeface="Nunito"/>
                <a:ea typeface="Nunito"/>
                <a:cs typeface="Nunito"/>
              </a:rPr>
              <a:t>festival</a:t>
            </a:r>
          </a:p>
        </p:txBody>
      </p:sp>
      <p:sp>
        <p:nvSpPr>
          <p:cNvPr id="4" name="text">
            <a:extLst xmlns:a="http://schemas.openxmlformats.org/drawingml/2006/main">
              <a:ext uri="{FF2B5EF4-FFF2-40B4-BE49-F238E27FC236}">
                <a16:creationId xmlns:a16="http://schemas.microsoft.com/office/drawing/2014/main" id="{0869EB8B-B4A9-4102-BDDE-1DBD7E9BA0B8}"/>
              </a:ext>
            </a:extLst>
          </p:cNvPr>
          <p:cNvSpPr>
            <a:spLocks xmlns:a="http://schemas.openxmlformats.org/drawingml/2006/main" noGrp="1"/>
          </p:cNvSpPr>
          <p:nvPr/>
        </p:nvSpPr>
        <p:spPr>
          <a:xfrm xmlns:a="http://schemas.openxmlformats.org/drawingml/2006/main">
            <a:off x="857250" y="280987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F7F7F2"/>
                </a:solidFill>
                <a:latin typeface="Nunito"/>
                <a:ea typeface="Nunito"/>
                <a:cs typeface="Nunito"/>
              </a:defRPr>
            </a:pPr>
            <a:r>
              <a:rPr sz="3600" b="1">
                <a:solidFill>
                  <a:srgbClr val="F7F7F2"/>
                </a:solidFill>
                <a:latin typeface="Nunito"/>
                <a:ea typeface="Nunito"/>
                <a:cs typeface="Nunito"/>
              </a:rPr>
              <a:t>People come to the festival.</a:t>
            </a:r>
          </a:p>
        </p:txBody>
      </p:sp>
      <p:sp>
        <p:nvSpPr>
          <p:cNvPr id="5" name="text">
            <a:extLst xmlns:a="http://schemas.openxmlformats.org/drawingml/2006/main">
              <a:ext uri="{FF2B5EF4-FFF2-40B4-BE49-F238E27FC236}">
                <a16:creationId xmlns:a16="http://schemas.microsoft.com/office/drawing/2014/main" id="{BC89D923-C02B-4D41-A602-46106549A760}"/>
              </a:ext>
            </a:extLst>
          </p:cNvPr>
          <p:cNvSpPr>
            <a:spLocks xmlns:a="http://schemas.openxmlformats.org/drawingml/2006/main" noGrp="1"/>
          </p:cNvSpPr>
          <p:nvPr/>
        </p:nvSpPr>
        <p:spPr>
          <a:xfrm xmlns:a="http://schemas.openxmlformats.org/drawingml/2006/main">
            <a:off x="857250" y="40957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3675" b="1" lang="he-IL">
                <a:solidFill>
                  <a:srgbClr val="DFFF5B"/>
                </a:solidFill>
                <a:latin typeface="Heebo"/>
                <a:ea typeface="Heebo"/>
                <a:cs typeface="Heebo"/>
              </a:defRPr>
            </a:pPr>
            <a:r>
              <a:rPr sz="3675" b="1" lang="he-IL">
                <a:solidFill>
                  <a:srgbClr val="DFFF5B"/>
                </a:solidFill>
                <a:latin typeface="Heebo"/>
                <a:ea typeface="Heebo"/>
                <a:cs typeface="Heebo"/>
              </a:rPr>
              <a:t>פסטיבל; חגיגה</a:t>
            </a:r>
          </a:p>
        </p:txBody>
      </p:sp>
      <p:sp>
        <p:nvSpPr>
          <p:cNvPr id="6" name="text">
            <a:extLst xmlns:a="http://schemas.openxmlformats.org/drawingml/2006/main">
              <a:ext uri="{FF2B5EF4-FFF2-40B4-BE49-F238E27FC236}">
                <a16:creationId xmlns:a16="http://schemas.microsoft.com/office/drawing/2014/main" id="{AF5B2A44-D3A8-4343-995C-25711F2A810E}"/>
              </a:ext>
            </a:extLst>
          </p:cNvPr>
          <p:cNvSpPr>
            <a:spLocks xmlns:a="http://schemas.openxmlformats.org/drawingml/2006/main" noGrp="1"/>
          </p:cNvSpPr>
          <p:nvPr/>
        </p:nvSpPr>
        <p:spPr>
          <a:xfrm xmlns:a="http://schemas.openxmlformats.org/drawingml/2006/main">
            <a:off x="857250" y="495300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625" b="1" lang="he-IL">
                <a:solidFill>
                  <a:srgbClr val="F7F7F2"/>
                </a:solidFill>
                <a:latin typeface="Heebo"/>
                <a:ea typeface="Heebo"/>
                <a:cs typeface="Heebo"/>
              </a:defRPr>
            </a:pPr>
            <a:r>
              <a:rPr sz="2625" b="1" lang="he-IL">
                <a:solidFill>
                  <a:srgbClr val="F7F7F2"/>
                </a:solidFill>
                <a:latin typeface="Heebo"/>
                <a:ea typeface="Heebo"/>
                <a:cs typeface="Heebo"/>
              </a:rPr>
              <a:t>אנשים באים לפסטיבל.</a:t>
            </a:r>
          </a:p>
        </p:txBody>
      </p:sp>
      <p:sp>
        <p:nvSpPr>
          <p:cNvPr id="7" name="text">
            <a:extLst xmlns:a="http://schemas.openxmlformats.org/drawingml/2006/main">
              <a:ext uri="{FF2B5EF4-FFF2-40B4-BE49-F238E27FC236}">
                <a16:creationId xmlns:a16="http://schemas.microsoft.com/office/drawing/2014/main" id="{380074F0-E983-416F-81D6-733275D28BBC}"/>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11 / 70</a:t>
            </a:r>
          </a:p>
        </p:txBody>
      </p:sp>
    </p:spTree>
    <p:extLst>
      <p:ext uri="{BB962C8B-B14F-4D97-AF65-F5344CB8AC3E}">
        <p14:creationId xmlns:p14="http://schemas.microsoft.com/office/powerpoint/2010/main" val="1601881975"/>
      </p:ext>
    </p:extLst>
  </p:cSld>
</p:sld>
</file>

<file path=ppt/slides/slide12.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C31252A8-FAAD-4B99-B024-686C234BD420}"/>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מילים מתוך טקסט הקריאה</a:t>
            </a:r>
          </a:p>
        </p:txBody>
      </p:sp>
      <p:sp>
        <p:nvSpPr>
          <p:cNvPr id="2" name="text">
            <a:extLst xmlns:a="http://schemas.openxmlformats.org/drawingml/2006/main">
              <a:ext uri="{FF2B5EF4-FFF2-40B4-BE49-F238E27FC236}">
                <a16:creationId xmlns:a16="http://schemas.microsoft.com/office/drawing/2014/main" id="{D8273F71-CA87-40E7-9A6F-4150458086A6}"/>
              </a:ext>
            </a:extLst>
          </p:cNvPr>
          <p:cNvSpPr>
            <a:spLocks xmlns:a="http://schemas.openxmlformats.org/drawingml/2006/main" noGrp="1"/>
          </p:cNvSpPr>
          <p:nvPr/>
        </p:nvSpPr>
        <p:spPr>
          <a:xfrm xmlns:a="http://schemas.openxmlformats.org/drawingml/2006/main">
            <a:off x="857250" y="857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425" b="1" lang="he-IL">
                <a:solidFill>
                  <a:srgbClr val="FFC857"/>
                </a:solidFill>
                <a:latin typeface="Heebo"/>
                <a:ea typeface="Heebo"/>
                <a:cs typeface="Heebo"/>
              </a:defRPr>
            </a:pPr>
            <a:r>
              <a:rPr sz="1425" b="1" lang="he-IL">
                <a:solidFill>
                  <a:srgbClr val="FFC857"/>
                </a:solidFill>
                <a:latin typeface="Heebo"/>
                <a:ea typeface="Heebo"/>
                <a:cs typeface="Heebo"/>
              </a:rPr>
              <a:t>הווה</a:t>
            </a:r>
          </a:p>
        </p:txBody>
      </p:sp>
      <p:sp>
        <p:nvSpPr>
          <p:cNvPr id="3" name="text">
            <a:extLst xmlns:a="http://schemas.openxmlformats.org/drawingml/2006/main">
              <a:ext uri="{FF2B5EF4-FFF2-40B4-BE49-F238E27FC236}">
                <a16:creationId xmlns:a16="http://schemas.microsoft.com/office/drawing/2014/main" id="{E328D9B6-E654-4895-9C42-FC2169C52D91}"/>
              </a:ext>
            </a:extLst>
          </p:cNvPr>
          <p:cNvSpPr>
            <a:spLocks xmlns:a="http://schemas.openxmlformats.org/drawingml/2006/main" noGrp="1"/>
          </p:cNvSpPr>
          <p:nvPr/>
        </p:nvSpPr>
        <p:spPr>
          <a:xfrm xmlns:a="http://schemas.openxmlformats.org/drawingml/2006/main">
            <a:off x="762000" y="1571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600" b="1">
                <a:solidFill>
                  <a:srgbClr val="4EE5FF"/>
                </a:solidFill>
                <a:latin typeface="Nunito"/>
                <a:ea typeface="Nunito"/>
                <a:cs typeface="Nunito"/>
              </a:defRPr>
            </a:pPr>
            <a:r>
              <a:rPr sz="6600" b="1">
                <a:solidFill>
                  <a:srgbClr val="4EE5FF"/>
                </a:solidFill>
                <a:latin typeface="Nunito"/>
                <a:ea typeface="Nunito"/>
                <a:cs typeface="Nunito"/>
              </a:rPr>
              <a:t>prepare</a:t>
            </a:r>
          </a:p>
        </p:txBody>
      </p:sp>
      <p:sp>
        <p:nvSpPr>
          <p:cNvPr id="4" name="text">
            <a:extLst xmlns:a="http://schemas.openxmlformats.org/drawingml/2006/main">
              <a:ext uri="{FF2B5EF4-FFF2-40B4-BE49-F238E27FC236}">
                <a16:creationId xmlns:a16="http://schemas.microsoft.com/office/drawing/2014/main" id="{59F5C5B8-45A5-4147-BB66-7F4A51B1F04D}"/>
              </a:ext>
            </a:extLst>
          </p:cNvPr>
          <p:cNvSpPr>
            <a:spLocks xmlns:a="http://schemas.openxmlformats.org/drawingml/2006/main" noGrp="1"/>
          </p:cNvSpPr>
          <p:nvPr/>
        </p:nvSpPr>
        <p:spPr>
          <a:xfrm xmlns:a="http://schemas.openxmlformats.org/drawingml/2006/main">
            <a:off x="857250" y="280987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F7F7F2"/>
                </a:solidFill>
                <a:latin typeface="Nunito"/>
                <a:ea typeface="Nunito"/>
                <a:cs typeface="Nunito"/>
              </a:defRPr>
            </a:pPr>
            <a:r>
              <a:rPr sz="3600" b="1">
                <a:solidFill>
                  <a:srgbClr val="F7F7F2"/>
                </a:solidFill>
                <a:latin typeface="Nunito"/>
                <a:ea typeface="Nunito"/>
                <a:cs typeface="Nunito"/>
              </a:rPr>
              <a:t>People prepare plates of fruit.</a:t>
            </a:r>
          </a:p>
        </p:txBody>
      </p:sp>
      <p:sp>
        <p:nvSpPr>
          <p:cNvPr id="5" name="text">
            <a:extLst xmlns:a="http://schemas.openxmlformats.org/drawingml/2006/main">
              <a:ext uri="{FF2B5EF4-FFF2-40B4-BE49-F238E27FC236}">
                <a16:creationId xmlns:a16="http://schemas.microsoft.com/office/drawing/2014/main" id="{9C07FD97-1BFF-4E1B-A72A-55871A604163}"/>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12 / 70</a:t>
            </a:r>
          </a:p>
        </p:txBody>
      </p:sp>
    </p:spTree>
    <p:extLst>
      <p:ext uri="{BB962C8B-B14F-4D97-AF65-F5344CB8AC3E}">
        <p14:creationId xmlns:p14="http://schemas.microsoft.com/office/powerpoint/2010/main" val="422654575"/>
      </p:ext>
    </p:extLst>
  </p:cSld>
</p:sld>
</file>

<file path=ppt/slides/slide13.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
            <a:extLst xmlns:a="http://schemas.openxmlformats.org/drawingml/2006/main">
              <a:ext uri="{FF2B5EF4-FFF2-40B4-BE49-F238E27FC236}">
                <a16:creationId xmlns:a16="http://schemas.microsoft.com/office/drawing/2014/main" id="{33261184-39FB-44B0-B17A-5C430DA22F2D}"/>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מילים מתוך טקסט הקריאה</a:t>
            </a:r>
          </a:p>
        </p:txBody>
      </p:sp>
      <p:sp>
        <p:nvSpPr>
          <p:cNvPr id="2" name="text">
            <a:extLst xmlns:a="http://schemas.openxmlformats.org/drawingml/2006/main">
              <a:ext uri="{FF2B5EF4-FFF2-40B4-BE49-F238E27FC236}">
                <a16:creationId xmlns:a16="http://schemas.microsoft.com/office/drawing/2014/main" id="{362D55D5-180A-4E80-9F6A-C4A86103594D}"/>
              </a:ext>
            </a:extLst>
          </p:cNvPr>
          <p:cNvSpPr>
            <a:spLocks xmlns:a="http://schemas.openxmlformats.org/drawingml/2006/main" noGrp="1"/>
          </p:cNvSpPr>
          <p:nvPr/>
        </p:nvSpPr>
        <p:spPr>
          <a:xfrm xmlns:a="http://schemas.openxmlformats.org/drawingml/2006/main">
            <a:off x="857250" y="857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425" b="1" lang="he-IL">
                <a:solidFill>
                  <a:srgbClr val="FFC857"/>
                </a:solidFill>
                <a:latin typeface="Heebo"/>
                <a:ea typeface="Heebo"/>
                <a:cs typeface="Heebo"/>
              </a:defRPr>
            </a:pPr>
            <a:r>
              <a:rPr sz="1425" b="1" lang="he-IL">
                <a:solidFill>
                  <a:srgbClr val="FFC857"/>
                </a:solidFill>
                <a:latin typeface="Heebo"/>
                <a:ea typeface="Heebo"/>
                <a:cs typeface="Heebo"/>
              </a:rPr>
              <a:t>הווה</a:t>
            </a:r>
          </a:p>
        </p:txBody>
      </p:sp>
      <p:sp>
        <p:nvSpPr>
          <p:cNvPr id="3" name="text">
            <a:extLst xmlns:a="http://schemas.openxmlformats.org/drawingml/2006/main">
              <a:ext uri="{FF2B5EF4-FFF2-40B4-BE49-F238E27FC236}">
                <a16:creationId xmlns:a16="http://schemas.microsoft.com/office/drawing/2014/main" id="{78A5F21E-651D-4C13-9068-4CB6F012C6C3}"/>
              </a:ext>
            </a:extLst>
          </p:cNvPr>
          <p:cNvSpPr>
            <a:spLocks xmlns:a="http://schemas.openxmlformats.org/drawingml/2006/main" noGrp="1"/>
          </p:cNvSpPr>
          <p:nvPr/>
        </p:nvSpPr>
        <p:spPr>
          <a:xfrm xmlns:a="http://schemas.openxmlformats.org/drawingml/2006/main">
            <a:off x="762000" y="1571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600" b="1">
                <a:solidFill>
                  <a:srgbClr val="4EE5FF"/>
                </a:solidFill>
                <a:latin typeface="Nunito"/>
                <a:ea typeface="Nunito"/>
                <a:cs typeface="Nunito"/>
              </a:defRPr>
            </a:pPr>
            <a:r>
              <a:rPr sz="6600" b="1">
                <a:solidFill>
                  <a:srgbClr val="4EE5FF"/>
                </a:solidFill>
                <a:latin typeface="Nunito"/>
                <a:ea typeface="Nunito"/>
                <a:cs typeface="Nunito"/>
              </a:rPr>
              <a:t>prepare</a:t>
            </a:r>
          </a:p>
        </p:txBody>
      </p:sp>
      <p:sp>
        <p:nvSpPr>
          <p:cNvPr id="4" name="text">
            <a:extLst xmlns:a="http://schemas.openxmlformats.org/drawingml/2006/main">
              <a:ext uri="{FF2B5EF4-FFF2-40B4-BE49-F238E27FC236}">
                <a16:creationId xmlns:a16="http://schemas.microsoft.com/office/drawing/2014/main" id="{C914ED86-83D1-4904-A297-9741D0907B1F}"/>
              </a:ext>
            </a:extLst>
          </p:cNvPr>
          <p:cNvSpPr>
            <a:spLocks xmlns:a="http://schemas.openxmlformats.org/drawingml/2006/main" noGrp="1"/>
          </p:cNvSpPr>
          <p:nvPr/>
        </p:nvSpPr>
        <p:spPr>
          <a:xfrm xmlns:a="http://schemas.openxmlformats.org/drawingml/2006/main">
            <a:off x="857250" y="280987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F7F7F2"/>
                </a:solidFill>
                <a:latin typeface="Nunito"/>
                <a:ea typeface="Nunito"/>
                <a:cs typeface="Nunito"/>
              </a:defRPr>
            </a:pPr>
            <a:r>
              <a:rPr sz="3600" b="1">
                <a:solidFill>
                  <a:srgbClr val="F7F7F2"/>
                </a:solidFill>
                <a:latin typeface="Nunito"/>
                <a:ea typeface="Nunito"/>
                <a:cs typeface="Nunito"/>
              </a:rPr>
              <a:t>People prepare plates of fruit.</a:t>
            </a:r>
          </a:p>
        </p:txBody>
      </p:sp>
      <p:sp>
        <p:nvSpPr>
          <p:cNvPr id="5" name="text">
            <a:extLst xmlns:a="http://schemas.openxmlformats.org/drawingml/2006/main">
              <a:ext uri="{FF2B5EF4-FFF2-40B4-BE49-F238E27FC236}">
                <a16:creationId xmlns:a16="http://schemas.microsoft.com/office/drawing/2014/main" id="{426EAF32-A1A5-4376-8AE0-63E8FA023EFD}"/>
              </a:ext>
            </a:extLst>
          </p:cNvPr>
          <p:cNvSpPr>
            <a:spLocks xmlns:a="http://schemas.openxmlformats.org/drawingml/2006/main" noGrp="1"/>
          </p:cNvSpPr>
          <p:nvPr/>
        </p:nvSpPr>
        <p:spPr>
          <a:xfrm xmlns:a="http://schemas.openxmlformats.org/drawingml/2006/main">
            <a:off x="857250" y="40957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3675" b="1" lang="he-IL">
                <a:solidFill>
                  <a:srgbClr val="DFFF5B"/>
                </a:solidFill>
                <a:latin typeface="Heebo"/>
                <a:ea typeface="Heebo"/>
                <a:cs typeface="Heebo"/>
              </a:defRPr>
            </a:pPr>
            <a:r>
              <a:rPr sz="3675" b="1" lang="he-IL">
                <a:solidFill>
                  <a:srgbClr val="DFFF5B"/>
                </a:solidFill>
                <a:latin typeface="Heebo"/>
                <a:ea typeface="Heebo"/>
                <a:cs typeface="Heebo"/>
              </a:rPr>
              <a:t>להכין</a:t>
            </a:r>
          </a:p>
        </p:txBody>
      </p:sp>
      <p:sp>
        <p:nvSpPr>
          <p:cNvPr id="6" name="text">
            <a:extLst xmlns:a="http://schemas.openxmlformats.org/drawingml/2006/main">
              <a:ext uri="{FF2B5EF4-FFF2-40B4-BE49-F238E27FC236}">
                <a16:creationId xmlns:a16="http://schemas.microsoft.com/office/drawing/2014/main" id="{A103CFFA-B771-4488-84FC-13710327E087}"/>
              </a:ext>
            </a:extLst>
          </p:cNvPr>
          <p:cNvSpPr>
            <a:spLocks xmlns:a="http://schemas.openxmlformats.org/drawingml/2006/main" noGrp="1"/>
          </p:cNvSpPr>
          <p:nvPr/>
        </p:nvSpPr>
        <p:spPr>
          <a:xfrm xmlns:a="http://schemas.openxmlformats.org/drawingml/2006/main">
            <a:off x="857250" y="495300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625" b="1" lang="he-IL">
                <a:solidFill>
                  <a:srgbClr val="F7F7F2"/>
                </a:solidFill>
                <a:latin typeface="Heebo"/>
                <a:ea typeface="Heebo"/>
                <a:cs typeface="Heebo"/>
              </a:defRPr>
            </a:pPr>
            <a:r>
              <a:rPr sz="2625" b="1" lang="he-IL">
                <a:solidFill>
                  <a:srgbClr val="F7F7F2"/>
                </a:solidFill>
                <a:latin typeface="Heebo"/>
                <a:ea typeface="Heebo"/>
                <a:cs typeface="Heebo"/>
              </a:rPr>
              <a:t>אנשים מכינים צלחות של פירות.</a:t>
            </a:r>
          </a:p>
        </p:txBody>
      </p:sp>
      <p:sp>
        <p:nvSpPr>
          <p:cNvPr id="7" name="text">
            <a:extLst xmlns:a="http://schemas.openxmlformats.org/drawingml/2006/main">
              <a:ext uri="{FF2B5EF4-FFF2-40B4-BE49-F238E27FC236}">
                <a16:creationId xmlns:a16="http://schemas.microsoft.com/office/drawing/2014/main" id="{7EA21193-6A12-4A3E-8D35-A490679F7621}"/>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13 / 70</a:t>
            </a:r>
          </a:p>
        </p:txBody>
      </p:sp>
    </p:spTree>
    <p:extLst>
      <p:ext uri="{BB962C8B-B14F-4D97-AF65-F5344CB8AC3E}">
        <p14:creationId xmlns:p14="http://schemas.microsoft.com/office/powerpoint/2010/main" val="1296926229"/>
      </p:ext>
    </p:extLst>
  </p:cSld>
</p:sld>
</file>

<file path=ppt/slides/slide14.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0C3859A0-D86E-4ED2-A9F5-F28BD458407D}"/>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מילים מתוך טקסט הקריאה</a:t>
            </a:r>
          </a:p>
        </p:txBody>
      </p:sp>
      <p:sp>
        <p:nvSpPr>
          <p:cNvPr id="2" name="text">
            <a:extLst xmlns:a="http://schemas.openxmlformats.org/drawingml/2006/main">
              <a:ext uri="{FF2B5EF4-FFF2-40B4-BE49-F238E27FC236}">
                <a16:creationId xmlns:a16="http://schemas.microsoft.com/office/drawing/2014/main" id="{680D6D51-7DA2-4E29-B7D6-A447B73601FE}"/>
              </a:ext>
            </a:extLst>
          </p:cNvPr>
          <p:cNvSpPr>
            <a:spLocks xmlns:a="http://schemas.openxmlformats.org/drawingml/2006/main" noGrp="1"/>
          </p:cNvSpPr>
          <p:nvPr/>
        </p:nvSpPr>
        <p:spPr>
          <a:xfrm xmlns:a="http://schemas.openxmlformats.org/drawingml/2006/main">
            <a:off x="857250" y="857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425" b="1" lang="he-IL">
                <a:solidFill>
                  <a:srgbClr val="FFC857"/>
                </a:solidFill>
                <a:latin typeface="Heebo"/>
                <a:ea typeface="Heebo"/>
                <a:cs typeface="Heebo"/>
              </a:defRPr>
            </a:pPr>
            <a:r>
              <a:rPr sz="1425" b="1" lang="he-IL">
                <a:solidFill>
                  <a:srgbClr val="FFC857"/>
                </a:solidFill>
                <a:latin typeface="Heebo"/>
                <a:ea typeface="Heebo"/>
                <a:cs typeface="Heebo"/>
              </a:rPr>
              <a:t>הווה</a:t>
            </a:r>
          </a:p>
        </p:txBody>
      </p:sp>
      <p:sp>
        <p:nvSpPr>
          <p:cNvPr id="3" name="text">
            <a:extLst xmlns:a="http://schemas.openxmlformats.org/drawingml/2006/main">
              <a:ext uri="{FF2B5EF4-FFF2-40B4-BE49-F238E27FC236}">
                <a16:creationId xmlns:a16="http://schemas.microsoft.com/office/drawing/2014/main" id="{9CC62DE6-006A-4E76-AF54-D49ECA5444DF}"/>
              </a:ext>
            </a:extLst>
          </p:cNvPr>
          <p:cNvSpPr>
            <a:spLocks xmlns:a="http://schemas.openxmlformats.org/drawingml/2006/main" noGrp="1"/>
          </p:cNvSpPr>
          <p:nvPr/>
        </p:nvSpPr>
        <p:spPr>
          <a:xfrm xmlns:a="http://schemas.openxmlformats.org/drawingml/2006/main">
            <a:off x="762000" y="1571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600" b="1">
                <a:solidFill>
                  <a:srgbClr val="4EE5FF"/>
                </a:solidFill>
                <a:latin typeface="Nunito"/>
                <a:ea typeface="Nunito"/>
                <a:cs typeface="Nunito"/>
              </a:defRPr>
            </a:pPr>
            <a:r>
              <a:rPr sz="6600" b="1">
                <a:solidFill>
                  <a:srgbClr val="4EE5FF"/>
                </a:solidFill>
                <a:latin typeface="Nunito"/>
                <a:ea typeface="Nunito"/>
                <a:cs typeface="Nunito"/>
              </a:rPr>
              <a:t>valuable</a:t>
            </a:r>
          </a:p>
        </p:txBody>
      </p:sp>
      <p:sp>
        <p:nvSpPr>
          <p:cNvPr id="4" name="text">
            <a:extLst xmlns:a="http://schemas.openxmlformats.org/drawingml/2006/main">
              <a:ext uri="{FF2B5EF4-FFF2-40B4-BE49-F238E27FC236}">
                <a16:creationId xmlns:a16="http://schemas.microsoft.com/office/drawing/2014/main" id="{F28E402A-7F7F-4763-A759-E94B479D37DA}"/>
              </a:ext>
            </a:extLst>
          </p:cNvPr>
          <p:cNvSpPr>
            <a:spLocks xmlns:a="http://schemas.openxmlformats.org/drawingml/2006/main" noGrp="1"/>
          </p:cNvSpPr>
          <p:nvPr/>
        </p:nvSpPr>
        <p:spPr>
          <a:xfrm xmlns:a="http://schemas.openxmlformats.org/drawingml/2006/main">
            <a:off x="857250" y="280987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F7F7F2"/>
                </a:solidFill>
                <a:latin typeface="Nunito"/>
                <a:ea typeface="Nunito"/>
                <a:cs typeface="Nunito"/>
              </a:defRPr>
            </a:pPr>
            <a:r>
              <a:rPr sz="3600" b="1">
                <a:solidFill>
                  <a:srgbClr val="F7F7F2"/>
                </a:solidFill>
                <a:latin typeface="Nunito"/>
                <a:ea typeface="Nunito"/>
                <a:cs typeface="Nunito"/>
              </a:rPr>
              <a:t>Sunglasses can be valuable.</a:t>
            </a:r>
          </a:p>
        </p:txBody>
      </p:sp>
      <p:sp>
        <p:nvSpPr>
          <p:cNvPr id="5" name="text">
            <a:extLst xmlns:a="http://schemas.openxmlformats.org/drawingml/2006/main">
              <a:ext uri="{FF2B5EF4-FFF2-40B4-BE49-F238E27FC236}">
                <a16:creationId xmlns:a16="http://schemas.microsoft.com/office/drawing/2014/main" id="{24A0D617-EA80-40C9-B86C-5FF2E38F43B9}"/>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14 / 70</a:t>
            </a:r>
          </a:p>
        </p:txBody>
      </p:sp>
    </p:spTree>
    <p:extLst>
      <p:ext uri="{BB962C8B-B14F-4D97-AF65-F5344CB8AC3E}">
        <p14:creationId xmlns:p14="http://schemas.microsoft.com/office/powerpoint/2010/main" val="179442109"/>
      </p:ext>
    </p:extLst>
  </p:cSld>
</p:sld>
</file>

<file path=ppt/slides/slide15.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
            <a:extLst xmlns:a="http://schemas.openxmlformats.org/drawingml/2006/main">
              <a:ext uri="{FF2B5EF4-FFF2-40B4-BE49-F238E27FC236}">
                <a16:creationId xmlns:a16="http://schemas.microsoft.com/office/drawing/2014/main" id="{7DCB82AE-CF24-4958-8475-32B2C253BFFD}"/>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מילים מתוך טקסט הקריאה</a:t>
            </a:r>
          </a:p>
        </p:txBody>
      </p:sp>
      <p:sp>
        <p:nvSpPr>
          <p:cNvPr id="2" name="text">
            <a:extLst xmlns:a="http://schemas.openxmlformats.org/drawingml/2006/main">
              <a:ext uri="{FF2B5EF4-FFF2-40B4-BE49-F238E27FC236}">
                <a16:creationId xmlns:a16="http://schemas.microsoft.com/office/drawing/2014/main" id="{83FA8E8F-FF7F-44C9-9BBD-B5036E5095D2}"/>
              </a:ext>
            </a:extLst>
          </p:cNvPr>
          <p:cNvSpPr>
            <a:spLocks xmlns:a="http://schemas.openxmlformats.org/drawingml/2006/main" noGrp="1"/>
          </p:cNvSpPr>
          <p:nvPr/>
        </p:nvSpPr>
        <p:spPr>
          <a:xfrm xmlns:a="http://schemas.openxmlformats.org/drawingml/2006/main">
            <a:off x="857250" y="857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425" b="1" lang="he-IL">
                <a:solidFill>
                  <a:srgbClr val="FFC857"/>
                </a:solidFill>
                <a:latin typeface="Heebo"/>
                <a:ea typeface="Heebo"/>
                <a:cs typeface="Heebo"/>
              </a:defRPr>
            </a:pPr>
            <a:r>
              <a:rPr sz="1425" b="1" lang="he-IL">
                <a:solidFill>
                  <a:srgbClr val="FFC857"/>
                </a:solidFill>
                <a:latin typeface="Heebo"/>
                <a:ea typeface="Heebo"/>
                <a:cs typeface="Heebo"/>
              </a:rPr>
              <a:t>הווה</a:t>
            </a:r>
          </a:p>
        </p:txBody>
      </p:sp>
      <p:sp>
        <p:nvSpPr>
          <p:cNvPr id="3" name="text">
            <a:extLst xmlns:a="http://schemas.openxmlformats.org/drawingml/2006/main">
              <a:ext uri="{FF2B5EF4-FFF2-40B4-BE49-F238E27FC236}">
                <a16:creationId xmlns:a16="http://schemas.microsoft.com/office/drawing/2014/main" id="{28B4DFC4-716C-42AD-8910-DBAEFF8A4220}"/>
              </a:ext>
            </a:extLst>
          </p:cNvPr>
          <p:cNvSpPr>
            <a:spLocks xmlns:a="http://schemas.openxmlformats.org/drawingml/2006/main" noGrp="1"/>
          </p:cNvSpPr>
          <p:nvPr/>
        </p:nvSpPr>
        <p:spPr>
          <a:xfrm xmlns:a="http://schemas.openxmlformats.org/drawingml/2006/main">
            <a:off x="762000" y="1571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600" b="1">
                <a:solidFill>
                  <a:srgbClr val="4EE5FF"/>
                </a:solidFill>
                <a:latin typeface="Nunito"/>
                <a:ea typeface="Nunito"/>
                <a:cs typeface="Nunito"/>
              </a:defRPr>
            </a:pPr>
            <a:r>
              <a:rPr sz="6600" b="1">
                <a:solidFill>
                  <a:srgbClr val="4EE5FF"/>
                </a:solidFill>
                <a:latin typeface="Nunito"/>
                <a:ea typeface="Nunito"/>
                <a:cs typeface="Nunito"/>
              </a:rPr>
              <a:t>valuable</a:t>
            </a:r>
          </a:p>
        </p:txBody>
      </p:sp>
      <p:sp>
        <p:nvSpPr>
          <p:cNvPr id="4" name="text">
            <a:extLst xmlns:a="http://schemas.openxmlformats.org/drawingml/2006/main">
              <a:ext uri="{FF2B5EF4-FFF2-40B4-BE49-F238E27FC236}">
                <a16:creationId xmlns:a16="http://schemas.microsoft.com/office/drawing/2014/main" id="{085E9C07-BD89-435B-B8F1-FB2B66ECDF32}"/>
              </a:ext>
            </a:extLst>
          </p:cNvPr>
          <p:cNvSpPr>
            <a:spLocks xmlns:a="http://schemas.openxmlformats.org/drawingml/2006/main" noGrp="1"/>
          </p:cNvSpPr>
          <p:nvPr/>
        </p:nvSpPr>
        <p:spPr>
          <a:xfrm xmlns:a="http://schemas.openxmlformats.org/drawingml/2006/main">
            <a:off x="857250" y="280987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F7F7F2"/>
                </a:solidFill>
                <a:latin typeface="Nunito"/>
                <a:ea typeface="Nunito"/>
                <a:cs typeface="Nunito"/>
              </a:defRPr>
            </a:pPr>
            <a:r>
              <a:rPr sz="3600" b="1">
                <a:solidFill>
                  <a:srgbClr val="F7F7F2"/>
                </a:solidFill>
                <a:latin typeface="Nunito"/>
                <a:ea typeface="Nunito"/>
                <a:cs typeface="Nunito"/>
              </a:rPr>
              <a:t>Sunglasses can be valuable.</a:t>
            </a:r>
          </a:p>
        </p:txBody>
      </p:sp>
      <p:sp>
        <p:nvSpPr>
          <p:cNvPr id="5" name="text">
            <a:extLst xmlns:a="http://schemas.openxmlformats.org/drawingml/2006/main">
              <a:ext uri="{FF2B5EF4-FFF2-40B4-BE49-F238E27FC236}">
                <a16:creationId xmlns:a16="http://schemas.microsoft.com/office/drawing/2014/main" id="{75E6F025-319C-484A-9753-F7EF769106BB}"/>
              </a:ext>
            </a:extLst>
          </p:cNvPr>
          <p:cNvSpPr>
            <a:spLocks xmlns:a="http://schemas.openxmlformats.org/drawingml/2006/main" noGrp="1"/>
          </p:cNvSpPr>
          <p:nvPr/>
        </p:nvSpPr>
        <p:spPr>
          <a:xfrm xmlns:a="http://schemas.openxmlformats.org/drawingml/2006/main">
            <a:off x="857250" y="40957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3675" b="1" lang="he-IL">
                <a:solidFill>
                  <a:srgbClr val="DFFF5B"/>
                </a:solidFill>
                <a:latin typeface="Heebo"/>
                <a:ea typeface="Heebo"/>
                <a:cs typeface="Heebo"/>
              </a:defRPr>
            </a:pPr>
            <a:r>
              <a:rPr sz="3675" b="1" lang="he-IL">
                <a:solidFill>
                  <a:srgbClr val="DFFF5B"/>
                </a:solidFill>
                <a:latin typeface="Heebo"/>
                <a:ea typeface="Heebo"/>
                <a:cs typeface="Heebo"/>
              </a:rPr>
              <a:t>בעל ערך; יקר ערך</a:t>
            </a:r>
          </a:p>
        </p:txBody>
      </p:sp>
      <p:sp>
        <p:nvSpPr>
          <p:cNvPr id="6" name="text">
            <a:extLst xmlns:a="http://schemas.openxmlformats.org/drawingml/2006/main">
              <a:ext uri="{FF2B5EF4-FFF2-40B4-BE49-F238E27FC236}">
                <a16:creationId xmlns:a16="http://schemas.microsoft.com/office/drawing/2014/main" id="{07F79375-E75E-417A-B95F-F75A96AB1080}"/>
              </a:ext>
            </a:extLst>
          </p:cNvPr>
          <p:cNvSpPr>
            <a:spLocks xmlns:a="http://schemas.openxmlformats.org/drawingml/2006/main" noGrp="1"/>
          </p:cNvSpPr>
          <p:nvPr/>
        </p:nvSpPr>
        <p:spPr>
          <a:xfrm xmlns:a="http://schemas.openxmlformats.org/drawingml/2006/main">
            <a:off x="857250" y="495300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625" b="1" lang="he-IL">
                <a:solidFill>
                  <a:srgbClr val="F7F7F2"/>
                </a:solidFill>
                <a:latin typeface="Heebo"/>
                <a:ea typeface="Heebo"/>
                <a:cs typeface="Heebo"/>
              </a:defRPr>
            </a:pPr>
            <a:r>
              <a:rPr sz="2625" b="1" lang="he-IL">
                <a:solidFill>
                  <a:srgbClr val="F7F7F2"/>
                </a:solidFill>
                <a:latin typeface="Heebo"/>
                <a:ea typeface="Heebo"/>
                <a:cs typeface="Heebo"/>
              </a:rPr>
              <a:t>משקפי שמש יכולים להיות בעלי ערך.</a:t>
            </a:r>
          </a:p>
        </p:txBody>
      </p:sp>
      <p:sp>
        <p:nvSpPr>
          <p:cNvPr id="7" name="text">
            <a:extLst xmlns:a="http://schemas.openxmlformats.org/drawingml/2006/main">
              <a:ext uri="{FF2B5EF4-FFF2-40B4-BE49-F238E27FC236}">
                <a16:creationId xmlns:a16="http://schemas.microsoft.com/office/drawing/2014/main" id="{F9F2E132-633A-4758-BAC4-98887F5E9A40}"/>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15 / 70</a:t>
            </a:r>
          </a:p>
        </p:txBody>
      </p:sp>
    </p:spTree>
    <p:extLst>
      <p:ext uri="{BB962C8B-B14F-4D97-AF65-F5344CB8AC3E}">
        <p14:creationId xmlns:p14="http://schemas.microsoft.com/office/powerpoint/2010/main" val="1237785627"/>
      </p:ext>
    </p:extLst>
  </p:cSld>
</p:sld>
</file>

<file path=ppt/slides/slide16.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3188B38B-6C3D-4916-B107-3913E7D1B737}"/>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מילים מתוך טקסט הקריאה</a:t>
            </a:r>
          </a:p>
        </p:txBody>
      </p:sp>
      <p:sp>
        <p:nvSpPr>
          <p:cNvPr id="2" name="text">
            <a:extLst xmlns:a="http://schemas.openxmlformats.org/drawingml/2006/main">
              <a:ext uri="{FF2B5EF4-FFF2-40B4-BE49-F238E27FC236}">
                <a16:creationId xmlns:a16="http://schemas.microsoft.com/office/drawing/2014/main" id="{4ED38896-2BAA-49AE-93EF-AEFBD1B58BE5}"/>
              </a:ext>
            </a:extLst>
          </p:cNvPr>
          <p:cNvSpPr>
            <a:spLocks xmlns:a="http://schemas.openxmlformats.org/drawingml/2006/main" noGrp="1"/>
          </p:cNvSpPr>
          <p:nvPr/>
        </p:nvSpPr>
        <p:spPr>
          <a:xfrm xmlns:a="http://schemas.openxmlformats.org/drawingml/2006/main">
            <a:off x="857250" y="857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425" b="1" lang="he-IL">
                <a:solidFill>
                  <a:srgbClr val="FFC857"/>
                </a:solidFill>
                <a:latin typeface="Heebo"/>
                <a:ea typeface="Heebo"/>
                <a:cs typeface="Heebo"/>
              </a:defRPr>
            </a:pPr>
            <a:r>
              <a:rPr sz="1425" b="1" lang="he-IL">
                <a:solidFill>
                  <a:srgbClr val="FFC857"/>
                </a:solidFill>
                <a:latin typeface="Heebo"/>
                <a:ea typeface="Heebo"/>
                <a:cs typeface="Heebo"/>
              </a:rPr>
              <a:t>הווה</a:t>
            </a:r>
          </a:p>
        </p:txBody>
      </p:sp>
      <p:sp>
        <p:nvSpPr>
          <p:cNvPr id="3" name="text">
            <a:extLst xmlns:a="http://schemas.openxmlformats.org/drawingml/2006/main">
              <a:ext uri="{FF2B5EF4-FFF2-40B4-BE49-F238E27FC236}">
                <a16:creationId xmlns:a16="http://schemas.microsoft.com/office/drawing/2014/main" id="{DA164301-564F-417C-96EE-5ECFFFA808AB}"/>
              </a:ext>
            </a:extLst>
          </p:cNvPr>
          <p:cNvSpPr>
            <a:spLocks xmlns:a="http://schemas.openxmlformats.org/drawingml/2006/main" noGrp="1"/>
          </p:cNvSpPr>
          <p:nvPr/>
        </p:nvSpPr>
        <p:spPr>
          <a:xfrm xmlns:a="http://schemas.openxmlformats.org/drawingml/2006/main">
            <a:off x="762000" y="1571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600" b="1">
                <a:solidFill>
                  <a:srgbClr val="4EE5FF"/>
                </a:solidFill>
                <a:latin typeface="Nunito"/>
                <a:ea typeface="Nunito"/>
                <a:cs typeface="Nunito"/>
              </a:defRPr>
            </a:pPr>
            <a:r>
              <a:rPr sz="6600" b="1">
                <a:solidFill>
                  <a:srgbClr val="4EE5FF"/>
                </a:solidFill>
                <a:latin typeface="Nunito"/>
                <a:ea typeface="Nunito"/>
                <a:cs typeface="Nunito"/>
              </a:rPr>
              <a:t>annual</a:t>
            </a:r>
          </a:p>
        </p:txBody>
      </p:sp>
      <p:sp>
        <p:nvSpPr>
          <p:cNvPr id="4" name="text">
            <a:extLst xmlns:a="http://schemas.openxmlformats.org/drawingml/2006/main">
              <a:ext uri="{FF2B5EF4-FFF2-40B4-BE49-F238E27FC236}">
                <a16:creationId xmlns:a16="http://schemas.microsoft.com/office/drawing/2014/main" id="{7EE5FBD7-DF62-4164-9677-D96E5D38A58F}"/>
              </a:ext>
            </a:extLst>
          </p:cNvPr>
          <p:cNvSpPr>
            <a:spLocks xmlns:a="http://schemas.openxmlformats.org/drawingml/2006/main" noGrp="1"/>
          </p:cNvSpPr>
          <p:nvPr/>
        </p:nvSpPr>
        <p:spPr>
          <a:xfrm xmlns:a="http://schemas.openxmlformats.org/drawingml/2006/main">
            <a:off x="857250" y="280987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F7F7F2"/>
                </a:solidFill>
                <a:latin typeface="Nunito"/>
                <a:ea typeface="Nunito"/>
                <a:cs typeface="Nunito"/>
              </a:defRPr>
            </a:pPr>
            <a:r>
              <a:rPr sz="3600" b="1">
                <a:solidFill>
                  <a:srgbClr val="F7F7F2"/>
                </a:solidFill>
                <a:latin typeface="Nunito"/>
                <a:ea typeface="Nunito"/>
                <a:cs typeface="Nunito"/>
              </a:rPr>
              <a:t>The annual festival happens once a year.</a:t>
            </a:r>
          </a:p>
        </p:txBody>
      </p:sp>
      <p:sp>
        <p:nvSpPr>
          <p:cNvPr id="5" name="text">
            <a:extLst xmlns:a="http://schemas.openxmlformats.org/drawingml/2006/main">
              <a:ext uri="{FF2B5EF4-FFF2-40B4-BE49-F238E27FC236}">
                <a16:creationId xmlns:a16="http://schemas.microsoft.com/office/drawing/2014/main" id="{B9D824A6-EB86-4F32-8A86-9426ECB67DF2}"/>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16 / 70</a:t>
            </a:r>
          </a:p>
        </p:txBody>
      </p:sp>
    </p:spTree>
    <p:extLst>
      <p:ext uri="{BB962C8B-B14F-4D97-AF65-F5344CB8AC3E}">
        <p14:creationId xmlns:p14="http://schemas.microsoft.com/office/powerpoint/2010/main" val="1961690069"/>
      </p:ext>
    </p:extLst>
  </p:cSld>
</p:sld>
</file>

<file path=ppt/slides/slide17.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
            <a:extLst xmlns:a="http://schemas.openxmlformats.org/drawingml/2006/main">
              <a:ext uri="{FF2B5EF4-FFF2-40B4-BE49-F238E27FC236}">
                <a16:creationId xmlns:a16="http://schemas.microsoft.com/office/drawing/2014/main" id="{1661B638-61AD-4B8B-AF52-C9F8340FC08D}"/>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מילים מתוך טקסט הקריאה</a:t>
            </a:r>
          </a:p>
        </p:txBody>
      </p:sp>
      <p:sp>
        <p:nvSpPr>
          <p:cNvPr id="2" name="text">
            <a:extLst xmlns:a="http://schemas.openxmlformats.org/drawingml/2006/main">
              <a:ext uri="{FF2B5EF4-FFF2-40B4-BE49-F238E27FC236}">
                <a16:creationId xmlns:a16="http://schemas.microsoft.com/office/drawing/2014/main" id="{4832AA4C-7C89-488C-824A-0607B5BC7188}"/>
              </a:ext>
            </a:extLst>
          </p:cNvPr>
          <p:cNvSpPr>
            <a:spLocks xmlns:a="http://schemas.openxmlformats.org/drawingml/2006/main" noGrp="1"/>
          </p:cNvSpPr>
          <p:nvPr/>
        </p:nvSpPr>
        <p:spPr>
          <a:xfrm xmlns:a="http://schemas.openxmlformats.org/drawingml/2006/main">
            <a:off x="857250" y="857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425" b="1" lang="he-IL">
                <a:solidFill>
                  <a:srgbClr val="FFC857"/>
                </a:solidFill>
                <a:latin typeface="Heebo"/>
                <a:ea typeface="Heebo"/>
                <a:cs typeface="Heebo"/>
              </a:defRPr>
            </a:pPr>
            <a:r>
              <a:rPr sz="1425" b="1" lang="he-IL">
                <a:solidFill>
                  <a:srgbClr val="FFC857"/>
                </a:solidFill>
                <a:latin typeface="Heebo"/>
                <a:ea typeface="Heebo"/>
                <a:cs typeface="Heebo"/>
              </a:rPr>
              <a:t>הווה</a:t>
            </a:r>
          </a:p>
        </p:txBody>
      </p:sp>
      <p:sp>
        <p:nvSpPr>
          <p:cNvPr id="3" name="text">
            <a:extLst xmlns:a="http://schemas.openxmlformats.org/drawingml/2006/main">
              <a:ext uri="{FF2B5EF4-FFF2-40B4-BE49-F238E27FC236}">
                <a16:creationId xmlns:a16="http://schemas.microsoft.com/office/drawing/2014/main" id="{0E342B34-5C37-48EB-8215-25785B28C643}"/>
              </a:ext>
            </a:extLst>
          </p:cNvPr>
          <p:cNvSpPr>
            <a:spLocks xmlns:a="http://schemas.openxmlformats.org/drawingml/2006/main" noGrp="1"/>
          </p:cNvSpPr>
          <p:nvPr/>
        </p:nvSpPr>
        <p:spPr>
          <a:xfrm xmlns:a="http://schemas.openxmlformats.org/drawingml/2006/main">
            <a:off x="762000" y="1571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600" b="1">
                <a:solidFill>
                  <a:srgbClr val="4EE5FF"/>
                </a:solidFill>
                <a:latin typeface="Nunito"/>
                <a:ea typeface="Nunito"/>
                <a:cs typeface="Nunito"/>
              </a:defRPr>
            </a:pPr>
            <a:r>
              <a:rPr sz="6600" b="1">
                <a:solidFill>
                  <a:srgbClr val="4EE5FF"/>
                </a:solidFill>
                <a:latin typeface="Nunito"/>
                <a:ea typeface="Nunito"/>
                <a:cs typeface="Nunito"/>
              </a:rPr>
              <a:t>annual</a:t>
            </a:r>
          </a:p>
        </p:txBody>
      </p:sp>
      <p:sp>
        <p:nvSpPr>
          <p:cNvPr id="4" name="text">
            <a:extLst xmlns:a="http://schemas.openxmlformats.org/drawingml/2006/main">
              <a:ext uri="{FF2B5EF4-FFF2-40B4-BE49-F238E27FC236}">
                <a16:creationId xmlns:a16="http://schemas.microsoft.com/office/drawing/2014/main" id="{559738FB-6364-4603-A5D8-D40A2261490F}"/>
              </a:ext>
            </a:extLst>
          </p:cNvPr>
          <p:cNvSpPr>
            <a:spLocks xmlns:a="http://schemas.openxmlformats.org/drawingml/2006/main" noGrp="1"/>
          </p:cNvSpPr>
          <p:nvPr/>
        </p:nvSpPr>
        <p:spPr>
          <a:xfrm xmlns:a="http://schemas.openxmlformats.org/drawingml/2006/main">
            <a:off x="857250" y="280987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F7F7F2"/>
                </a:solidFill>
                <a:latin typeface="Nunito"/>
                <a:ea typeface="Nunito"/>
                <a:cs typeface="Nunito"/>
              </a:defRPr>
            </a:pPr>
            <a:r>
              <a:rPr sz="3600" b="1">
                <a:solidFill>
                  <a:srgbClr val="F7F7F2"/>
                </a:solidFill>
                <a:latin typeface="Nunito"/>
                <a:ea typeface="Nunito"/>
                <a:cs typeface="Nunito"/>
              </a:rPr>
              <a:t>The annual festival happens once a year.</a:t>
            </a:r>
          </a:p>
        </p:txBody>
      </p:sp>
      <p:sp>
        <p:nvSpPr>
          <p:cNvPr id="5" name="text">
            <a:extLst xmlns:a="http://schemas.openxmlformats.org/drawingml/2006/main">
              <a:ext uri="{FF2B5EF4-FFF2-40B4-BE49-F238E27FC236}">
                <a16:creationId xmlns:a16="http://schemas.microsoft.com/office/drawing/2014/main" id="{AA95025D-942E-4E53-9064-7D2B08F27F0E}"/>
              </a:ext>
            </a:extLst>
          </p:cNvPr>
          <p:cNvSpPr>
            <a:spLocks xmlns:a="http://schemas.openxmlformats.org/drawingml/2006/main" noGrp="1"/>
          </p:cNvSpPr>
          <p:nvPr/>
        </p:nvSpPr>
        <p:spPr>
          <a:xfrm xmlns:a="http://schemas.openxmlformats.org/drawingml/2006/main">
            <a:off x="857250" y="40957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3675" b="1" lang="he-IL">
                <a:solidFill>
                  <a:srgbClr val="DFFF5B"/>
                </a:solidFill>
                <a:latin typeface="Heebo"/>
                <a:ea typeface="Heebo"/>
                <a:cs typeface="Heebo"/>
              </a:defRPr>
            </a:pPr>
            <a:r>
              <a:rPr sz="3675" b="1" lang="he-IL">
                <a:solidFill>
                  <a:srgbClr val="DFFF5B"/>
                </a:solidFill>
                <a:latin typeface="Heebo"/>
                <a:ea typeface="Heebo"/>
                <a:cs typeface="Heebo"/>
              </a:rPr>
              <a:t>שנתי; שמתקיים פעם בשנה</a:t>
            </a:r>
          </a:p>
        </p:txBody>
      </p:sp>
      <p:sp>
        <p:nvSpPr>
          <p:cNvPr id="6" name="text">
            <a:extLst xmlns:a="http://schemas.openxmlformats.org/drawingml/2006/main">
              <a:ext uri="{FF2B5EF4-FFF2-40B4-BE49-F238E27FC236}">
                <a16:creationId xmlns:a16="http://schemas.microsoft.com/office/drawing/2014/main" id="{D092A954-FE86-489F-A03F-E2AEF20DE1B6}"/>
              </a:ext>
            </a:extLst>
          </p:cNvPr>
          <p:cNvSpPr>
            <a:spLocks xmlns:a="http://schemas.openxmlformats.org/drawingml/2006/main" noGrp="1"/>
          </p:cNvSpPr>
          <p:nvPr/>
        </p:nvSpPr>
        <p:spPr>
          <a:xfrm xmlns:a="http://schemas.openxmlformats.org/drawingml/2006/main">
            <a:off x="857250" y="495300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625" b="1" lang="he-IL">
                <a:solidFill>
                  <a:srgbClr val="F7F7F2"/>
                </a:solidFill>
                <a:latin typeface="Heebo"/>
                <a:ea typeface="Heebo"/>
                <a:cs typeface="Heebo"/>
              </a:defRPr>
            </a:pPr>
            <a:r>
              <a:rPr sz="2625" b="1" lang="he-IL">
                <a:solidFill>
                  <a:srgbClr val="F7F7F2"/>
                </a:solidFill>
                <a:latin typeface="Heebo"/>
                <a:ea typeface="Heebo"/>
                <a:cs typeface="Heebo"/>
              </a:rPr>
              <a:t>הפסטיבל השנתי מתקיים פעם בשנה.</a:t>
            </a:r>
          </a:p>
        </p:txBody>
      </p:sp>
      <p:sp>
        <p:nvSpPr>
          <p:cNvPr id="7" name="text">
            <a:extLst xmlns:a="http://schemas.openxmlformats.org/drawingml/2006/main">
              <a:ext uri="{FF2B5EF4-FFF2-40B4-BE49-F238E27FC236}">
                <a16:creationId xmlns:a16="http://schemas.microsoft.com/office/drawing/2014/main" id="{6076E6EE-C374-43A3-96F0-78D9DDDACDA5}"/>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17 / 70</a:t>
            </a:r>
          </a:p>
        </p:txBody>
      </p:sp>
    </p:spTree>
    <p:extLst>
      <p:ext uri="{BB962C8B-B14F-4D97-AF65-F5344CB8AC3E}">
        <p14:creationId xmlns:p14="http://schemas.microsoft.com/office/powerpoint/2010/main" val="190541575"/>
      </p:ext>
    </p:extLst>
  </p:cSld>
</p:sld>
</file>

<file path=ppt/slides/slide18.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E3100114-217C-4CAC-95D7-AE4FC67F3231}"/>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מילים מתוך טקסט הקריאה</a:t>
            </a:r>
          </a:p>
        </p:txBody>
      </p:sp>
      <p:sp>
        <p:nvSpPr>
          <p:cNvPr id="2" name="text">
            <a:extLst xmlns:a="http://schemas.openxmlformats.org/drawingml/2006/main">
              <a:ext uri="{FF2B5EF4-FFF2-40B4-BE49-F238E27FC236}">
                <a16:creationId xmlns:a16="http://schemas.microsoft.com/office/drawing/2014/main" id="{A2412498-C753-4AD8-A923-332E28A7659E}"/>
              </a:ext>
            </a:extLst>
          </p:cNvPr>
          <p:cNvSpPr>
            <a:spLocks xmlns:a="http://schemas.openxmlformats.org/drawingml/2006/main" noGrp="1"/>
          </p:cNvSpPr>
          <p:nvPr/>
        </p:nvSpPr>
        <p:spPr>
          <a:xfrm xmlns:a="http://schemas.openxmlformats.org/drawingml/2006/main">
            <a:off x="857250" y="857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425" b="1" lang="he-IL">
                <a:solidFill>
                  <a:srgbClr val="FFC857"/>
                </a:solidFill>
                <a:latin typeface="Heebo"/>
                <a:ea typeface="Heebo"/>
                <a:cs typeface="Heebo"/>
              </a:defRPr>
            </a:pPr>
            <a:r>
              <a:rPr sz="1425" b="1" lang="he-IL">
                <a:solidFill>
                  <a:srgbClr val="FFC857"/>
                </a:solidFill>
                <a:latin typeface="Heebo"/>
                <a:ea typeface="Heebo"/>
                <a:cs typeface="Heebo"/>
              </a:rPr>
              <a:t>הווה</a:t>
            </a:r>
          </a:p>
        </p:txBody>
      </p:sp>
      <p:sp>
        <p:nvSpPr>
          <p:cNvPr id="3" name="text">
            <a:extLst xmlns:a="http://schemas.openxmlformats.org/drawingml/2006/main">
              <a:ext uri="{FF2B5EF4-FFF2-40B4-BE49-F238E27FC236}">
                <a16:creationId xmlns:a16="http://schemas.microsoft.com/office/drawing/2014/main" id="{AFFCEA24-CDB4-477D-A244-6B7349422FA4}"/>
              </a:ext>
            </a:extLst>
          </p:cNvPr>
          <p:cNvSpPr>
            <a:spLocks xmlns:a="http://schemas.openxmlformats.org/drawingml/2006/main" noGrp="1"/>
          </p:cNvSpPr>
          <p:nvPr/>
        </p:nvSpPr>
        <p:spPr>
          <a:xfrm xmlns:a="http://schemas.openxmlformats.org/drawingml/2006/main">
            <a:off x="762000" y="1571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600" b="1">
                <a:solidFill>
                  <a:srgbClr val="4EE5FF"/>
                </a:solidFill>
                <a:latin typeface="Nunito"/>
                <a:ea typeface="Nunito"/>
                <a:cs typeface="Nunito"/>
              </a:defRPr>
            </a:pPr>
            <a:r>
              <a:rPr sz="6600" b="1">
                <a:solidFill>
                  <a:srgbClr val="4EE5FF"/>
                </a:solidFill>
                <a:latin typeface="Nunito"/>
                <a:ea typeface="Nunito"/>
                <a:cs typeface="Nunito"/>
              </a:rPr>
              <a:t>careful</a:t>
            </a:r>
          </a:p>
        </p:txBody>
      </p:sp>
      <p:sp>
        <p:nvSpPr>
          <p:cNvPr id="4" name="text">
            <a:extLst xmlns:a="http://schemas.openxmlformats.org/drawingml/2006/main">
              <a:ext uri="{FF2B5EF4-FFF2-40B4-BE49-F238E27FC236}">
                <a16:creationId xmlns:a16="http://schemas.microsoft.com/office/drawing/2014/main" id="{8BBA3CA6-B44D-4639-9E3C-7EF54EAB9C11}"/>
              </a:ext>
            </a:extLst>
          </p:cNvPr>
          <p:cNvSpPr>
            <a:spLocks xmlns:a="http://schemas.openxmlformats.org/drawingml/2006/main" noGrp="1"/>
          </p:cNvSpPr>
          <p:nvPr/>
        </p:nvSpPr>
        <p:spPr>
          <a:xfrm xmlns:a="http://schemas.openxmlformats.org/drawingml/2006/main">
            <a:off x="857250" y="280987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F7F7F2"/>
                </a:solidFill>
                <a:latin typeface="Nunito"/>
                <a:ea typeface="Nunito"/>
                <a:cs typeface="Nunito"/>
              </a:defRPr>
            </a:pPr>
            <a:r>
              <a:rPr sz="3600" b="1">
                <a:solidFill>
                  <a:srgbClr val="F7F7F2"/>
                </a:solidFill>
                <a:latin typeface="Nunito"/>
                <a:ea typeface="Nunito"/>
                <a:cs typeface="Nunito"/>
              </a:rPr>
              <a:t>You have to be careful.</a:t>
            </a:r>
          </a:p>
        </p:txBody>
      </p:sp>
      <p:sp>
        <p:nvSpPr>
          <p:cNvPr id="5" name="text">
            <a:extLst xmlns:a="http://schemas.openxmlformats.org/drawingml/2006/main">
              <a:ext uri="{FF2B5EF4-FFF2-40B4-BE49-F238E27FC236}">
                <a16:creationId xmlns:a16="http://schemas.microsoft.com/office/drawing/2014/main" id="{B3448E1A-E38D-462F-82DE-C491BB30D40B}"/>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18 / 70</a:t>
            </a:r>
          </a:p>
        </p:txBody>
      </p:sp>
    </p:spTree>
    <p:extLst>
      <p:ext uri="{BB962C8B-B14F-4D97-AF65-F5344CB8AC3E}">
        <p14:creationId xmlns:p14="http://schemas.microsoft.com/office/powerpoint/2010/main" val="652496050"/>
      </p:ext>
    </p:extLst>
  </p:cSld>
</p:sld>
</file>

<file path=ppt/slides/slide19.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
            <a:extLst xmlns:a="http://schemas.openxmlformats.org/drawingml/2006/main">
              <a:ext uri="{FF2B5EF4-FFF2-40B4-BE49-F238E27FC236}">
                <a16:creationId xmlns:a16="http://schemas.microsoft.com/office/drawing/2014/main" id="{7921DFF0-25BB-426D-97E7-944ACCABAA9C}"/>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מילים מתוך טקסט הקריאה</a:t>
            </a:r>
          </a:p>
        </p:txBody>
      </p:sp>
      <p:sp>
        <p:nvSpPr>
          <p:cNvPr id="2" name="text">
            <a:extLst xmlns:a="http://schemas.openxmlformats.org/drawingml/2006/main">
              <a:ext uri="{FF2B5EF4-FFF2-40B4-BE49-F238E27FC236}">
                <a16:creationId xmlns:a16="http://schemas.microsoft.com/office/drawing/2014/main" id="{3C64AB49-00D6-49F2-BB5B-D095CD39E809}"/>
              </a:ext>
            </a:extLst>
          </p:cNvPr>
          <p:cNvSpPr>
            <a:spLocks xmlns:a="http://schemas.openxmlformats.org/drawingml/2006/main" noGrp="1"/>
          </p:cNvSpPr>
          <p:nvPr/>
        </p:nvSpPr>
        <p:spPr>
          <a:xfrm xmlns:a="http://schemas.openxmlformats.org/drawingml/2006/main">
            <a:off x="857250" y="857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425" b="1" lang="he-IL">
                <a:solidFill>
                  <a:srgbClr val="FFC857"/>
                </a:solidFill>
                <a:latin typeface="Heebo"/>
                <a:ea typeface="Heebo"/>
                <a:cs typeface="Heebo"/>
              </a:defRPr>
            </a:pPr>
            <a:r>
              <a:rPr sz="1425" b="1" lang="he-IL">
                <a:solidFill>
                  <a:srgbClr val="FFC857"/>
                </a:solidFill>
                <a:latin typeface="Heebo"/>
                <a:ea typeface="Heebo"/>
                <a:cs typeface="Heebo"/>
              </a:rPr>
              <a:t>הווה</a:t>
            </a:r>
          </a:p>
        </p:txBody>
      </p:sp>
      <p:sp>
        <p:nvSpPr>
          <p:cNvPr id="3" name="text">
            <a:extLst xmlns:a="http://schemas.openxmlformats.org/drawingml/2006/main">
              <a:ext uri="{FF2B5EF4-FFF2-40B4-BE49-F238E27FC236}">
                <a16:creationId xmlns:a16="http://schemas.microsoft.com/office/drawing/2014/main" id="{123B5BF5-C0C0-41BC-971E-6F5B3F299E94}"/>
              </a:ext>
            </a:extLst>
          </p:cNvPr>
          <p:cNvSpPr>
            <a:spLocks xmlns:a="http://schemas.openxmlformats.org/drawingml/2006/main" noGrp="1"/>
          </p:cNvSpPr>
          <p:nvPr/>
        </p:nvSpPr>
        <p:spPr>
          <a:xfrm xmlns:a="http://schemas.openxmlformats.org/drawingml/2006/main">
            <a:off x="762000" y="1571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600" b="1">
                <a:solidFill>
                  <a:srgbClr val="4EE5FF"/>
                </a:solidFill>
                <a:latin typeface="Nunito"/>
                <a:ea typeface="Nunito"/>
                <a:cs typeface="Nunito"/>
              </a:defRPr>
            </a:pPr>
            <a:r>
              <a:rPr sz="6600" b="1">
                <a:solidFill>
                  <a:srgbClr val="4EE5FF"/>
                </a:solidFill>
                <a:latin typeface="Nunito"/>
                <a:ea typeface="Nunito"/>
                <a:cs typeface="Nunito"/>
              </a:rPr>
              <a:t>careful</a:t>
            </a:r>
          </a:p>
        </p:txBody>
      </p:sp>
      <p:sp>
        <p:nvSpPr>
          <p:cNvPr id="4" name="text">
            <a:extLst xmlns:a="http://schemas.openxmlformats.org/drawingml/2006/main">
              <a:ext uri="{FF2B5EF4-FFF2-40B4-BE49-F238E27FC236}">
                <a16:creationId xmlns:a16="http://schemas.microsoft.com/office/drawing/2014/main" id="{55F590EC-7727-47E0-80B7-17A54C94AA91}"/>
              </a:ext>
            </a:extLst>
          </p:cNvPr>
          <p:cNvSpPr>
            <a:spLocks xmlns:a="http://schemas.openxmlformats.org/drawingml/2006/main" noGrp="1"/>
          </p:cNvSpPr>
          <p:nvPr/>
        </p:nvSpPr>
        <p:spPr>
          <a:xfrm xmlns:a="http://schemas.openxmlformats.org/drawingml/2006/main">
            <a:off x="857250" y="280987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F7F7F2"/>
                </a:solidFill>
                <a:latin typeface="Nunito"/>
                <a:ea typeface="Nunito"/>
                <a:cs typeface="Nunito"/>
              </a:defRPr>
            </a:pPr>
            <a:r>
              <a:rPr sz="3600" b="1">
                <a:solidFill>
                  <a:srgbClr val="F7F7F2"/>
                </a:solidFill>
                <a:latin typeface="Nunito"/>
                <a:ea typeface="Nunito"/>
                <a:cs typeface="Nunito"/>
              </a:rPr>
              <a:t>You have to be careful.</a:t>
            </a:r>
          </a:p>
        </p:txBody>
      </p:sp>
      <p:sp>
        <p:nvSpPr>
          <p:cNvPr id="5" name="text">
            <a:extLst xmlns:a="http://schemas.openxmlformats.org/drawingml/2006/main">
              <a:ext uri="{FF2B5EF4-FFF2-40B4-BE49-F238E27FC236}">
                <a16:creationId xmlns:a16="http://schemas.microsoft.com/office/drawing/2014/main" id="{926F3A2A-3480-44A2-BD64-6BE91C9D81DD}"/>
              </a:ext>
            </a:extLst>
          </p:cNvPr>
          <p:cNvSpPr>
            <a:spLocks xmlns:a="http://schemas.openxmlformats.org/drawingml/2006/main" noGrp="1"/>
          </p:cNvSpPr>
          <p:nvPr/>
        </p:nvSpPr>
        <p:spPr>
          <a:xfrm xmlns:a="http://schemas.openxmlformats.org/drawingml/2006/main">
            <a:off x="857250" y="40957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3675" b="1" lang="he-IL">
                <a:solidFill>
                  <a:srgbClr val="DFFF5B"/>
                </a:solidFill>
                <a:latin typeface="Heebo"/>
                <a:ea typeface="Heebo"/>
                <a:cs typeface="Heebo"/>
              </a:defRPr>
            </a:pPr>
            <a:r>
              <a:rPr sz="3675" b="1" lang="he-IL">
                <a:solidFill>
                  <a:srgbClr val="DFFF5B"/>
                </a:solidFill>
                <a:latin typeface="Heebo"/>
                <a:ea typeface="Heebo"/>
                <a:cs typeface="Heebo"/>
              </a:rPr>
              <a:t>זהיר</a:t>
            </a:r>
          </a:p>
        </p:txBody>
      </p:sp>
      <p:sp>
        <p:nvSpPr>
          <p:cNvPr id="6" name="text">
            <a:extLst xmlns:a="http://schemas.openxmlformats.org/drawingml/2006/main">
              <a:ext uri="{FF2B5EF4-FFF2-40B4-BE49-F238E27FC236}">
                <a16:creationId xmlns:a16="http://schemas.microsoft.com/office/drawing/2014/main" id="{58C87BFD-8912-4D37-BD64-E6CA6D61A96D}"/>
              </a:ext>
            </a:extLst>
          </p:cNvPr>
          <p:cNvSpPr>
            <a:spLocks xmlns:a="http://schemas.openxmlformats.org/drawingml/2006/main" noGrp="1"/>
          </p:cNvSpPr>
          <p:nvPr/>
        </p:nvSpPr>
        <p:spPr>
          <a:xfrm xmlns:a="http://schemas.openxmlformats.org/drawingml/2006/main">
            <a:off x="857250" y="495300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625" b="1" lang="he-IL">
                <a:solidFill>
                  <a:srgbClr val="F7F7F2"/>
                </a:solidFill>
                <a:latin typeface="Heebo"/>
                <a:ea typeface="Heebo"/>
                <a:cs typeface="Heebo"/>
              </a:defRPr>
            </a:pPr>
            <a:r>
              <a:rPr sz="2625" b="1" lang="he-IL">
                <a:solidFill>
                  <a:srgbClr val="F7F7F2"/>
                </a:solidFill>
                <a:latin typeface="Heebo"/>
                <a:ea typeface="Heebo"/>
                <a:cs typeface="Heebo"/>
              </a:rPr>
              <a:t>צריך להיות זהירים.</a:t>
            </a:r>
          </a:p>
        </p:txBody>
      </p:sp>
      <p:sp>
        <p:nvSpPr>
          <p:cNvPr id="7" name="text">
            <a:extLst xmlns:a="http://schemas.openxmlformats.org/drawingml/2006/main">
              <a:ext uri="{FF2B5EF4-FFF2-40B4-BE49-F238E27FC236}">
                <a16:creationId xmlns:a16="http://schemas.microsoft.com/office/drawing/2014/main" id="{9B16ED38-3F12-4952-A4BC-010502C06CE4}"/>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19 / 70</a:t>
            </a:r>
          </a:p>
        </p:txBody>
      </p:sp>
    </p:spTree>
    <p:extLst>
      <p:ext uri="{BB962C8B-B14F-4D97-AF65-F5344CB8AC3E}">
        <p14:creationId xmlns:p14="http://schemas.microsoft.com/office/powerpoint/2010/main" val="1191240660"/>
      </p:ext>
    </p:extLst>
  </p:cSld>
</p:sld>
</file>

<file path=ppt/slides/slide20.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6E17D930-F971-4BEA-A59E-89DE0C5EB921}"/>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מילים מתוך טקסט הקריאה</a:t>
            </a:r>
          </a:p>
        </p:txBody>
      </p:sp>
      <p:sp>
        <p:nvSpPr>
          <p:cNvPr id="2" name="text">
            <a:extLst xmlns:a="http://schemas.openxmlformats.org/drawingml/2006/main">
              <a:ext uri="{FF2B5EF4-FFF2-40B4-BE49-F238E27FC236}">
                <a16:creationId xmlns:a16="http://schemas.microsoft.com/office/drawing/2014/main" id="{0F6D5FEC-DB4F-410E-A7DA-07E2359F64A4}"/>
              </a:ext>
            </a:extLst>
          </p:cNvPr>
          <p:cNvSpPr>
            <a:spLocks xmlns:a="http://schemas.openxmlformats.org/drawingml/2006/main" noGrp="1"/>
          </p:cNvSpPr>
          <p:nvPr/>
        </p:nvSpPr>
        <p:spPr>
          <a:xfrm xmlns:a="http://schemas.openxmlformats.org/drawingml/2006/main">
            <a:off x="857250" y="857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425" b="1" lang="he-IL">
                <a:solidFill>
                  <a:srgbClr val="FFC857"/>
                </a:solidFill>
                <a:latin typeface="Heebo"/>
                <a:ea typeface="Heebo"/>
                <a:cs typeface="Heebo"/>
              </a:defRPr>
            </a:pPr>
            <a:r>
              <a:rPr sz="1425" b="1" lang="he-IL">
                <a:solidFill>
                  <a:srgbClr val="FFC857"/>
                </a:solidFill>
                <a:latin typeface="Heebo"/>
                <a:ea typeface="Heebo"/>
                <a:cs typeface="Heebo"/>
              </a:rPr>
              <a:t>הווה</a:t>
            </a:r>
          </a:p>
        </p:txBody>
      </p:sp>
      <p:sp>
        <p:nvSpPr>
          <p:cNvPr id="3" name="text">
            <a:extLst xmlns:a="http://schemas.openxmlformats.org/drawingml/2006/main">
              <a:ext uri="{FF2B5EF4-FFF2-40B4-BE49-F238E27FC236}">
                <a16:creationId xmlns:a16="http://schemas.microsoft.com/office/drawing/2014/main" id="{F8A58AF1-62AC-4487-AC76-59C38917D75B}"/>
              </a:ext>
            </a:extLst>
          </p:cNvPr>
          <p:cNvSpPr>
            <a:spLocks xmlns:a="http://schemas.openxmlformats.org/drawingml/2006/main" noGrp="1"/>
          </p:cNvSpPr>
          <p:nvPr/>
        </p:nvSpPr>
        <p:spPr>
          <a:xfrm xmlns:a="http://schemas.openxmlformats.org/drawingml/2006/main">
            <a:off x="762000" y="1571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600" b="1">
                <a:solidFill>
                  <a:srgbClr val="4EE5FF"/>
                </a:solidFill>
                <a:latin typeface="Nunito"/>
                <a:ea typeface="Nunito"/>
                <a:cs typeface="Nunito"/>
              </a:defRPr>
            </a:pPr>
            <a:r>
              <a:rPr sz="6600" b="1">
                <a:solidFill>
                  <a:srgbClr val="4EE5FF"/>
                </a:solidFill>
                <a:latin typeface="Nunito"/>
                <a:ea typeface="Nunito"/>
                <a:cs typeface="Nunito"/>
              </a:rPr>
              <a:t>take care of</a:t>
            </a:r>
          </a:p>
        </p:txBody>
      </p:sp>
      <p:sp>
        <p:nvSpPr>
          <p:cNvPr id="4" name="text">
            <a:extLst xmlns:a="http://schemas.openxmlformats.org/drawingml/2006/main">
              <a:ext uri="{FF2B5EF4-FFF2-40B4-BE49-F238E27FC236}">
                <a16:creationId xmlns:a16="http://schemas.microsoft.com/office/drawing/2014/main" id="{9A1BDA63-2FC8-4830-9030-71FB8525BF01}"/>
              </a:ext>
            </a:extLst>
          </p:cNvPr>
          <p:cNvSpPr>
            <a:spLocks xmlns:a="http://schemas.openxmlformats.org/drawingml/2006/main" noGrp="1"/>
          </p:cNvSpPr>
          <p:nvPr/>
        </p:nvSpPr>
        <p:spPr>
          <a:xfrm xmlns:a="http://schemas.openxmlformats.org/drawingml/2006/main">
            <a:off x="857250" y="280987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F7F7F2"/>
                </a:solidFill>
                <a:latin typeface="Nunito"/>
                <a:ea typeface="Nunito"/>
                <a:cs typeface="Nunito"/>
              </a:defRPr>
            </a:pPr>
            <a:r>
              <a:rPr sz="3600" b="1">
                <a:solidFill>
                  <a:srgbClr val="F7F7F2"/>
                </a:solidFill>
                <a:latin typeface="Nunito"/>
                <a:ea typeface="Nunito"/>
                <a:cs typeface="Nunito"/>
              </a:rPr>
              <a:t>People take care of the monkeys.</a:t>
            </a:r>
          </a:p>
        </p:txBody>
      </p:sp>
      <p:sp>
        <p:nvSpPr>
          <p:cNvPr id="5" name="text">
            <a:extLst xmlns:a="http://schemas.openxmlformats.org/drawingml/2006/main">
              <a:ext uri="{FF2B5EF4-FFF2-40B4-BE49-F238E27FC236}">
                <a16:creationId xmlns:a16="http://schemas.microsoft.com/office/drawing/2014/main" id="{155D2076-BFC7-43A2-9A83-508C033C2063}"/>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20 / 70</a:t>
            </a:r>
          </a:p>
        </p:txBody>
      </p:sp>
    </p:spTree>
    <p:extLst>
      <p:ext uri="{BB962C8B-B14F-4D97-AF65-F5344CB8AC3E}">
        <p14:creationId xmlns:p14="http://schemas.microsoft.com/office/powerpoint/2010/main" val="330468324"/>
      </p:ext>
    </p:extLst>
  </p:cSld>
</p:sld>
</file>

<file path=ppt/slides/slide21.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
            <a:extLst xmlns:a="http://schemas.openxmlformats.org/drawingml/2006/main">
              <a:ext uri="{FF2B5EF4-FFF2-40B4-BE49-F238E27FC236}">
                <a16:creationId xmlns:a16="http://schemas.microsoft.com/office/drawing/2014/main" id="{A834BC0C-BC95-4F65-9F1F-42FD1E27A961}"/>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מילים מתוך טקסט הקריאה</a:t>
            </a:r>
          </a:p>
        </p:txBody>
      </p:sp>
      <p:sp>
        <p:nvSpPr>
          <p:cNvPr id="2" name="text">
            <a:extLst xmlns:a="http://schemas.openxmlformats.org/drawingml/2006/main">
              <a:ext uri="{FF2B5EF4-FFF2-40B4-BE49-F238E27FC236}">
                <a16:creationId xmlns:a16="http://schemas.microsoft.com/office/drawing/2014/main" id="{CCAA9FC5-57E9-4F43-B2B2-80B6F825C124}"/>
              </a:ext>
            </a:extLst>
          </p:cNvPr>
          <p:cNvSpPr>
            <a:spLocks xmlns:a="http://schemas.openxmlformats.org/drawingml/2006/main" noGrp="1"/>
          </p:cNvSpPr>
          <p:nvPr/>
        </p:nvSpPr>
        <p:spPr>
          <a:xfrm xmlns:a="http://schemas.openxmlformats.org/drawingml/2006/main">
            <a:off x="857250" y="857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425" b="1" lang="he-IL">
                <a:solidFill>
                  <a:srgbClr val="FFC857"/>
                </a:solidFill>
                <a:latin typeface="Heebo"/>
                <a:ea typeface="Heebo"/>
                <a:cs typeface="Heebo"/>
              </a:defRPr>
            </a:pPr>
            <a:r>
              <a:rPr sz="1425" b="1" lang="he-IL">
                <a:solidFill>
                  <a:srgbClr val="FFC857"/>
                </a:solidFill>
                <a:latin typeface="Heebo"/>
                <a:ea typeface="Heebo"/>
                <a:cs typeface="Heebo"/>
              </a:rPr>
              <a:t>הווה</a:t>
            </a:r>
          </a:p>
        </p:txBody>
      </p:sp>
      <p:sp>
        <p:nvSpPr>
          <p:cNvPr id="3" name="text">
            <a:extLst xmlns:a="http://schemas.openxmlformats.org/drawingml/2006/main">
              <a:ext uri="{FF2B5EF4-FFF2-40B4-BE49-F238E27FC236}">
                <a16:creationId xmlns:a16="http://schemas.microsoft.com/office/drawing/2014/main" id="{339AA110-5199-4A73-9237-2ADB42A4A16A}"/>
              </a:ext>
            </a:extLst>
          </p:cNvPr>
          <p:cNvSpPr>
            <a:spLocks xmlns:a="http://schemas.openxmlformats.org/drawingml/2006/main" noGrp="1"/>
          </p:cNvSpPr>
          <p:nvPr/>
        </p:nvSpPr>
        <p:spPr>
          <a:xfrm xmlns:a="http://schemas.openxmlformats.org/drawingml/2006/main">
            <a:off x="762000" y="1571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600" b="1">
                <a:solidFill>
                  <a:srgbClr val="4EE5FF"/>
                </a:solidFill>
                <a:latin typeface="Nunito"/>
                <a:ea typeface="Nunito"/>
                <a:cs typeface="Nunito"/>
              </a:defRPr>
            </a:pPr>
            <a:r>
              <a:rPr sz="6600" b="1">
                <a:solidFill>
                  <a:srgbClr val="4EE5FF"/>
                </a:solidFill>
                <a:latin typeface="Nunito"/>
                <a:ea typeface="Nunito"/>
                <a:cs typeface="Nunito"/>
              </a:rPr>
              <a:t>take care of</a:t>
            </a:r>
          </a:p>
        </p:txBody>
      </p:sp>
      <p:sp>
        <p:nvSpPr>
          <p:cNvPr id="4" name="text">
            <a:extLst xmlns:a="http://schemas.openxmlformats.org/drawingml/2006/main">
              <a:ext uri="{FF2B5EF4-FFF2-40B4-BE49-F238E27FC236}">
                <a16:creationId xmlns:a16="http://schemas.microsoft.com/office/drawing/2014/main" id="{53083CAF-DEE7-40C7-9AF8-169C4BA8B6C0}"/>
              </a:ext>
            </a:extLst>
          </p:cNvPr>
          <p:cNvSpPr>
            <a:spLocks xmlns:a="http://schemas.openxmlformats.org/drawingml/2006/main" noGrp="1"/>
          </p:cNvSpPr>
          <p:nvPr/>
        </p:nvSpPr>
        <p:spPr>
          <a:xfrm xmlns:a="http://schemas.openxmlformats.org/drawingml/2006/main">
            <a:off x="857250" y="280987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F7F7F2"/>
                </a:solidFill>
                <a:latin typeface="Nunito"/>
                <a:ea typeface="Nunito"/>
                <a:cs typeface="Nunito"/>
              </a:defRPr>
            </a:pPr>
            <a:r>
              <a:rPr sz="3600" b="1">
                <a:solidFill>
                  <a:srgbClr val="F7F7F2"/>
                </a:solidFill>
                <a:latin typeface="Nunito"/>
                <a:ea typeface="Nunito"/>
                <a:cs typeface="Nunito"/>
              </a:rPr>
              <a:t>People take care of the monkeys.</a:t>
            </a:r>
          </a:p>
        </p:txBody>
      </p:sp>
      <p:sp>
        <p:nvSpPr>
          <p:cNvPr id="5" name="text">
            <a:extLst xmlns:a="http://schemas.openxmlformats.org/drawingml/2006/main">
              <a:ext uri="{FF2B5EF4-FFF2-40B4-BE49-F238E27FC236}">
                <a16:creationId xmlns:a16="http://schemas.microsoft.com/office/drawing/2014/main" id="{62B9E6DD-4EC1-44C4-9148-E2AC3621A9F3}"/>
              </a:ext>
            </a:extLst>
          </p:cNvPr>
          <p:cNvSpPr>
            <a:spLocks xmlns:a="http://schemas.openxmlformats.org/drawingml/2006/main" noGrp="1"/>
          </p:cNvSpPr>
          <p:nvPr/>
        </p:nvSpPr>
        <p:spPr>
          <a:xfrm xmlns:a="http://schemas.openxmlformats.org/drawingml/2006/main">
            <a:off x="857250" y="40957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3675" b="1" lang="he-IL">
                <a:solidFill>
                  <a:srgbClr val="DFFF5B"/>
                </a:solidFill>
                <a:latin typeface="Heebo"/>
                <a:ea typeface="Heebo"/>
                <a:cs typeface="Heebo"/>
              </a:defRPr>
            </a:pPr>
            <a:r>
              <a:rPr sz="3675" b="1" lang="he-IL">
                <a:solidFill>
                  <a:srgbClr val="DFFF5B"/>
                </a:solidFill>
                <a:latin typeface="Heebo"/>
                <a:ea typeface="Heebo"/>
                <a:cs typeface="Heebo"/>
              </a:rPr>
              <a:t>לטפל ב־; לדאוג ל־</a:t>
            </a:r>
          </a:p>
        </p:txBody>
      </p:sp>
      <p:sp>
        <p:nvSpPr>
          <p:cNvPr id="6" name="text">
            <a:extLst xmlns:a="http://schemas.openxmlformats.org/drawingml/2006/main">
              <a:ext uri="{FF2B5EF4-FFF2-40B4-BE49-F238E27FC236}">
                <a16:creationId xmlns:a16="http://schemas.microsoft.com/office/drawing/2014/main" id="{C1443DE3-74AD-4854-B2FA-147338CEE5A3}"/>
              </a:ext>
            </a:extLst>
          </p:cNvPr>
          <p:cNvSpPr>
            <a:spLocks xmlns:a="http://schemas.openxmlformats.org/drawingml/2006/main" noGrp="1"/>
          </p:cNvSpPr>
          <p:nvPr/>
        </p:nvSpPr>
        <p:spPr>
          <a:xfrm xmlns:a="http://schemas.openxmlformats.org/drawingml/2006/main">
            <a:off x="857250" y="495300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625" b="1" lang="he-IL">
                <a:solidFill>
                  <a:srgbClr val="F7F7F2"/>
                </a:solidFill>
                <a:latin typeface="Heebo"/>
                <a:ea typeface="Heebo"/>
                <a:cs typeface="Heebo"/>
              </a:defRPr>
            </a:pPr>
            <a:r>
              <a:rPr sz="2625" b="1" lang="he-IL">
                <a:solidFill>
                  <a:srgbClr val="F7F7F2"/>
                </a:solidFill>
                <a:latin typeface="Heebo"/>
                <a:ea typeface="Heebo"/>
                <a:cs typeface="Heebo"/>
              </a:rPr>
              <a:t>אנשים דואגים לקופים.</a:t>
            </a:r>
          </a:p>
        </p:txBody>
      </p:sp>
      <p:sp>
        <p:nvSpPr>
          <p:cNvPr id="7" name="text">
            <a:extLst xmlns:a="http://schemas.openxmlformats.org/drawingml/2006/main">
              <a:ext uri="{FF2B5EF4-FFF2-40B4-BE49-F238E27FC236}">
                <a16:creationId xmlns:a16="http://schemas.microsoft.com/office/drawing/2014/main" id="{D5FE604C-089F-490C-A8FA-FAA2E5FB62AF}"/>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21 / 70</a:t>
            </a:r>
          </a:p>
        </p:txBody>
      </p:sp>
    </p:spTree>
    <p:extLst>
      <p:ext uri="{BB962C8B-B14F-4D97-AF65-F5344CB8AC3E}">
        <p14:creationId xmlns:p14="http://schemas.microsoft.com/office/powerpoint/2010/main" val="879487681"/>
      </p:ext>
    </p:extLst>
  </p:cSld>
</p:sld>
</file>

<file path=ppt/slides/slide22.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5D99A89E-21A8-4FB3-B173-70930D716FE8}"/>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מילים מתוך טקסט הקריאה</a:t>
            </a:r>
          </a:p>
        </p:txBody>
      </p:sp>
      <p:sp>
        <p:nvSpPr>
          <p:cNvPr id="2" name="text">
            <a:extLst xmlns:a="http://schemas.openxmlformats.org/drawingml/2006/main">
              <a:ext uri="{FF2B5EF4-FFF2-40B4-BE49-F238E27FC236}">
                <a16:creationId xmlns:a16="http://schemas.microsoft.com/office/drawing/2014/main" id="{67AAF436-BA2F-4356-811C-B42AAD2DFDFC}"/>
              </a:ext>
            </a:extLst>
          </p:cNvPr>
          <p:cNvSpPr>
            <a:spLocks xmlns:a="http://schemas.openxmlformats.org/drawingml/2006/main" noGrp="1"/>
          </p:cNvSpPr>
          <p:nvPr/>
        </p:nvSpPr>
        <p:spPr>
          <a:xfrm xmlns:a="http://schemas.openxmlformats.org/drawingml/2006/main">
            <a:off x="857250" y="857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425" b="1" lang="he-IL">
                <a:solidFill>
                  <a:srgbClr val="FFC857"/>
                </a:solidFill>
                <a:latin typeface="Heebo"/>
                <a:ea typeface="Heebo"/>
                <a:cs typeface="Heebo"/>
              </a:defRPr>
            </a:pPr>
            <a:r>
              <a:rPr sz="1425" b="1" lang="he-IL">
                <a:solidFill>
                  <a:srgbClr val="FFC857"/>
                </a:solidFill>
                <a:latin typeface="Heebo"/>
                <a:ea typeface="Heebo"/>
                <a:cs typeface="Heebo"/>
              </a:rPr>
              <a:t>הווה</a:t>
            </a:r>
          </a:p>
        </p:txBody>
      </p:sp>
      <p:sp>
        <p:nvSpPr>
          <p:cNvPr id="3" name="text">
            <a:extLst xmlns:a="http://schemas.openxmlformats.org/drawingml/2006/main">
              <a:ext uri="{FF2B5EF4-FFF2-40B4-BE49-F238E27FC236}">
                <a16:creationId xmlns:a16="http://schemas.microsoft.com/office/drawing/2014/main" id="{176EF3F9-6C58-45E0-BD79-CB43986DEED4}"/>
              </a:ext>
            </a:extLst>
          </p:cNvPr>
          <p:cNvSpPr>
            <a:spLocks xmlns:a="http://schemas.openxmlformats.org/drawingml/2006/main" noGrp="1"/>
          </p:cNvSpPr>
          <p:nvPr/>
        </p:nvSpPr>
        <p:spPr>
          <a:xfrm xmlns:a="http://schemas.openxmlformats.org/drawingml/2006/main">
            <a:off x="762000" y="1571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600" b="1">
                <a:solidFill>
                  <a:srgbClr val="4EE5FF"/>
                </a:solidFill>
                <a:latin typeface="Nunito"/>
                <a:ea typeface="Nunito"/>
                <a:cs typeface="Nunito"/>
              </a:defRPr>
            </a:pPr>
            <a:r>
              <a:rPr sz="6600" b="1">
                <a:solidFill>
                  <a:srgbClr val="4EE5FF"/>
                </a:solidFill>
                <a:latin typeface="Nunito"/>
                <a:ea typeface="Nunito"/>
                <a:cs typeface="Nunito"/>
              </a:rPr>
              <a:t>honor</a:t>
            </a:r>
          </a:p>
        </p:txBody>
      </p:sp>
      <p:sp>
        <p:nvSpPr>
          <p:cNvPr id="4" name="text">
            <a:extLst xmlns:a="http://schemas.openxmlformats.org/drawingml/2006/main">
              <a:ext uri="{FF2B5EF4-FFF2-40B4-BE49-F238E27FC236}">
                <a16:creationId xmlns:a16="http://schemas.microsoft.com/office/drawing/2014/main" id="{2BC1A9FC-BFDC-4900-BA37-D08AF2DA5C5A}"/>
              </a:ext>
            </a:extLst>
          </p:cNvPr>
          <p:cNvSpPr>
            <a:spLocks xmlns:a="http://schemas.openxmlformats.org/drawingml/2006/main" noGrp="1"/>
          </p:cNvSpPr>
          <p:nvPr/>
        </p:nvSpPr>
        <p:spPr>
          <a:xfrm xmlns:a="http://schemas.openxmlformats.org/drawingml/2006/main">
            <a:off x="857250" y="280987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F7F7F2"/>
                </a:solidFill>
                <a:latin typeface="Nunito"/>
                <a:ea typeface="Nunito"/>
                <a:cs typeface="Nunito"/>
              </a:defRPr>
            </a:pPr>
            <a:r>
              <a:rPr sz="3600" b="1">
                <a:solidFill>
                  <a:srgbClr val="F7F7F2"/>
                </a:solidFill>
                <a:latin typeface="Nunito"/>
                <a:ea typeface="Nunito"/>
                <a:cs typeface="Nunito"/>
              </a:rPr>
              <a:t>People honor the monkeys with a festival.</a:t>
            </a:r>
          </a:p>
        </p:txBody>
      </p:sp>
      <p:sp>
        <p:nvSpPr>
          <p:cNvPr id="5" name="text">
            <a:extLst xmlns:a="http://schemas.openxmlformats.org/drawingml/2006/main">
              <a:ext uri="{FF2B5EF4-FFF2-40B4-BE49-F238E27FC236}">
                <a16:creationId xmlns:a16="http://schemas.microsoft.com/office/drawing/2014/main" id="{D6681AAB-65C6-4A78-9B62-425CD3EB82AE}"/>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22 / 70</a:t>
            </a:r>
          </a:p>
        </p:txBody>
      </p:sp>
    </p:spTree>
    <p:extLst>
      <p:ext uri="{BB962C8B-B14F-4D97-AF65-F5344CB8AC3E}">
        <p14:creationId xmlns:p14="http://schemas.microsoft.com/office/powerpoint/2010/main" val="413827710"/>
      </p:ext>
    </p:extLst>
  </p:cSld>
</p:sld>
</file>

<file path=ppt/slides/slide23.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
            <a:extLst xmlns:a="http://schemas.openxmlformats.org/drawingml/2006/main">
              <a:ext uri="{FF2B5EF4-FFF2-40B4-BE49-F238E27FC236}">
                <a16:creationId xmlns:a16="http://schemas.microsoft.com/office/drawing/2014/main" id="{DE82F43D-692A-4E25-A8D7-D838B7C77BD2}"/>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מילים מתוך טקסט הקריאה</a:t>
            </a:r>
          </a:p>
        </p:txBody>
      </p:sp>
      <p:sp>
        <p:nvSpPr>
          <p:cNvPr id="2" name="text">
            <a:extLst xmlns:a="http://schemas.openxmlformats.org/drawingml/2006/main">
              <a:ext uri="{FF2B5EF4-FFF2-40B4-BE49-F238E27FC236}">
                <a16:creationId xmlns:a16="http://schemas.microsoft.com/office/drawing/2014/main" id="{04588686-AFC2-4B1B-B107-F05DE870388B}"/>
              </a:ext>
            </a:extLst>
          </p:cNvPr>
          <p:cNvSpPr>
            <a:spLocks xmlns:a="http://schemas.openxmlformats.org/drawingml/2006/main" noGrp="1"/>
          </p:cNvSpPr>
          <p:nvPr/>
        </p:nvSpPr>
        <p:spPr>
          <a:xfrm xmlns:a="http://schemas.openxmlformats.org/drawingml/2006/main">
            <a:off x="857250" y="857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425" b="1" lang="he-IL">
                <a:solidFill>
                  <a:srgbClr val="FFC857"/>
                </a:solidFill>
                <a:latin typeface="Heebo"/>
                <a:ea typeface="Heebo"/>
                <a:cs typeface="Heebo"/>
              </a:defRPr>
            </a:pPr>
            <a:r>
              <a:rPr sz="1425" b="1" lang="he-IL">
                <a:solidFill>
                  <a:srgbClr val="FFC857"/>
                </a:solidFill>
                <a:latin typeface="Heebo"/>
                <a:ea typeface="Heebo"/>
                <a:cs typeface="Heebo"/>
              </a:rPr>
              <a:t>הווה</a:t>
            </a:r>
          </a:p>
        </p:txBody>
      </p:sp>
      <p:sp>
        <p:nvSpPr>
          <p:cNvPr id="3" name="text">
            <a:extLst xmlns:a="http://schemas.openxmlformats.org/drawingml/2006/main">
              <a:ext uri="{FF2B5EF4-FFF2-40B4-BE49-F238E27FC236}">
                <a16:creationId xmlns:a16="http://schemas.microsoft.com/office/drawing/2014/main" id="{1F8FEB21-C869-4A1E-AB98-2A0976711EF7}"/>
              </a:ext>
            </a:extLst>
          </p:cNvPr>
          <p:cNvSpPr>
            <a:spLocks xmlns:a="http://schemas.openxmlformats.org/drawingml/2006/main" noGrp="1"/>
          </p:cNvSpPr>
          <p:nvPr/>
        </p:nvSpPr>
        <p:spPr>
          <a:xfrm xmlns:a="http://schemas.openxmlformats.org/drawingml/2006/main">
            <a:off x="762000" y="1571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600" b="1">
                <a:solidFill>
                  <a:srgbClr val="4EE5FF"/>
                </a:solidFill>
                <a:latin typeface="Nunito"/>
                <a:ea typeface="Nunito"/>
                <a:cs typeface="Nunito"/>
              </a:defRPr>
            </a:pPr>
            <a:r>
              <a:rPr sz="6600" b="1">
                <a:solidFill>
                  <a:srgbClr val="4EE5FF"/>
                </a:solidFill>
                <a:latin typeface="Nunito"/>
                <a:ea typeface="Nunito"/>
                <a:cs typeface="Nunito"/>
              </a:rPr>
              <a:t>honor</a:t>
            </a:r>
          </a:p>
        </p:txBody>
      </p:sp>
      <p:sp>
        <p:nvSpPr>
          <p:cNvPr id="4" name="text">
            <a:extLst xmlns:a="http://schemas.openxmlformats.org/drawingml/2006/main">
              <a:ext uri="{FF2B5EF4-FFF2-40B4-BE49-F238E27FC236}">
                <a16:creationId xmlns:a16="http://schemas.microsoft.com/office/drawing/2014/main" id="{CC6C131E-6C0C-4654-833B-42F5AB3A883A}"/>
              </a:ext>
            </a:extLst>
          </p:cNvPr>
          <p:cNvSpPr>
            <a:spLocks xmlns:a="http://schemas.openxmlformats.org/drawingml/2006/main" noGrp="1"/>
          </p:cNvSpPr>
          <p:nvPr/>
        </p:nvSpPr>
        <p:spPr>
          <a:xfrm xmlns:a="http://schemas.openxmlformats.org/drawingml/2006/main">
            <a:off x="857250" y="280987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F7F7F2"/>
                </a:solidFill>
                <a:latin typeface="Nunito"/>
                <a:ea typeface="Nunito"/>
                <a:cs typeface="Nunito"/>
              </a:defRPr>
            </a:pPr>
            <a:r>
              <a:rPr sz="3600" b="1">
                <a:solidFill>
                  <a:srgbClr val="F7F7F2"/>
                </a:solidFill>
                <a:latin typeface="Nunito"/>
                <a:ea typeface="Nunito"/>
                <a:cs typeface="Nunito"/>
              </a:rPr>
              <a:t>People honor the monkeys with a festival.</a:t>
            </a:r>
          </a:p>
        </p:txBody>
      </p:sp>
      <p:sp>
        <p:nvSpPr>
          <p:cNvPr id="5" name="text">
            <a:extLst xmlns:a="http://schemas.openxmlformats.org/drawingml/2006/main">
              <a:ext uri="{FF2B5EF4-FFF2-40B4-BE49-F238E27FC236}">
                <a16:creationId xmlns:a16="http://schemas.microsoft.com/office/drawing/2014/main" id="{C2481CAF-34EE-405B-A593-2D001CD08A66}"/>
              </a:ext>
            </a:extLst>
          </p:cNvPr>
          <p:cNvSpPr>
            <a:spLocks xmlns:a="http://schemas.openxmlformats.org/drawingml/2006/main" noGrp="1"/>
          </p:cNvSpPr>
          <p:nvPr/>
        </p:nvSpPr>
        <p:spPr>
          <a:xfrm xmlns:a="http://schemas.openxmlformats.org/drawingml/2006/main">
            <a:off x="857250" y="40957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3675" b="1" lang="he-IL">
                <a:solidFill>
                  <a:srgbClr val="DFFF5B"/>
                </a:solidFill>
                <a:latin typeface="Heebo"/>
                <a:ea typeface="Heebo"/>
                <a:cs typeface="Heebo"/>
              </a:defRPr>
            </a:pPr>
            <a:r>
              <a:rPr sz="3675" b="1" lang="he-IL">
                <a:solidFill>
                  <a:srgbClr val="DFFF5B"/>
                </a:solidFill>
                <a:latin typeface="Heebo"/>
                <a:ea typeface="Heebo"/>
                <a:cs typeface="Heebo"/>
              </a:rPr>
              <a:t>לכבד; לחלוק כבוד</a:t>
            </a:r>
          </a:p>
        </p:txBody>
      </p:sp>
      <p:sp>
        <p:nvSpPr>
          <p:cNvPr id="6" name="text">
            <a:extLst xmlns:a="http://schemas.openxmlformats.org/drawingml/2006/main">
              <a:ext uri="{FF2B5EF4-FFF2-40B4-BE49-F238E27FC236}">
                <a16:creationId xmlns:a16="http://schemas.microsoft.com/office/drawing/2014/main" id="{AB16CF24-B328-4FDA-9FE1-2F2EB6D789B4}"/>
              </a:ext>
            </a:extLst>
          </p:cNvPr>
          <p:cNvSpPr>
            <a:spLocks xmlns:a="http://schemas.openxmlformats.org/drawingml/2006/main" noGrp="1"/>
          </p:cNvSpPr>
          <p:nvPr/>
        </p:nvSpPr>
        <p:spPr>
          <a:xfrm xmlns:a="http://schemas.openxmlformats.org/drawingml/2006/main">
            <a:off x="857250" y="495300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625" b="1" lang="he-IL">
                <a:solidFill>
                  <a:srgbClr val="F7F7F2"/>
                </a:solidFill>
                <a:latin typeface="Heebo"/>
                <a:ea typeface="Heebo"/>
                <a:cs typeface="Heebo"/>
              </a:defRPr>
            </a:pPr>
            <a:r>
              <a:rPr sz="2625" b="1" lang="he-IL">
                <a:solidFill>
                  <a:srgbClr val="F7F7F2"/>
                </a:solidFill>
                <a:latin typeface="Heebo"/>
                <a:ea typeface="Heebo"/>
                <a:cs typeface="Heebo"/>
              </a:rPr>
              <a:t>אנשים חולקים כבוד לקופים באמצעות פסטיבל.</a:t>
            </a:r>
          </a:p>
        </p:txBody>
      </p:sp>
      <p:sp>
        <p:nvSpPr>
          <p:cNvPr id="7" name="text">
            <a:extLst xmlns:a="http://schemas.openxmlformats.org/drawingml/2006/main">
              <a:ext uri="{FF2B5EF4-FFF2-40B4-BE49-F238E27FC236}">
                <a16:creationId xmlns:a16="http://schemas.microsoft.com/office/drawing/2014/main" id="{F38E2130-0630-4DBE-B09D-8091114E23AB}"/>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23 / 70</a:t>
            </a:r>
          </a:p>
        </p:txBody>
      </p:sp>
    </p:spTree>
    <p:extLst>
      <p:ext uri="{BB962C8B-B14F-4D97-AF65-F5344CB8AC3E}">
        <p14:creationId xmlns:p14="http://schemas.microsoft.com/office/powerpoint/2010/main" val="1411055857"/>
      </p:ext>
    </p:extLst>
  </p:cSld>
</p:sld>
</file>

<file path=ppt/slides/slide24.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7989286f94745a9"/>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990509806"/>
      </p:ext>
    </p:extLst>
  </p:cSld>
</p:sld>
</file>

<file path=ppt/slides/slide25.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44966B06-E977-4817-9B0A-4F3CF1BF7F9D}"/>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4EE5FF"/>
                </a:solidFill>
                <a:latin typeface="Nunito"/>
                <a:ea typeface="Nunito"/>
                <a:cs typeface="Nunito"/>
              </a:defRPr>
            </a:pPr>
            <a:r>
              <a:rPr sz="1650" b="1">
                <a:solidFill>
                  <a:srgbClr val="4EE5FF"/>
                </a:solidFill>
                <a:latin typeface="Nunito"/>
                <a:ea typeface="Nunito"/>
                <a:cs typeface="Nunito"/>
              </a:rPr>
              <a:t>Band II · Core I · Group 01</a:t>
            </a:r>
          </a:p>
        </p:txBody>
      </p:sp>
      <p:sp>
        <p:nvSpPr>
          <p:cNvPr id="2" name="text">
            <a:extLst xmlns:a="http://schemas.openxmlformats.org/drawingml/2006/main">
              <a:ext uri="{FF2B5EF4-FFF2-40B4-BE49-F238E27FC236}">
                <a16:creationId xmlns:a16="http://schemas.microsoft.com/office/drawing/2014/main" id="{A07DC6A1-B557-4EB4-A3B4-AFA1B5799931}"/>
              </a:ext>
            </a:extLst>
          </p:cNvPr>
          <p:cNvSpPr>
            <a:spLocks xmlns:a="http://schemas.openxmlformats.org/drawingml/2006/main" noGrp="1"/>
          </p:cNvSpPr>
          <p:nvPr/>
        </p:nvSpPr>
        <p:spPr>
          <a:xfrm xmlns:a="http://schemas.openxmlformats.org/drawingml/2006/main">
            <a:off x="857250" y="857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425" b="1" lang="he-IL">
                <a:solidFill>
                  <a:srgbClr val="FFC857"/>
                </a:solidFill>
                <a:latin typeface="Heebo"/>
                <a:ea typeface="Heebo"/>
                <a:cs typeface="Heebo"/>
              </a:defRPr>
            </a:pPr>
            <a:r>
              <a:rPr sz="1425" b="1" lang="he-IL">
                <a:solidFill>
                  <a:srgbClr val="FFC857"/>
                </a:solidFill>
                <a:latin typeface="Heebo"/>
                <a:ea typeface="Heebo"/>
                <a:cs typeface="Heebo"/>
              </a:rPr>
              <a:t>עבר</a:t>
            </a:r>
          </a:p>
        </p:txBody>
      </p:sp>
      <p:sp>
        <p:nvSpPr>
          <p:cNvPr id="3" name="text">
            <a:extLst xmlns:a="http://schemas.openxmlformats.org/drawingml/2006/main">
              <a:ext uri="{FF2B5EF4-FFF2-40B4-BE49-F238E27FC236}">
                <a16:creationId xmlns:a16="http://schemas.microsoft.com/office/drawing/2014/main" id="{65576B02-6D5F-47AF-9C59-F198EE50D009}"/>
              </a:ext>
            </a:extLst>
          </p:cNvPr>
          <p:cNvSpPr>
            <a:spLocks xmlns:a="http://schemas.openxmlformats.org/drawingml/2006/main" noGrp="1"/>
          </p:cNvSpPr>
          <p:nvPr/>
        </p:nvSpPr>
        <p:spPr>
          <a:xfrm xmlns:a="http://schemas.openxmlformats.org/drawingml/2006/main">
            <a:off x="762000" y="1571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600" b="1">
                <a:solidFill>
                  <a:srgbClr val="4EE5FF"/>
                </a:solidFill>
                <a:latin typeface="Nunito"/>
                <a:ea typeface="Nunito"/>
                <a:cs typeface="Nunito"/>
              </a:defRPr>
            </a:pPr>
            <a:r>
              <a:rPr sz="6600" b="1">
                <a:solidFill>
                  <a:srgbClr val="4EE5FF"/>
                </a:solidFill>
                <a:latin typeface="Nunito"/>
                <a:ea typeface="Nunito"/>
                <a:cs typeface="Nunito"/>
              </a:rPr>
              <a:t>however</a:t>
            </a:r>
          </a:p>
        </p:txBody>
      </p:sp>
      <p:sp>
        <p:nvSpPr>
          <p:cNvPr id="4" name="text">
            <a:extLst xmlns:a="http://schemas.openxmlformats.org/drawingml/2006/main">
              <a:ext uri="{FF2B5EF4-FFF2-40B4-BE49-F238E27FC236}">
                <a16:creationId xmlns:a16="http://schemas.microsoft.com/office/drawing/2014/main" id="{152BC730-6CAA-4AE8-BF8C-E9721855C7E6}"/>
              </a:ext>
            </a:extLst>
          </p:cNvPr>
          <p:cNvSpPr>
            <a:spLocks xmlns:a="http://schemas.openxmlformats.org/drawingml/2006/main" noGrp="1"/>
          </p:cNvSpPr>
          <p:nvPr/>
        </p:nvSpPr>
        <p:spPr>
          <a:xfrm xmlns:a="http://schemas.openxmlformats.org/drawingml/2006/main">
            <a:off x="857250" y="280987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F7F7F2"/>
                </a:solidFill>
                <a:latin typeface="Nunito"/>
                <a:ea typeface="Nunito"/>
                <a:cs typeface="Nunito"/>
              </a:defRPr>
            </a:pPr>
            <a:r>
              <a:rPr sz="3600" b="1">
                <a:solidFill>
                  <a:srgbClr val="F7F7F2"/>
                </a:solidFill>
                <a:latin typeface="Nunito"/>
                <a:ea typeface="Nunito"/>
                <a:cs typeface="Nunito"/>
              </a:rPr>
              <a:t>It was hard. However, I tried.</a:t>
            </a:r>
          </a:p>
        </p:txBody>
      </p:sp>
      <p:sp>
        <p:nvSpPr>
          <p:cNvPr id="5" name="text">
            <a:extLst xmlns:a="http://schemas.openxmlformats.org/drawingml/2006/main">
              <a:ext uri="{FF2B5EF4-FFF2-40B4-BE49-F238E27FC236}">
                <a16:creationId xmlns:a16="http://schemas.microsoft.com/office/drawing/2014/main" id="{333FE8BF-A433-4BC2-8A68-A1FECB3504D6}"/>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25 / 70</a:t>
            </a:r>
          </a:p>
        </p:txBody>
      </p:sp>
    </p:spTree>
    <p:extLst>
      <p:ext uri="{BB962C8B-B14F-4D97-AF65-F5344CB8AC3E}">
        <p14:creationId xmlns:p14="http://schemas.microsoft.com/office/powerpoint/2010/main" val="596292760"/>
      </p:ext>
    </p:extLst>
  </p:cSld>
</p:sld>
</file>

<file path=ppt/slides/slide26.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
            <a:extLst xmlns:a="http://schemas.openxmlformats.org/drawingml/2006/main">
              <a:ext uri="{FF2B5EF4-FFF2-40B4-BE49-F238E27FC236}">
                <a16:creationId xmlns:a16="http://schemas.microsoft.com/office/drawing/2014/main" id="{22BFFE07-C7D3-4F43-BAE2-74F3C226C8C4}"/>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4EE5FF"/>
                </a:solidFill>
                <a:latin typeface="Nunito"/>
                <a:ea typeface="Nunito"/>
                <a:cs typeface="Nunito"/>
              </a:defRPr>
            </a:pPr>
            <a:r>
              <a:rPr sz="1650" b="1">
                <a:solidFill>
                  <a:srgbClr val="4EE5FF"/>
                </a:solidFill>
                <a:latin typeface="Nunito"/>
                <a:ea typeface="Nunito"/>
                <a:cs typeface="Nunito"/>
              </a:rPr>
              <a:t>Band II · Core I · Group 01</a:t>
            </a:r>
          </a:p>
        </p:txBody>
      </p:sp>
      <p:sp>
        <p:nvSpPr>
          <p:cNvPr id="2" name="text">
            <a:extLst xmlns:a="http://schemas.openxmlformats.org/drawingml/2006/main">
              <a:ext uri="{FF2B5EF4-FFF2-40B4-BE49-F238E27FC236}">
                <a16:creationId xmlns:a16="http://schemas.microsoft.com/office/drawing/2014/main" id="{1315396F-1E3C-4E5B-B60E-23C17FBE0390}"/>
              </a:ext>
            </a:extLst>
          </p:cNvPr>
          <p:cNvSpPr>
            <a:spLocks xmlns:a="http://schemas.openxmlformats.org/drawingml/2006/main" noGrp="1"/>
          </p:cNvSpPr>
          <p:nvPr/>
        </p:nvSpPr>
        <p:spPr>
          <a:xfrm xmlns:a="http://schemas.openxmlformats.org/drawingml/2006/main">
            <a:off x="857250" y="857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425" b="1" lang="he-IL">
                <a:solidFill>
                  <a:srgbClr val="FFC857"/>
                </a:solidFill>
                <a:latin typeface="Heebo"/>
                <a:ea typeface="Heebo"/>
                <a:cs typeface="Heebo"/>
              </a:defRPr>
            </a:pPr>
            <a:r>
              <a:rPr sz="1425" b="1" lang="he-IL">
                <a:solidFill>
                  <a:srgbClr val="FFC857"/>
                </a:solidFill>
                <a:latin typeface="Heebo"/>
                <a:ea typeface="Heebo"/>
                <a:cs typeface="Heebo"/>
              </a:rPr>
              <a:t>עבר</a:t>
            </a:r>
          </a:p>
        </p:txBody>
      </p:sp>
      <p:sp>
        <p:nvSpPr>
          <p:cNvPr id="3" name="text">
            <a:extLst xmlns:a="http://schemas.openxmlformats.org/drawingml/2006/main">
              <a:ext uri="{FF2B5EF4-FFF2-40B4-BE49-F238E27FC236}">
                <a16:creationId xmlns:a16="http://schemas.microsoft.com/office/drawing/2014/main" id="{D240330A-EB46-4BE4-B038-6AF2E2ADC29E}"/>
              </a:ext>
            </a:extLst>
          </p:cNvPr>
          <p:cNvSpPr>
            <a:spLocks xmlns:a="http://schemas.openxmlformats.org/drawingml/2006/main" noGrp="1"/>
          </p:cNvSpPr>
          <p:nvPr/>
        </p:nvSpPr>
        <p:spPr>
          <a:xfrm xmlns:a="http://schemas.openxmlformats.org/drawingml/2006/main">
            <a:off x="762000" y="1571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600" b="1">
                <a:solidFill>
                  <a:srgbClr val="4EE5FF"/>
                </a:solidFill>
                <a:latin typeface="Nunito"/>
                <a:ea typeface="Nunito"/>
                <a:cs typeface="Nunito"/>
              </a:defRPr>
            </a:pPr>
            <a:r>
              <a:rPr sz="6600" b="1">
                <a:solidFill>
                  <a:srgbClr val="4EE5FF"/>
                </a:solidFill>
                <a:latin typeface="Nunito"/>
                <a:ea typeface="Nunito"/>
                <a:cs typeface="Nunito"/>
              </a:rPr>
              <a:t>however</a:t>
            </a:r>
          </a:p>
        </p:txBody>
      </p:sp>
      <p:sp>
        <p:nvSpPr>
          <p:cNvPr id="4" name="text">
            <a:extLst xmlns:a="http://schemas.openxmlformats.org/drawingml/2006/main">
              <a:ext uri="{FF2B5EF4-FFF2-40B4-BE49-F238E27FC236}">
                <a16:creationId xmlns:a16="http://schemas.microsoft.com/office/drawing/2014/main" id="{FC3BFD6B-F0D6-4A14-A464-B4AE375D0D8E}"/>
              </a:ext>
            </a:extLst>
          </p:cNvPr>
          <p:cNvSpPr>
            <a:spLocks xmlns:a="http://schemas.openxmlformats.org/drawingml/2006/main" noGrp="1"/>
          </p:cNvSpPr>
          <p:nvPr/>
        </p:nvSpPr>
        <p:spPr>
          <a:xfrm xmlns:a="http://schemas.openxmlformats.org/drawingml/2006/main">
            <a:off x="857250" y="280987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F7F7F2"/>
                </a:solidFill>
                <a:latin typeface="Nunito"/>
                <a:ea typeface="Nunito"/>
                <a:cs typeface="Nunito"/>
              </a:defRPr>
            </a:pPr>
            <a:r>
              <a:rPr sz="3600" b="1">
                <a:solidFill>
                  <a:srgbClr val="F7F7F2"/>
                </a:solidFill>
                <a:latin typeface="Nunito"/>
                <a:ea typeface="Nunito"/>
                <a:cs typeface="Nunito"/>
              </a:rPr>
              <a:t>It was hard. However, I tried.</a:t>
            </a:r>
          </a:p>
        </p:txBody>
      </p:sp>
      <p:sp>
        <p:nvSpPr>
          <p:cNvPr id="5" name="text">
            <a:extLst xmlns:a="http://schemas.openxmlformats.org/drawingml/2006/main">
              <a:ext uri="{FF2B5EF4-FFF2-40B4-BE49-F238E27FC236}">
                <a16:creationId xmlns:a16="http://schemas.microsoft.com/office/drawing/2014/main" id="{E19E7B0C-5047-40D5-A4F9-5C1ACF2CDABD}"/>
              </a:ext>
            </a:extLst>
          </p:cNvPr>
          <p:cNvSpPr>
            <a:spLocks xmlns:a="http://schemas.openxmlformats.org/drawingml/2006/main" noGrp="1"/>
          </p:cNvSpPr>
          <p:nvPr/>
        </p:nvSpPr>
        <p:spPr>
          <a:xfrm xmlns:a="http://schemas.openxmlformats.org/drawingml/2006/main">
            <a:off x="857250" y="40957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3675" b="1" lang="he-IL">
                <a:solidFill>
                  <a:srgbClr val="DFFF5B"/>
                </a:solidFill>
                <a:latin typeface="Heebo"/>
                <a:ea typeface="Heebo"/>
                <a:cs typeface="Heebo"/>
              </a:defRPr>
            </a:pPr>
            <a:r>
              <a:rPr sz="3675" b="1" lang="he-IL">
                <a:solidFill>
                  <a:srgbClr val="DFFF5B"/>
                </a:solidFill>
                <a:latin typeface="Heebo"/>
                <a:ea typeface="Heebo"/>
                <a:cs typeface="Heebo"/>
              </a:rPr>
              <a:t>עם זאת</a:t>
            </a:r>
          </a:p>
        </p:txBody>
      </p:sp>
      <p:sp>
        <p:nvSpPr>
          <p:cNvPr id="6" name="text">
            <a:extLst xmlns:a="http://schemas.openxmlformats.org/drawingml/2006/main">
              <a:ext uri="{FF2B5EF4-FFF2-40B4-BE49-F238E27FC236}">
                <a16:creationId xmlns:a16="http://schemas.microsoft.com/office/drawing/2014/main" id="{3B3CA77C-EB4C-47D5-A887-C0C096A32523}"/>
              </a:ext>
            </a:extLst>
          </p:cNvPr>
          <p:cNvSpPr>
            <a:spLocks xmlns:a="http://schemas.openxmlformats.org/drawingml/2006/main" noGrp="1"/>
          </p:cNvSpPr>
          <p:nvPr/>
        </p:nvSpPr>
        <p:spPr>
          <a:xfrm xmlns:a="http://schemas.openxmlformats.org/drawingml/2006/main">
            <a:off x="857250" y="495300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625" b="1" lang="he-IL">
                <a:solidFill>
                  <a:srgbClr val="F7F7F2"/>
                </a:solidFill>
                <a:latin typeface="Heebo"/>
                <a:ea typeface="Heebo"/>
                <a:cs typeface="Heebo"/>
              </a:defRPr>
            </a:pPr>
            <a:r>
              <a:rPr sz="2625" b="1" lang="he-IL">
                <a:solidFill>
                  <a:srgbClr val="F7F7F2"/>
                </a:solidFill>
                <a:latin typeface="Heebo"/>
                <a:ea typeface="Heebo"/>
                <a:cs typeface="Heebo"/>
              </a:rPr>
              <a:t>זה היה קשה. עם זאת, ניסיתי.</a:t>
            </a:r>
          </a:p>
        </p:txBody>
      </p:sp>
      <p:sp>
        <p:nvSpPr>
          <p:cNvPr id="7" name="text">
            <a:extLst xmlns:a="http://schemas.openxmlformats.org/drawingml/2006/main">
              <a:ext uri="{FF2B5EF4-FFF2-40B4-BE49-F238E27FC236}">
                <a16:creationId xmlns:a16="http://schemas.microsoft.com/office/drawing/2014/main" id="{0DD3D2EC-416D-4347-A367-33CE9626933B}"/>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26 / 70</a:t>
            </a:r>
          </a:p>
        </p:txBody>
      </p:sp>
    </p:spTree>
    <p:extLst>
      <p:ext uri="{BB962C8B-B14F-4D97-AF65-F5344CB8AC3E}">
        <p14:creationId xmlns:p14="http://schemas.microsoft.com/office/powerpoint/2010/main" val="943569985"/>
      </p:ext>
    </p:extLst>
  </p:cSld>
</p:sld>
</file>

<file path=ppt/slides/slide27.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A6646FD7-C46D-486D-BB40-063B56027022}"/>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4EE5FF"/>
                </a:solidFill>
                <a:latin typeface="Nunito"/>
                <a:ea typeface="Nunito"/>
                <a:cs typeface="Nunito"/>
              </a:defRPr>
            </a:pPr>
            <a:r>
              <a:rPr sz="1650" b="1">
                <a:solidFill>
                  <a:srgbClr val="4EE5FF"/>
                </a:solidFill>
                <a:latin typeface="Nunito"/>
                <a:ea typeface="Nunito"/>
                <a:cs typeface="Nunito"/>
              </a:rPr>
              <a:t>Band II · Core I · Group 01</a:t>
            </a:r>
          </a:p>
        </p:txBody>
      </p:sp>
      <p:sp>
        <p:nvSpPr>
          <p:cNvPr id="2" name="text">
            <a:extLst xmlns:a="http://schemas.openxmlformats.org/drawingml/2006/main">
              <a:ext uri="{FF2B5EF4-FFF2-40B4-BE49-F238E27FC236}">
                <a16:creationId xmlns:a16="http://schemas.microsoft.com/office/drawing/2014/main" id="{56BB6D2F-4153-4CEB-9F30-F6F4C41DBB15}"/>
              </a:ext>
            </a:extLst>
          </p:cNvPr>
          <p:cNvSpPr>
            <a:spLocks xmlns:a="http://schemas.openxmlformats.org/drawingml/2006/main" noGrp="1"/>
          </p:cNvSpPr>
          <p:nvPr/>
        </p:nvSpPr>
        <p:spPr>
          <a:xfrm xmlns:a="http://schemas.openxmlformats.org/drawingml/2006/main">
            <a:off x="857250" y="857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425" b="1" lang="he-IL">
                <a:solidFill>
                  <a:srgbClr val="FFC857"/>
                </a:solidFill>
                <a:latin typeface="Heebo"/>
                <a:ea typeface="Heebo"/>
                <a:cs typeface="Heebo"/>
              </a:defRPr>
            </a:pPr>
            <a:r>
              <a:rPr sz="1425" b="1" lang="he-IL">
                <a:solidFill>
                  <a:srgbClr val="FFC857"/>
                </a:solidFill>
                <a:latin typeface="Heebo"/>
                <a:ea typeface="Heebo"/>
                <a:cs typeface="Heebo"/>
              </a:rPr>
              <a:t>הווה</a:t>
            </a:r>
          </a:p>
        </p:txBody>
      </p:sp>
      <p:sp>
        <p:nvSpPr>
          <p:cNvPr id="3" name="text">
            <a:extLst xmlns:a="http://schemas.openxmlformats.org/drawingml/2006/main">
              <a:ext uri="{FF2B5EF4-FFF2-40B4-BE49-F238E27FC236}">
                <a16:creationId xmlns:a16="http://schemas.microsoft.com/office/drawing/2014/main" id="{87908DCD-0024-45FD-9BA5-4B047E2031B7}"/>
              </a:ext>
            </a:extLst>
          </p:cNvPr>
          <p:cNvSpPr>
            <a:spLocks xmlns:a="http://schemas.openxmlformats.org/drawingml/2006/main" noGrp="1"/>
          </p:cNvSpPr>
          <p:nvPr/>
        </p:nvSpPr>
        <p:spPr>
          <a:xfrm xmlns:a="http://schemas.openxmlformats.org/drawingml/2006/main">
            <a:off x="762000" y="1571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600" b="1">
                <a:solidFill>
                  <a:srgbClr val="4EE5FF"/>
                </a:solidFill>
                <a:latin typeface="Nunito"/>
                <a:ea typeface="Nunito"/>
                <a:cs typeface="Nunito"/>
              </a:defRPr>
            </a:pPr>
            <a:r>
              <a:rPr sz="6600" b="1">
                <a:solidFill>
                  <a:srgbClr val="4EE5FF"/>
                </a:solidFill>
                <a:latin typeface="Nunito"/>
                <a:ea typeface="Nunito"/>
                <a:cs typeface="Nunito"/>
              </a:rPr>
              <a:t>around</a:t>
            </a:r>
          </a:p>
        </p:txBody>
      </p:sp>
      <p:sp>
        <p:nvSpPr>
          <p:cNvPr id="4" name="text">
            <a:extLst xmlns:a="http://schemas.openxmlformats.org/drawingml/2006/main">
              <a:ext uri="{FF2B5EF4-FFF2-40B4-BE49-F238E27FC236}">
                <a16:creationId xmlns:a16="http://schemas.microsoft.com/office/drawing/2014/main" id="{9130BC44-2F53-40FF-BF75-C7D475E75B67}"/>
              </a:ext>
            </a:extLst>
          </p:cNvPr>
          <p:cNvSpPr>
            <a:spLocks xmlns:a="http://schemas.openxmlformats.org/drawingml/2006/main" noGrp="1"/>
          </p:cNvSpPr>
          <p:nvPr/>
        </p:nvSpPr>
        <p:spPr>
          <a:xfrm xmlns:a="http://schemas.openxmlformats.org/drawingml/2006/main">
            <a:off x="857250" y="280987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F7F7F2"/>
                </a:solidFill>
                <a:latin typeface="Nunito"/>
                <a:ea typeface="Nunito"/>
                <a:cs typeface="Nunito"/>
              </a:defRPr>
            </a:pPr>
            <a:r>
              <a:rPr sz="3600" b="1">
                <a:solidFill>
                  <a:srgbClr val="F7F7F2"/>
                </a:solidFill>
                <a:latin typeface="Nunito"/>
                <a:ea typeface="Nunito"/>
                <a:cs typeface="Nunito"/>
              </a:rPr>
              <a:t>Is anyone around?</a:t>
            </a:r>
          </a:p>
        </p:txBody>
      </p:sp>
      <p:sp>
        <p:nvSpPr>
          <p:cNvPr id="5" name="text">
            <a:extLst xmlns:a="http://schemas.openxmlformats.org/drawingml/2006/main">
              <a:ext uri="{FF2B5EF4-FFF2-40B4-BE49-F238E27FC236}">
                <a16:creationId xmlns:a16="http://schemas.microsoft.com/office/drawing/2014/main" id="{AC97FF10-5D21-440F-9199-B443500D42FE}"/>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27 / 70</a:t>
            </a:r>
          </a:p>
        </p:txBody>
      </p:sp>
    </p:spTree>
    <p:extLst>
      <p:ext uri="{BB962C8B-B14F-4D97-AF65-F5344CB8AC3E}">
        <p14:creationId xmlns:p14="http://schemas.microsoft.com/office/powerpoint/2010/main" val="1581995659"/>
      </p:ext>
    </p:extLst>
  </p:cSld>
</p:sld>
</file>

<file path=ppt/slides/slide28.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
            <a:extLst xmlns:a="http://schemas.openxmlformats.org/drawingml/2006/main">
              <a:ext uri="{FF2B5EF4-FFF2-40B4-BE49-F238E27FC236}">
                <a16:creationId xmlns:a16="http://schemas.microsoft.com/office/drawing/2014/main" id="{13B66028-6BB6-498E-B1D7-4830AEB6D470}"/>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4EE5FF"/>
                </a:solidFill>
                <a:latin typeface="Nunito"/>
                <a:ea typeface="Nunito"/>
                <a:cs typeface="Nunito"/>
              </a:defRPr>
            </a:pPr>
            <a:r>
              <a:rPr sz="1650" b="1">
                <a:solidFill>
                  <a:srgbClr val="4EE5FF"/>
                </a:solidFill>
                <a:latin typeface="Nunito"/>
                <a:ea typeface="Nunito"/>
                <a:cs typeface="Nunito"/>
              </a:rPr>
              <a:t>Band II · Core I · Group 01</a:t>
            </a:r>
          </a:p>
        </p:txBody>
      </p:sp>
      <p:sp>
        <p:nvSpPr>
          <p:cNvPr id="2" name="text">
            <a:extLst xmlns:a="http://schemas.openxmlformats.org/drawingml/2006/main">
              <a:ext uri="{FF2B5EF4-FFF2-40B4-BE49-F238E27FC236}">
                <a16:creationId xmlns:a16="http://schemas.microsoft.com/office/drawing/2014/main" id="{29A24375-68B8-4943-8128-17CC4A7AE334}"/>
              </a:ext>
            </a:extLst>
          </p:cNvPr>
          <p:cNvSpPr>
            <a:spLocks xmlns:a="http://schemas.openxmlformats.org/drawingml/2006/main" noGrp="1"/>
          </p:cNvSpPr>
          <p:nvPr/>
        </p:nvSpPr>
        <p:spPr>
          <a:xfrm xmlns:a="http://schemas.openxmlformats.org/drawingml/2006/main">
            <a:off x="857250" y="857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425" b="1" lang="he-IL">
                <a:solidFill>
                  <a:srgbClr val="FFC857"/>
                </a:solidFill>
                <a:latin typeface="Heebo"/>
                <a:ea typeface="Heebo"/>
                <a:cs typeface="Heebo"/>
              </a:defRPr>
            </a:pPr>
            <a:r>
              <a:rPr sz="1425" b="1" lang="he-IL">
                <a:solidFill>
                  <a:srgbClr val="FFC857"/>
                </a:solidFill>
                <a:latin typeface="Heebo"/>
                <a:ea typeface="Heebo"/>
                <a:cs typeface="Heebo"/>
              </a:rPr>
              <a:t>הווה</a:t>
            </a:r>
          </a:p>
        </p:txBody>
      </p:sp>
      <p:sp>
        <p:nvSpPr>
          <p:cNvPr id="3" name="text">
            <a:extLst xmlns:a="http://schemas.openxmlformats.org/drawingml/2006/main">
              <a:ext uri="{FF2B5EF4-FFF2-40B4-BE49-F238E27FC236}">
                <a16:creationId xmlns:a16="http://schemas.microsoft.com/office/drawing/2014/main" id="{669E51FE-1EEA-4DF6-834F-D118BD0831B2}"/>
              </a:ext>
            </a:extLst>
          </p:cNvPr>
          <p:cNvSpPr>
            <a:spLocks xmlns:a="http://schemas.openxmlformats.org/drawingml/2006/main" noGrp="1"/>
          </p:cNvSpPr>
          <p:nvPr/>
        </p:nvSpPr>
        <p:spPr>
          <a:xfrm xmlns:a="http://schemas.openxmlformats.org/drawingml/2006/main">
            <a:off x="762000" y="1571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600" b="1">
                <a:solidFill>
                  <a:srgbClr val="4EE5FF"/>
                </a:solidFill>
                <a:latin typeface="Nunito"/>
                <a:ea typeface="Nunito"/>
                <a:cs typeface="Nunito"/>
              </a:defRPr>
            </a:pPr>
            <a:r>
              <a:rPr sz="6600" b="1">
                <a:solidFill>
                  <a:srgbClr val="4EE5FF"/>
                </a:solidFill>
                <a:latin typeface="Nunito"/>
                <a:ea typeface="Nunito"/>
                <a:cs typeface="Nunito"/>
              </a:rPr>
              <a:t>around</a:t>
            </a:r>
          </a:p>
        </p:txBody>
      </p:sp>
      <p:sp>
        <p:nvSpPr>
          <p:cNvPr id="4" name="text">
            <a:extLst xmlns:a="http://schemas.openxmlformats.org/drawingml/2006/main">
              <a:ext uri="{FF2B5EF4-FFF2-40B4-BE49-F238E27FC236}">
                <a16:creationId xmlns:a16="http://schemas.microsoft.com/office/drawing/2014/main" id="{7A0EF118-3A9B-4692-9B6F-B6E6790B427E}"/>
              </a:ext>
            </a:extLst>
          </p:cNvPr>
          <p:cNvSpPr>
            <a:spLocks xmlns:a="http://schemas.openxmlformats.org/drawingml/2006/main" noGrp="1"/>
          </p:cNvSpPr>
          <p:nvPr/>
        </p:nvSpPr>
        <p:spPr>
          <a:xfrm xmlns:a="http://schemas.openxmlformats.org/drawingml/2006/main">
            <a:off x="857250" y="280987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F7F7F2"/>
                </a:solidFill>
                <a:latin typeface="Nunito"/>
                <a:ea typeface="Nunito"/>
                <a:cs typeface="Nunito"/>
              </a:defRPr>
            </a:pPr>
            <a:r>
              <a:rPr sz="3600" b="1">
                <a:solidFill>
                  <a:srgbClr val="F7F7F2"/>
                </a:solidFill>
                <a:latin typeface="Nunito"/>
                <a:ea typeface="Nunito"/>
                <a:cs typeface="Nunito"/>
              </a:rPr>
              <a:t>Is anyone around?</a:t>
            </a:r>
          </a:p>
        </p:txBody>
      </p:sp>
      <p:sp>
        <p:nvSpPr>
          <p:cNvPr id="5" name="text">
            <a:extLst xmlns:a="http://schemas.openxmlformats.org/drawingml/2006/main">
              <a:ext uri="{FF2B5EF4-FFF2-40B4-BE49-F238E27FC236}">
                <a16:creationId xmlns:a16="http://schemas.microsoft.com/office/drawing/2014/main" id="{D2F5EBD9-156E-4DE9-80CA-167723FBFA6B}"/>
              </a:ext>
            </a:extLst>
          </p:cNvPr>
          <p:cNvSpPr>
            <a:spLocks xmlns:a="http://schemas.openxmlformats.org/drawingml/2006/main" noGrp="1"/>
          </p:cNvSpPr>
          <p:nvPr/>
        </p:nvSpPr>
        <p:spPr>
          <a:xfrm xmlns:a="http://schemas.openxmlformats.org/drawingml/2006/main">
            <a:off x="857250" y="40957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3675" b="1" lang="he-IL">
                <a:solidFill>
                  <a:srgbClr val="DFFF5B"/>
                </a:solidFill>
                <a:latin typeface="Heebo"/>
                <a:ea typeface="Heebo"/>
                <a:cs typeface="Heebo"/>
              </a:defRPr>
            </a:pPr>
            <a:r>
              <a:rPr sz="3675" b="1" lang="he-IL">
                <a:solidFill>
                  <a:srgbClr val="DFFF5B"/>
                </a:solidFill>
                <a:latin typeface="Heebo"/>
                <a:ea typeface="Heebo"/>
                <a:cs typeface="Heebo"/>
              </a:rPr>
              <a:t>בסביבה; מסביב</a:t>
            </a:r>
          </a:p>
        </p:txBody>
      </p:sp>
      <p:sp>
        <p:nvSpPr>
          <p:cNvPr id="6" name="text">
            <a:extLst xmlns:a="http://schemas.openxmlformats.org/drawingml/2006/main">
              <a:ext uri="{FF2B5EF4-FFF2-40B4-BE49-F238E27FC236}">
                <a16:creationId xmlns:a16="http://schemas.microsoft.com/office/drawing/2014/main" id="{9C8E98B7-0BC8-4942-9BFA-B4D7DD20C2CD}"/>
              </a:ext>
            </a:extLst>
          </p:cNvPr>
          <p:cNvSpPr>
            <a:spLocks xmlns:a="http://schemas.openxmlformats.org/drawingml/2006/main" noGrp="1"/>
          </p:cNvSpPr>
          <p:nvPr/>
        </p:nvSpPr>
        <p:spPr>
          <a:xfrm xmlns:a="http://schemas.openxmlformats.org/drawingml/2006/main">
            <a:off x="857250" y="495300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625" b="1" lang="he-IL">
                <a:solidFill>
                  <a:srgbClr val="F7F7F2"/>
                </a:solidFill>
                <a:latin typeface="Heebo"/>
                <a:ea typeface="Heebo"/>
                <a:cs typeface="Heebo"/>
              </a:defRPr>
            </a:pPr>
            <a:r>
              <a:rPr sz="2625" b="1" lang="he-IL">
                <a:solidFill>
                  <a:srgbClr val="F7F7F2"/>
                </a:solidFill>
                <a:latin typeface="Heebo"/>
                <a:ea typeface="Heebo"/>
                <a:cs typeface="Heebo"/>
              </a:rPr>
              <a:t>יש מישהו בסביבה?</a:t>
            </a:r>
          </a:p>
        </p:txBody>
      </p:sp>
      <p:sp>
        <p:nvSpPr>
          <p:cNvPr id="7" name="text">
            <a:extLst xmlns:a="http://schemas.openxmlformats.org/drawingml/2006/main">
              <a:ext uri="{FF2B5EF4-FFF2-40B4-BE49-F238E27FC236}">
                <a16:creationId xmlns:a16="http://schemas.microsoft.com/office/drawing/2014/main" id="{FF49D8E8-BDB3-465C-BB1D-D2216DE144C2}"/>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28 / 70</a:t>
            </a:r>
          </a:p>
        </p:txBody>
      </p:sp>
    </p:spTree>
    <p:extLst>
      <p:ext uri="{BB962C8B-B14F-4D97-AF65-F5344CB8AC3E}">
        <p14:creationId xmlns:p14="http://schemas.microsoft.com/office/powerpoint/2010/main" val="1320707921"/>
      </p:ext>
    </p:extLst>
  </p:cSld>
</p:sld>
</file>

<file path=ppt/slides/slide29.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1E24FE12-4BF2-40B8-B66B-9D8A70858C70}"/>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4EE5FF"/>
                </a:solidFill>
                <a:latin typeface="Nunito"/>
                <a:ea typeface="Nunito"/>
                <a:cs typeface="Nunito"/>
              </a:defRPr>
            </a:pPr>
            <a:r>
              <a:rPr sz="1650" b="1">
                <a:solidFill>
                  <a:srgbClr val="4EE5FF"/>
                </a:solidFill>
                <a:latin typeface="Nunito"/>
                <a:ea typeface="Nunito"/>
                <a:cs typeface="Nunito"/>
              </a:rPr>
              <a:t>Band II · Core I · Group 01</a:t>
            </a:r>
          </a:p>
        </p:txBody>
      </p:sp>
      <p:sp>
        <p:nvSpPr>
          <p:cNvPr id="2" name="text">
            <a:extLst xmlns:a="http://schemas.openxmlformats.org/drawingml/2006/main">
              <a:ext uri="{FF2B5EF4-FFF2-40B4-BE49-F238E27FC236}">
                <a16:creationId xmlns:a16="http://schemas.microsoft.com/office/drawing/2014/main" id="{99A321E3-145D-48C3-B166-BCBC4642E296}"/>
              </a:ext>
            </a:extLst>
          </p:cNvPr>
          <p:cNvSpPr>
            <a:spLocks xmlns:a="http://schemas.openxmlformats.org/drawingml/2006/main" noGrp="1"/>
          </p:cNvSpPr>
          <p:nvPr/>
        </p:nvSpPr>
        <p:spPr>
          <a:xfrm xmlns:a="http://schemas.openxmlformats.org/drawingml/2006/main">
            <a:off x="857250" y="857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425" b="1" lang="he-IL">
                <a:solidFill>
                  <a:srgbClr val="FFC857"/>
                </a:solidFill>
                <a:latin typeface="Heebo"/>
                <a:ea typeface="Heebo"/>
                <a:cs typeface="Heebo"/>
              </a:defRPr>
            </a:pPr>
            <a:r>
              <a:rPr sz="1425" b="1" lang="he-IL">
                <a:solidFill>
                  <a:srgbClr val="FFC857"/>
                </a:solidFill>
                <a:latin typeface="Heebo"/>
                <a:ea typeface="Heebo"/>
                <a:cs typeface="Heebo"/>
              </a:rPr>
              <a:t>הווה</a:t>
            </a:r>
          </a:p>
        </p:txBody>
      </p:sp>
      <p:sp>
        <p:nvSpPr>
          <p:cNvPr id="3" name="text">
            <a:extLst xmlns:a="http://schemas.openxmlformats.org/drawingml/2006/main">
              <a:ext uri="{FF2B5EF4-FFF2-40B4-BE49-F238E27FC236}">
                <a16:creationId xmlns:a16="http://schemas.microsoft.com/office/drawing/2014/main" id="{05F2790D-D6DB-4531-B532-6DA2BC7368A2}"/>
              </a:ext>
            </a:extLst>
          </p:cNvPr>
          <p:cNvSpPr>
            <a:spLocks xmlns:a="http://schemas.openxmlformats.org/drawingml/2006/main" noGrp="1"/>
          </p:cNvSpPr>
          <p:nvPr/>
        </p:nvSpPr>
        <p:spPr>
          <a:xfrm xmlns:a="http://schemas.openxmlformats.org/drawingml/2006/main">
            <a:off x="762000" y="1571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600" b="1">
                <a:solidFill>
                  <a:srgbClr val="4EE5FF"/>
                </a:solidFill>
                <a:latin typeface="Nunito"/>
                <a:ea typeface="Nunito"/>
                <a:cs typeface="Nunito"/>
              </a:defRPr>
            </a:pPr>
            <a:r>
              <a:rPr sz="6600" b="1">
                <a:solidFill>
                  <a:srgbClr val="4EE5FF"/>
                </a:solidFill>
                <a:latin typeface="Nunito"/>
                <a:ea typeface="Nunito"/>
                <a:cs typeface="Nunito"/>
              </a:rPr>
              <a:t>care</a:t>
            </a:r>
          </a:p>
        </p:txBody>
      </p:sp>
      <p:sp>
        <p:nvSpPr>
          <p:cNvPr id="4" name="text">
            <a:extLst xmlns:a="http://schemas.openxmlformats.org/drawingml/2006/main">
              <a:ext uri="{FF2B5EF4-FFF2-40B4-BE49-F238E27FC236}">
                <a16:creationId xmlns:a16="http://schemas.microsoft.com/office/drawing/2014/main" id="{37741E49-0E5A-411B-A1AF-3AE1CC17734C}"/>
              </a:ext>
            </a:extLst>
          </p:cNvPr>
          <p:cNvSpPr>
            <a:spLocks xmlns:a="http://schemas.openxmlformats.org/drawingml/2006/main" noGrp="1"/>
          </p:cNvSpPr>
          <p:nvPr/>
        </p:nvSpPr>
        <p:spPr>
          <a:xfrm xmlns:a="http://schemas.openxmlformats.org/drawingml/2006/main">
            <a:off x="857250" y="280987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F7F7F2"/>
                </a:solidFill>
                <a:latin typeface="Nunito"/>
                <a:ea typeface="Nunito"/>
                <a:cs typeface="Nunito"/>
              </a:defRPr>
            </a:pPr>
            <a:r>
              <a:rPr sz="3600" b="1">
                <a:solidFill>
                  <a:srgbClr val="F7F7F2"/>
                </a:solidFill>
                <a:latin typeface="Nunito"/>
                <a:ea typeface="Nunito"/>
                <a:cs typeface="Nunito"/>
              </a:rPr>
              <a:t>The baby needs care.</a:t>
            </a:r>
          </a:p>
        </p:txBody>
      </p:sp>
      <p:sp>
        <p:nvSpPr>
          <p:cNvPr id="5" name="text">
            <a:extLst xmlns:a="http://schemas.openxmlformats.org/drawingml/2006/main">
              <a:ext uri="{FF2B5EF4-FFF2-40B4-BE49-F238E27FC236}">
                <a16:creationId xmlns:a16="http://schemas.microsoft.com/office/drawing/2014/main" id="{6C2A988E-05BC-435A-90D6-60E19FC35A8A}"/>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29 / 70</a:t>
            </a:r>
          </a:p>
        </p:txBody>
      </p:sp>
    </p:spTree>
    <p:extLst>
      <p:ext uri="{BB962C8B-B14F-4D97-AF65-F5344CB8AC3E}">
        <p14:creationId xmlns:p14="http://schemas.microsoft.com/office/powerpoint/2010/main" val="801977470"/>
      </p:ext>
    </p:extLst>
  </p:cSld>
</p:sld>
</file>

<file path=ppt/slides/slide30.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
            <a:extLst xmlns:a="http://schemas.openxmlformats.org/drawingml/2006/main">
              <a:ext uri="{FF2B5EF4-FFF2-40B4-BE49-F238E27FC236}">
                <a16:creationId xmlns:a16="http://schemas.microsoft.com/office/drawing/2014/main" id="{9FF4D086-76CA-4C11-B239-7564A3DDB62D}"/>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4EE5FF"/>
                </a:solidFill>
                <a:latin typeface="Nunito"/>
                <a:ea typeface="Nunito"/>
                <a:cs typeface="Nunito"/>
              </a:defRPr>
            </a:pPr>
            <a:r>
              <a:rPr sz="1650" b="1">
                <a:solidFill>
                  <a:srgbClr val="4EE5FF"/>
                </a:solidFill>
                <a:latin typeface="Nunito"/>
                <a:ea typeface="Nunito"/>
                <a:cs typeface="Nunito"/>
              </a:rPr>
              <a:t>Band II · Core I · Group 01</a:t>
            </a:r>
          </a:p>
        </p:txBody>
      </p:sp>
      <p:sp>
        <p:nvSpPr>
          <p:cNvPr id="2" name="text">
            <a:extLst xmlns:a="http://schemas.openxmlformats.org/drawingml/2006/main">
              <a:ext uri="{FF2B5EF4-FFF2-40B4-BE49-F238E27FC236}">
                <a16:creationId xmlns:a16="http://schemas.microsoft.com/office/drawing/2014/main" id="{F5D34587-0A4A-4420-A7E5-8BFC24D9C2D1}"/>
              </a:ext>
            </a:extLst>
          </p:cNvPr>
          <p:cNvSpPr>
            <a:spLocks xmlns:a="http://schemas.openxmlformats.org/drawingml/2006/main" noGrp="1"/>
          </p:cNvSpPr>
          <p:nvPr/>
        </p:nvSpPr>
        <p:spPr>
          <a:xfrm xmlns:a="http://schemas.openxmlformats.org/drawingml/2006/main">
            <a:off x="857250" y="857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425" b="1" lang="he-IL">
                <a:solidFill>
                  <a:srgbClr val="FFC857"/>
                </a:solidFill>
                <a:latin typeface="Heebo"/>
                <a:ea typeface="Heebo"/>
                <a:cs typeface="Heebo"/>
              </a:defRPr>
            </a:pPr>
            <a:r>
              <a:rPr sz="1425" b="1" lang="he-IL">
                <a:solidFill>
                  <a:srgbClr val="FFC857"/>
                </a:solidFill>
                <a:latin typeface="Heebo"/>
                <a:ea typeface="Heebo"/>
                <a:cs typeface="Heebo"/>
              </a:rPr>
              <a:t>הווה</a:t>
            </a:r>
          </a:p>
        </p:txBody>
      </p:sp>
      <p:sp>
        <p:nvSpPr>
          <p:cNvPr id="3" name="text">
            <a:extLst xmlns:a="http://schemas.openxmlformats.org/drawingml/2006/main">
              <a:ext uri="{FF2B5EF4-FFF2-40B4-BE49-F238E27FC236}">
                <a16:creationId xmlns:a16="http://schemas.microsoft.com/office/drawing/2014/main" id="{27788F42-8F86-4389-9110-C74068E2C977}"/>
              </a:ext>
            </a:extLst>
          </p:cNvPr>
          <p:cNvSpPr>
            <a:spLocks xmlns:a="http://schemas.openxmlformats.org/drawingml/2006/main" noGrp="1"/>
          </p:cNvSpPr>
          <p:nvPr/>
        </p:nvSpPr>
        <p:spPr>
          <a:xfrm xmlns:a="http://schemas.openxmlformats.org/drawingml/2006/main">
            <a:off x="762000" y="1571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600" b="1">
                <a:solidFill>
                  <a:srgbClr val="4EE5FF"/>
                </a:solidFill>
                <a:latin typeface="Nunito"/>
                <a:ea typeface="Nunito"/>
                <a:cs typeface="Nunito"/>
              </a:defRPr>
            </a:pPr>
            <a:r>
              <a:rPr sz="6600" b="1">
                <a:solidFill>
                  <a:srgbClr val="4EE5FF"/>
                </a:solidFill>
                <a:latin typeface="Nunito"/>
                <a:ea typeface="Nunito"/>
                <a:cs typeface="Nunito"/>
              </a:rPr>
              <a:t>care</a:t>
            </a:r>
          </a:p>
        </p:txBody>
      </p:sp>
      <p:sp>
        <p:nvSpPr>
          <p:cNvPr id="4" name="text">
            <a:extLst xmlns:a="http://schemas.openxmlformats.org/drawingml/2006/main">
              <a:ext uri="{FF2B5EF4-FFF2-40B4-BE49-F238E27FC236}">
                <a16:creationId xmlns:a16="http://schemas.microsoft.com/office/drawing/2014/main" id="{89C0941A-398A-4870-8E9C-27825EA2399A}"/>
              </a:ext>
            </a:extLst>
          </p:cNvPr>
          <p:cNvSpPr>
            <a:spLocks xmlns:a="http://schemas.openxmlformats.org/drawingml/2006/main" noGrp="1"/>
          </p:cNvSpPr>
          <p:nvPr/>
        </p:nvSpPr>
        <p:spPr>
          <a:xfrm xmlns:a="http://schemas.openxmlformats.org/drawingml/2006/main">
            <a:off x="857250" y="280987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F7F7F2"/>
                </a:solidFill>
                <a:latin typeface="Nunito"/>
                <a:ea typeface="Nunito"/>
                <a:cs typeface="Nunito"/>
              </a:defRPr>
            </a:pPr>
            <a:r>
              <a:rPr sz="3600" b="1">
                <a:solidFill>
                  <a:srgbClr val="F7F7F2"/>
                </a:solidFill>
                <a:latin typeface="Nunito"/>
                <a:ea typeface="Nunito"/>
                <a:cs typeface="Nunito"/>
              </a:rPr>
              <a:t>The baby needs care.</a:t>
            </a:r>
          </a:p>
        </p:txBody>
      </p:sp>
      <p:sp>
        <p:nvSpPr>
          <p:cNvPr id="5" name="text">
            <a:extLst xmlns:a="http://schemas.openxmlformats.org/drawingml/2006/main">
              <a:ext uri="{FF2B5EF4-FFF2-40B4-BE49-F238E27FC236}">
                <a16:creationId xmlns:a16="http://schemas.microsoft.com/office/drawing/2014/main" id="{E540255C-5D42-41B2-A959-B8C3EE844393}"/>
              </a:ext>
            </a:extLst>
          </p:cNvPr>
          <p:cNvSpPr>
            <a:spLocks xmlns:a="http://schemas.openxmlformats.org/drawingml/2006/main" noGrp="1"/>
          </p:cNvSpPr>
          <p:nvPr/>
        </p:nvSpPr>
        <p:spPr>
          <a:xfrm xmlns:a="http://schemas.openxmlformats.org/drawingml/2006/main">
            <a:off x="857250" y="40957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3675" b="1" lang="he-IL">
                <a:solidFill>
                  <a:srgbClr val="DFFF5B"/>
                </a:solidFill>
                <a:latin typeface="Heebo"/>
                <a:ea typeface="Heebo"/>
                <a:cs typeface="Heebo"/>
              </a:defRPr>
            </a:pPr>
            <a:r>
              <a:rPr sz="3675" b="1" lang="he-IL">
                <a:solidFill>
                  <a:srgbClr val="DFFF5B"/>
                </a:solidFill>
                <a:latin typeface="Heebo"/>
                <a:ea typeface="Heebo"/>
                <a:cs typeface="Heebo"/>
              </a:rPr>
              <a:t>טיפול; תשומת לב</a:t>
            </a:r>
          </a:p>
        </p:txBody>
      </p:sp>
      <p:sp>
        <p:nvSpPr>
          <p:cNvPr id="6" name="text">
            <a:extLst xmlns:a="http://schemas.openxmlformats.org/drawingml/2006/main">
              <a:ext uri="{FF2B5EF4-FFF2-40B4-BE49-F238E27FC236}">
                <a16:creationId xmlns:a16="http://schemas.microsoft.com/office/drawing/2014/main" id="{1DA1AADE-92A0-4B24-8F9D-DC269880C0E3}"/>
              </a:ext>
            </a:extLst>
          </p:cNvPr>
          <p:cNvSpPr>
            <a:spLocks xmlns:a="http://schemas.openxmlformats.org/drawingml/2006/main" noGrp="1"/>
          </p:cNvSpPr>
          <p:nvPr/>
        </p:nvSpPr>
        <p:spPr>
          <a:xfrm xmlns:a="http://schemas.openxmlformats.org/drawingml/2006/main">
            <a:off x="857250" y="495300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625" b="1" lang="he-IL">
                <a:solidFill>
                  <a:srgbClr val="F7F7F2"/>
                </a:solidFill>
                <a:latin typeface="Heebo"/>
                <a:ea typeface="Heebo"/>
                <a:cs typeface="Heebo"/>
              </a:defRPr>
            </a:pPr>
            <a:r>
              <a:rPr sz="2625" b="1" lang="he-IL">
                <a:solidFill>
                  <a:srgbClr val="F7F7F2"/>
                </a:solidFill>
                <a:latin typeface="Heebo"/>
                <a:ea typeface="Heebo"/>
                <a:cs typeface="Heebo"/>
              </a:rPr>
              <a:t>התינוק צריך טיפול.</a:t>
            </a:r>
          </a:p>
        </p:txBody>
      </p:sp>
      <p:sp>
        <p:nvSpPr>
          <p:cNvPr id="7" name="text">
            <a:extLst xmlns:a="http://schemas.openxmlformats.org/drawingml/2006/main">
              <a:ext uri="{FF2B5EF4-FFF2-40B4-BE49-F238E27FC236}">
                <a16:creationId xmlns:a16="http://schemas.microsoft.com/office/drawing/2014/main" id="{E79D9981-9D22-4D9F-9131-972D21A997BA}"/>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30 / 70</a:t>
            </a:r>
          </a:p>
        </p:txBody>
      </p:sp>
    </p:spTree>
    <p:extLst>
      <p:ext uri="{BB962C8B-B14F-4D97-AF65-F5344CB8AC3E}">
        <p14:creationId xmlns:p14="http://schemas.microsoft.com/office/powerpoint/2010/main" val="22630848"/>
      </p:ext>
    </p:extLst>
  </p:cSld>
</p:sld>
</file>

<file path=ppt/slides/slide31.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
            <a:extLst xmlns:a="http://schemas.openxmlformats.org/drawingml/2006/main">
              <a:ext uri="{FF2B5EF4-FFF2-40B4-BE49-F238E27FC236}">
                <a16:creationId xmlns:a16="http://schemas.microsoft.com/office/drawing/2014/main" id="{69535079-286D-44F8-AFAF-8FA1B5B57368}"/>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כיתה ח׳ · הכנה למבחן</a:t>
            </a:r>
          </a:p>
        </p:txBody>
      </p:sp>
      <p:sp>
        <p:nvSpPr>
          <p:cNvPr id="2" name="text">
            <a:extLst xmlns:a="http://schemas.openxmlformats.org/drawingml/2006/main">
              <a:ext uri="{FF2B5EF4-FFF2-40B4-BE49-F238E27FC236}">
                <a16:creationId xmlns:a16="http://schemas.microsoft.com/office/drawing/2014/main" id="{BEE5347A-67F0-43E2-AEC8-D88CE0A781F4}"/>
              </a:ext>
            </a:extLst>
          </p:cNvPr>
          <p:cNvSpPr>
            <a:spLocks xmlns:a="http://schemas.openxmlformats.org/drawingml/2006/main" noGrp="1"/>
          </p:cNvSpPr>
          <p:nvPr/>
        </p:nvSpPr>
        <p:spPr>
          <a:xfrm xmlns:a="http://schemas.openxmlformats.org/drawingml/2006/main">
            <a:off x="781050" y="1276350"/>
            <a:ext cx="10629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4800" b="1" lang="he-IL">
                <a:solidFill>
                  <a:srgbClr val="DFFF5B"/>
                </a:solidFill>
                <a:latin typeface="Heebo"/>
                <a:ea typeface="Heebo"/>
                <a:cs typeface="Heebo"/>
              </a:defRPr>
            </a:pPr>
            <a:r>
              <a:rPr sz="4800" b="1" lang="he-IL">
                <a:solidFill>
                  <a:srgbClr val="DFFF5B"/>
                </a:solidFill>
                <a:latin typeface="Heebo"/>
                <a:ea typeface="Heebo"/>
                <a:cs typeface="Heebo"/>
              </a:rPr>
              <a:t>איך בונים תשובה?</a:t>
            </a:r>
          </a:p>
        </p:txBody>
      </p:sp>
      <p:sp>
        <p:nvSpPr>
          <p:cNvPr id="3" name="text">
            <a:extLst xmlns:a="http://schemas.openxmlformats.org/drawingml/2006/main">
              <a:ext uri="{FF2B5EF4-FFF2-40B4-BE49-F238E27FC236}">
                <a16:creationId xmlns:a16="http://schemas.microsoft.com/office/drawing/2014/main" id="{D693A656-2521-495B-AF4A-AD408421C739}"/>
              </a:ext>
            </a:extLst>
          </p:cNvPr>
          <p:cNvSpPr>
            <a:spLocks xmlns:a="http://schemas.openxmlformats.org/drawingml/2006/main" noGrp="1"/>
          </p:cNvSpPr>
          <p:nvPr/>
        </p:nvSpPr>
        <p:spPr>
          <a:xfrm xmlns:a="http://schemas.openxmlformats.org/drawingml/2006/main">
            <a:off x="809625" y="25908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850" b="1">
                <a:solidFill>
                  <a:srgbClr val="F7F7F2"/>
                </a:solidFill>
                <a:latin typeface="Nunito"/>
                <a:ea typeface="Nunito"/>
                <a:cs typeface="Nunito"/>
              </a:defRPr>
            </a:pPr>
            <a:r>
              <a:rPr sz="2850" b="1">
                <a:solidFill>
                  <a:srgbClr val="F7F7F2"/>
                </a:solidFill>
                <a:latin typeface="Nunito"/>
                <a:ea typeface="Nunito"/>
                <a:cs typeface="Nunito"/>
              </a:rPr>
              <a:t>Question → paragraph → answer</a:t>
            </a:r>
          </a:p>
        </p:txBody>
      </p:sp>
      <p:sp>
        <p:nvSpPr>
          <p:cNvPr id="4" name="text">
            <a:extLst xmlns:a="http://schemas.openxmlformats.org/drawingml/2006/main">
              <a:ext uri="{FF2B5EF4-FFF2-40B4-BE49-F238E27FC236}">
                <a16:creationId xmlns:a16="http://schemas.microsoft.com/office/drawing/2014/main" id="{964FFA90-456C-4DDE-908B-4BF1DBA0B2E4}"/>
              </a:ext>
            </a:extLst>
          </p:cNvPr>
          <p:cNvSpPr>
            <a:spLocks xmlns:a="http://schemas.openxmlformats.org/drawingml/2006/main" noGrp="1"/>
          </p:cNvSpPr>
          <p:nvPr/>
        </p:nvSpPr>
        <p:spPr>
          <a:xfrm xmlns:a="http://schemas.openxmlformats.org/drawingml/2006/main">
            <a:off x="857250" y="340042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0" lang="he-IL">
                <a:solidFill>
                  <a:srgbClr val="F7F7F2"/>
                </a:solidFill>
                <a:latin typeface="Heebo"/>
                <a:ea typeface="Heebo"/>
                <a:cs typeface="Heebo"/>
              </a:defRPr>
            </a:pPr>
            <a:r>
              <a:rPr sz="2475" b="0" lang="he-IL">
                <a:solidFill>
                  <a:srgbClr val="F7F7F2"/>
                </a:solidFill>
                <a:latin typeface="Heebo"/>
                <a:ea typeface="Heebo"/>
                <a:cs typeface="Heebo"/>
              </a:rPr>
              <a:t>מזהים מה שואלים: מי, היכן, מה או למה</a:t>
            </a:r>
          </a:p>
        </p:txBody>
      </p:sp>
      <p:sp>
        <p:nvSpPr>
          <p:cNvPr id="5" name="text">
            <a:extLst xmlns:a="http://schemas.openxmlformats.org/drawingml/2006/main">
              <a:ext uri="{FF2B5EF4-FFF2-40B4-BE49-F238E27FC236}">
                <a16:creationId xmlns:a16="http://schemas.microsoft.com/office/drawing/2014/main" id="{4BA0F52A-3BD7-4E5C-87F8-1B961DD149C0}"/>
              </a:ext>
            </a:extLst>
          </p:cNvPr>
          <p:cNvSpPr>
            <a:spLocks xmlns:a="http://schemas.openxmlformats.org/drawingml/2006/main" noGrp="1"/>
          </p:cNvSpPr>
          <p:nvPr/>
        </p:nvSpPr>
        <p:spPr>
          <a:xfrm xmlns:a="http://schemas.openxmlformats.org/drawingml/2006/main">
            <a:off x="857250" y="4000500"/>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0" lang="he-IL">
                <a:solidFill>
                  <a:srgbClr val="F7F7F2"/>
                </a:solidFill>
                <a:latin typeface="Heebo"/>
                <a:ea typeface="Heebo"/>
                <a:cs typeface="Heebo"/>
              </a:defRPr>
            </a:pPr>
            <a:r>
              <a:rPr sz="2475" b="0" lang="he-IL">
                <a:solidFill>
                  <a:srgbClr val="F7F7F2"/>
                </a:solidFill>
                <a:latin typeface="Heebo"/>
                <a:ea typeface="Heebo"/>
                <a:cs typeface="Heebo"/>
              </a:rPr>
              <a:t>מוצאים פרט מתאים בטקסט</a:t>
            </a:r>
          </a:p>
        </p:txBody>
      </p:sp>
      <p:sp>
        <p:nvSpPr>
          <p:cNvPr id="6" name="text">
            <a:extLst xmlns:a="http://schemas.openxmlformats.org/drawingml/2006/main">
              <a:ext uri="{FF2B5EF4-FFF2-40B4-BE49-F238E27FC236}">
                <a16:creationId xmlns:a16="http://schemas.microsoft.com/office/drawing/2014/main" id="{CD6FA606-0CB1-4AA9-83AF-F7D8A69E215C}"/>
              </a:ext>
            </a:extLst>
          </p:cNvPr>
          <p:cNvSpPr>
            <a:spLocks xmlns:a="http://schemas.openxmlformats.org/drawingml/2006/main" noGrp="1"/>
          </p:cNvSpPr>
          <p:nvPr/>
        </p:nvSpPr>
        <p:spPr>
          <a:xfrm xmlns:a="http://schemas.openxmlformats.org/drawingml/2006/main">
            <a:off x="857250" y="460057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0" lang="he-IL">
                <a:solidFill>
                  <a:srgbClr val="F7F7F2"/>
                </a:solidFill>
                <a:latin typeface="Heebo"/>
                <a:ea typeface="Heebo"/>
                <a:cs typeface="Heebo"/>
              </a:defRPr>
            </a:pPr>
            <a:r>
              <a:rPr sz="2475" b="0" lang="he-IL">
                <a:solidFill>
                  <a:srgbClr val="F7F7F2"/>
                </a:solidFill>
                <a:latin typeface="Heebo"/>
                <a:ea typeface="Heebo"/>
                <a:cs typeface="Heebo"/>
              </a:rPr>
              <a:t>כותבים תשובה ובודקים שהיא עונה לשאלה</a:t>
            </a:r>
          </a:p>
        </p:txBody>
      </p:sp>
      <p:sp>
        <p:nvSpPr>
          <p:cNvPr id="7" name="text">
            <a:extLst xmlns:a="http://schemas.openxmlformats.org/drawingml/2006/main">
              <a:ext uri="{FF2B5EF4-FFF2-40B4-BE49-F238E27FC236}">
                <a16:creationId xmlns:a16="http://schemas.microsoft.com/office/drawing/2014/main" id="{B97874A9-3131-4361-B046-6D9B36BB8805}"/>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31 / 70</a:t>
            </a:r>
          </a:p>
        </p:txBody>
      </p:sp>
    </p:spTree>
    <p:extLst>
      <p:ext uri="{BB962C8B-B14F-4D97-AF65-F5344CB8AC3E}">
        <p14:creationId xmlns:p14="http://schemas.microsoft.com/office/powerpoint/2010/main" val="162937422"/>
      </p:ext>
    </p:extLst>
  </p:cSld>
</p:sld>
</file>

<file path=ppt/slides/slide32.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4" name="text">
            <a:extLst xmlns:a="http://schemas.openxmlformats.org/drawingml/2006/main">
              <a:ext uri="{FF2B5EF4-FFF2-40B4-BE49-F238E27FC236}">
                <a16:creationId xmlns:a16="http://schemas.microsoft.com/office/drawing/2014/main" id="{E93AF231-7254-4780-8D5B-BD117449CA65}"/>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DFFF5B"/>
                </a:solidFill>
                <a:latin typeface="Nunito"/>
                <a:ea typeface="Nunito"/>
                <a:cs typeface="Nunito"/>
              </a:defRPr>
            </a:pPr>
            <a:r>
              <a:rPr sz="1650" b="1">
                <a:solidFill>
                  <a:srgbClr val="DFFF5B"/>
                </a:solidFill>
                <a:latin typeface="Nunito"/>
                <a:ea typeface="Nunito"/>
                <a:cs typeface="Nunito"/>
              </a:rPr>
              <a:t>Part One · A</a:t>
            </a:r>
          </a:p>
        </p:txBody>
      </p:sp>
      <p:sp>
        <p:nvSpPr>
          <p:cNvPr id="2" name="text">
            <a:extLst xmlns:a="http://schemas.openxmlformats.org/drawingml/2006/main">
              <a:ext uri="{FF2B5EF4-FFF2-40B4-BE49-F238E27FC236}">
                <a16:creationId xmlns:a16="http://schemas.microsoft.com/office/drawing/2014/main" id="{9F518FA2-6278-40E5-9048-644BCDAC48DF}"/>
              </a:ext>
            </a:extLst>
          </p:cNvPr>
          <p:cNvSpPr>
            <a:spLocks xmlns:a="http://schemas.openxmlformats.org/drawingml/2006/main" noGrp="1"/>
          </p:cNvSpPr>
          <p:nvPr/>
        </p:nvSpPr>
        <p:spPr>
          <a:xfrm xmlns:a="http://schemas.openxmlformats.org/drawingml/2006/main">
            <a:off x="857250" y="1504950"/>
            <a:ext cx="104775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0">
                <a:solidFill>
                  <a:srgbClr val="F7F7F2"/>
                </a:solidFill>
                <a:latin typeface="Nunito"/>
                <a:ea typeface="Nunito"/>
                <a:cs typeface="Nunito"/>
              </a:defRPr>
            </a:pPr>
            <a:r>
              <a:rPr sz="3000" b="0">
                <a:solidFill>
                  <a:srgbClr val="F7F7F2"/>
                </a:solidFill>
                <a:latin typeface="Nunito"/>
                <a:ea typeface="Nunito"/>
                <a:cs typeface="Nunito"/>
              </a:rPr>
              <a:t>I am at one of the most unusual festivals in the world – the Monkey Festival in Lopburi, Thailand. People are getting ready for the festival, so I finally have some time to write about my adventures.</a:t>
            </a:r>
          </a:p>
        </p:txBody>
      </p:sp>
      <p:sp>
        <p:nvSpPr>
          <p:cNvPr id="3" name="text">
            <a:extLst xmlns:a="http://schemas.openxmlformats.org/drawingml/2006/main">
              <a:ext uri="{FF2B5EF4-FFF2-40B4-BE49-F238E27FC236}">
                <a16:creationId xmlns:a16="http://schemas.microsoft.com/office/drawing/2014/main" id="{EF600F72-2819-4DE7-9338-CE1E7A1B6336}"/>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32 / 70</a:t>
            </a:r>
          </a:p>
        </p:txBody>
      </p:sp>
    </p:spTree>
    <p:extLst>
      <p:ext uri="{BB962C8B-B14F-4D97-AF65-F5344CB8AC3E}">
        <p14:creationId xmlns:p14="http://schemas.microsoft.com/office/powerpoint/2010/main" val="1531088038"/>
      </p:ext>
    </p:extLst>
  </p:cSld>
</p:sld>
</file>

<file path=ppt/slides/slide33.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5" name="text">
            <a:extLst xmlns:a="http://schemas.openxmlformats.org/drawingml/2006/main">
              <a:ext uri="{FF2B5EF4-FFF2-40B4-BE49-F238E27FC236}">
                <a16:creationId xmlns:a16="http://schemas.microsoft.com/office/drawing/2014/main" id="{551038D3-0731-4270-B1D6-F35AEF05C56D}"/>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שאלת הבנה</a:t>
            </a:r>
          </a:p>
        </p:txBody>
      </p:sp>
      <p:sp>
        <p:nvSpPr>
          <p:cNvPr id="2" name="text">
            <a:extLst xmlns:a="http://schemas.openxmlformats.org/drawingml/2006/main">
              <a:ext uri="{FF2B5EF4-FFF2-40B4-BE49-F238E27FC236}">
                <a16:creationId xmlns:a16="http://schemas.microsoft.com/office/drawing/2014/main" id="{2FF95F32-1841-49C1-BAFA-70F84F51B05F}"/>
              </a:ext>
            </a:extLst>
          </p:cNvPr>
          <p:cNvSpPr>
            <a:spLocks xmlns:a="http://schemas.openxmlformats.org/drawingml/2006/main" noGrp="1"/>
          </p:cNvSpPr>
          <p:nvPr/>
        </p:nvSpPr>
        <p:spPr>
          <a:xfrm xmlns:a="http://schemas.openxmlformats.org/drawingml/2006/main">
            <a:off x="838200" y="1619250"/>
            <a:ext cx="105156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750" b="1">
                <a:solidFill>
                  <a:srgbClr val="F7F7F2"/>
                </a:solidFill>
                <a:latin typeface="Nunito"/>
                <a:ea typeface="Nunito"/>
                <a:cs typeface="Nunito"/>
              </a:defRPr>
            </a:pPr>
            <a:r>
              <a:rPr sz="3750" b="1">
                <a:solidFill>
                  <a:srgbClr val="F7F7F2"/>
                </a:solidFill>
                <a:latin typeface="Nunito"/>
                <a:ea typeface="Nunito"/>
                <a:cs typeface="Nunito"/>
              </a:rPr>
              <a:t>Where is the festival?</a:t>
            </a:r>
          </a:p>
        </p:txBody>
      </p:sp>
      <p:sp>
        <p:nvSpPr>
          <p:cNvPr id="3" name="text">
            <a:extLst xmlns:a="http://schemas.openxmlformats.org/drawingml/2006/main">
              <a:ext uri="{FF2B5EF4-FFF2-40B4-BE49-F238E27FC236}">
                <a16:creationId xmlns:a16="http://schemas.microsoft.com/office/drawing/2014/main" id="{426AFAF7-A840-4F57-A767-86D9E753CD16}"/>
              </a:ext>
            </a:extLst>
          </p:cNvPr>
          <p:cNvSpPr>
            <a:spLocks xmlns:a="http://schemas.openxmlformats.org/drawingml/2006/main" noGrp="1"/>
          </p:cNvSpPr>
          <p:nvPr/>
        </p:nvSpPr>
        <p:spPr>
          <a:xfrm xmlns:a="http://schemas.openxmlformats.org/drawingml/2006/main">
            <a:off x="857250" y="3476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4EE5FF"/>
                </a:solidFill>
                <a:latin typeface="Nunito"/>
                <a:ea typeface="Nunito"/>
                <a:cs typeface="Nunito"/>
              </a:defRPr>
            </a:pPr>
            <a:r>
              <a:rPr sz="1725" b="0">
                <a:solidFill>
                  <a:srgbClr val="4EE5FF"/>
                </a:solidFill>
                <a:latin typeface="Nunito"/>
                <a:ea typeface="Nunito"/>
                <a:cs typeface="Nunito"/>
              </a:rPr>
              <a:t>Part One · A</a:t>
            </a:r>
          </a:p>
        </p:txBody>
      </p:sp>
      <p:sp>
        <p:nvSpPr>
          <p:cNvPr id="4" name="text">
            <a:extLst xmlns:a="http://schemas.openxmlformats.org/drawingml/2006/main">
              <a:ext uri="{FF2B5EF4-FFF2-40B4-BE49-F238E27FC236}">
                <a16:creationId xmlns:a16="http://schemas.microsoft.com/office/drawing/2014/main" id="{9DD77C6C-D3CE-49BC-B337-D008C41417B0}"/>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33 / 70</a:t>
            </a:r>
          </a:p>
        </p:txBody>
      </p:sp>
    </p:spTree>
    <p:extLst>
      <p:ext uri="{BB962C8B-B14F-4D97-AF65-F5344CB8AC3E}">
        <p14:creationId xmlns:p14="http://schemas.microsoft.com/office/powerpoint/2010/main" val="420390039"/>
      </p:ext>
    </p:extLst>
  </p:cSld>
</p:sld>
</file>

<file path=ppt/slides/slide34.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3E787DA9-BBC7-4BB5-A03E-35063DFF9F54}"/>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שאלת הבנה</a:t>
            </a:r>
          </a:p>
        </p:txBody>
      </p:sp>
      <p:sp>
        <p:nvSpPr>
          <p:cNvPr id="2" name="text">
            <a:extLst xmlns:a="http://schemas.openxmlformats.org/drawingml/2006/main">
              <a:ext uri="{FF2B5EF4-FFF2-40B4-BE49-F238E27FC236}">
                <a16:creationId xmlns:a16="http://schemas.microsoft.com/office/drawing/2014/main" id="{BEAE0DA7-D110-405F-93E8-8A053962DFCD}"/>
              </a:ext>
            </a:extLst>
          </p:cNvPr>
          <p:cNvSpPr>
            <a:spLocks xmlns:a="http://schemas.openxmlformats.org/drawingml/2006/main" noGrp="1"/>
          </p:cNvSpPr>
          <p:nvPr/>
        </p:nvSpPr>
        <p:spPr>
          <a:xfrm xmlns:a="http://schemas.openxmlformats.org/drawingml/2006/main">
            <a:off x="838200" y="1619250"/>
            <a:ext cx="105156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750" b="1">
                <a:solidFill>
                  <a:srgbClr val="F7F7F2"/>
                </a:solidFill>
                <a:latin typeface="Nunito"/>
                <a:ea typeface="Nunito"/>
                <a:cs typeface="Nunito"/>
              </a:defRPr>
            </a:pPr>
            <a:r>
              <a:rPr sz="3750" b="1">
                <a:solidFill>
                  <a:srgbClr val="F7F7F2"/>
                </a:solidFill>
                <a:latin typeface="Nunito"/>
                <a:ea typeface="Nunito"/>
                <a:cs typeface="Nunito"/>
              </a:rPr>
              <a:t>Where is the festival?</a:t>
            </a:r>
          </a:p>
        </p:txBody>
      </p:sp>
      <p:sp>
        <p:nvSpPr>
          <p:cNvPr id="3" name="text">
            <a:extLst xmlns:a="http://schemas.openxmlformats.org/drawingml/2006/main">
              <a:ext uri="{FF2B5EF4-FFF2-40B4-BE49-F238E27FC236}">
                <a16:creationId xmlns:a16="http://schemas.microsoft.com/office/drawing/2014/main" id="{BF88D6AE-A4DD-4745-8A97-6B6524611F56}"/>
              </a:ext>
            </a:extLst>
          </p:cNvPr>
          <p:cNvSpPr>
            <a:spLocks xmlns:a="http://schemas.openxmlformats.org/drawingml/2006/main" noGrp="1"/>
          </p:cNvSpPr>
          <p:nvPr/>
        </p:nvSpPr>
        <p:spPr>
          <a:xfrm xmlns:a="http://schemas.openxmlformats.org/drawingml/2006/main">
            <a:off x="857250" y="3476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4EE5FF"/>
                </a:solidFill>
                <a:latin typeface="Nunito"/>
                <a:ea typeface="Nunito"/>
                <a:cs typeface="Nunito"/>
              </a:defRPr>
            </a:pPr>
            <a:r>
              <a:rPr sz="1725" b="0">
                <a:solidFill>
                  <a:srgbClr val="4EE5FF"/>
                </a:solidFill>
                <a:latin typeface="Nunito"/>
                <a:ea typeface="Nunito"/>
                <a:cs typeface="Nunito"/>
              </a:rPr>
              <a:t>Part One · A</a:t>
            </a:r>
          </a:p>
        </p:txBody>
      </p:sp>
      <p:sp>
        <p:nvSpPr>
          <p:cNvPr id="4" name="text">
            <a:extLst xmlns:a="http://schemas.openxmlformats.org/drawingml/2006/main">
              <a:ext uri="{FF2B5EF4-FFF2-40B4-BE49-F238E27FC236}">
                <a16:creationId xmlns:a16="http://schemas.microsoft.com/office/drawing/2014/main" id="{7277A1AC-964D-4012-A83E-006E1A344866}"/>
              </a:ext>
            </a:extLst>
          </p:cNvPr>
          <p:cNvSpPr>
            <a:spLocks xmlns:a="http://schemas.openxmlformats.org/drawingml/2006/main" noGrp="1"/>
          </p:cNvSpPr>
          <p:nvPr/>
        </p:nvSpPr>
        <p:spPr>
          <a:xfrm xmlns:a="http://schemas.openxmlformats.org/drawingml/2006/main">
            <a:off x="857250" y="4067175"/>
            <a:ext cx="104775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DFFF5B"/>
                </a:solidFill>
                <a:latin typeface="Nunito"/>
                <a:ea typeface="Nunito"/>
                <a:cs typeface="Nunito"/>
              </a:defRPr>
            </a:pPr>
            <a:r>
              <a:rPr sz="2925" b="1">
                <a:solidFill>
                  <a:srgbClr val="DFFF5B"/>
                </a:solidFill>
                <a:latin typeface="Nunito"/>
                <a:ea typeface="Nunito"/>
                <a:cs typeface="Nunito"/>
              </a:rPr>
              <a:t>The festival is in Lopburi, Thailand.</a:t>
            </a:r>
          </a:p>
        </p:txBody>
      </p:sp>
      <p:sp>
        <p:nvSpPr>
          <p:cNvPr id="5" name="text">
            <a:extLst xmlns:a="http://schemas.openxmlformats.org/drawingml/2006/main">
              <a:ext uri="{FF2B5EF4-FFF2-40B4-BE49-F238E27FC236}">
                <a16:creationId xmlns:a16="http://schemas.microsoft.com/office/drawing/2014/main" id="{A66FD051-8727-4EFA-A8BD-85D52991ED88}"/>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34 / 70</a:t>
            </a:r>
          </a:p>
        </p:txBody>
      </p:sp>
    </p:spTree>
    <p:extLst>
      <p:ext uri="{BB962C8B-B14F-4D97-AF65-F5344CB8AC3E}">
        <p14:creationId xmlns:p14="http://schemas.microsoft.com/office/powerpoint/2010/main" val="958505462"/>
      </p:ext>
    </p:extLst>
  </p:cSld>
</p:sld>
</file>

<file path=ppt/slides/slide35.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4" name="text">
            <a:extLst xmlns:a="http://schemas.openxmlformats.org/drawingml/2006/main">
              <a:ext uri="{FF2B5EF4-FFF2-40B4-BE49-F238E27FC236}">
                <a16:creationId xmlns:a16="http://schemas.microsoft.com/office/drawing/2014/main" id="{D823B3B2-1482-49C6-8460-17DD0D7AB5FE}"/>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DFFF5B"/>
                </a:solidFill>
                <a:latin typeface="Nunito"/>
                <a:ea typeface="Nunito"/>
                <a:cs typeface="Nunito"/>
              </a:defRPr>
            </a:pPr>
            <a:r>
              <a:rPr sz="1650" b="1">
                <a:solidFill>
                  <a:srgbClr val="DFFF5B"/>
                </a:solidFill>
                <a:latin typeface="Nunito"/>
                <a:ea typeface="Nunito"/>
                <a:cs typeface="Nunito"/>
              </a:rPr>
              <a:t>Part One · B</a:t>
            </a:r>
          </a:p>
        </p:txBody>
      </p:sp>
      <p:sp>
        <p:nvSpPr>
          <p:cNvPr id="2" name="text">
            <a:extLst xmlns:a="http://schemas.openxmlformats.org/drawingml/2006/main">
              <a:ext uri="{FF2B5EF4-FFF2-40B4-BE49-F238E27FC236}">
                <a16:creationId xmlns:a16="http://schemas.microsoft.com/office/drawing/2014/main" id="{FD6F8D61-400F-43D4-9F9F-38C74A1A3A4C}"/>
              </a:ext>
            </a:extLst>
          </p:cNvPr>
          <p:cNvSpPr>
            <a:spLocks xmlns:a="http://schemas.openxmlformats.org/drawingml/2006/main" noGrp="1"/>
          </p:cNvSpPr>
          <p:nvPr/>
        </p:nvSpPr>
        <p:spPr>
          <a:xfrm xmlns:a="http://schemas.openxmlformats.org/drawingml/2006/main">
            <a:off x="857250" y="1504950"/>
            <a:ext cx="104775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0">
                <a:solidFill>
                  <a:srgbClr val="F7F7F2"/>
                </a:solidFill>
                <a:latin typeface="Nunito"/>
                <a:ea typeface="Nunito"/>
                <a:cs typeface="Nunito"/>
              </a:defRPr>
            </a:pPr>
            <a:r>
              <a:rPr sz="3000" b="0">
                <a:solidFill>
                  <a:srgbClr val="F7F7F2"/>
                </a:solidFill>
                <a:latin typeface="Nunito"/>
                <a:ea typeface="Nunito"/>
                <a:cs typeface="Nunito"/>
              </a:rPr>
              <a:t>Everybody in town gets together and the entire town goes a little crazy on this day! Many people are dressed like monkeys, and the festival has live performances and dances.</a:t>
            </a:r>
          </a:p>
        </p:txBody>
      </p:sp>
      <p:sp>
        <p:nvSpPr>
          <p:cNvPr id="3" name="text">
            <a:extLst xmlns:a="http://schemas.openxmlformats.org/drawingml/2006/main">
              <a:ext uri="{FF2B5EF4-FFF2-40B4-BE49-F238E27FC236}">
                <a16:creationId xmlns:a16="http://schemas.microsoft.com/office/drawing/2014/main" id="{DFEBB208-EFB3-4250-8114-A7594FC940B0}"/>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35 / 70</a:t>
            </a:r>
          </a:p>
        </p:txBody>
      </p:sp>
    </p:spTree>
    <p:extLst>
      <p:ext uri="{BB962C8B-B14F-4D97-AF65-F5344CB8AC3E}">
        <p14:creationId xmlns:p14="http://schemas.microsoft.com/office/powerpoint/2010/main" val="1688857736"/>
      </p:ext>
    </p:extLst>
  </p:cSld>
</p:sld>
</file>

<file path=ppt/slides/slide36.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4" name="text">
            <a:extLst xmlns:a="http://schemas.openxmlformats.org/drawingml/2006/main">
              <a:ext uri="{FF2B5EF4-FFF2-40B4-BE49-F238E27FC236}">
                <a16:creationId xmlns:a16="http://schemas.microsoft.com/office/drawing/2014/main" id="{B49274D8-F9B6-4AD8-8246-956FF43BC46C}"/>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DFFF5B"/>
                </a:solidFill>
                <a:latin typeface="Nunito"/>
                <a:ea typeface="Nunito"/>
                <a:cs typeface="Nunito"/>
              </a:defRPr>
            </a:pPr>
            <a:r>
              <a:rPr sz="1650" b="1">
                <a:solidFill>
                  <a:srgbClr val="DFFF5B"/>
                </a:solidFill>
                <a:latin typeface="Nunito"/>
                <a:ea typeface="Nunito"/>
                <a:cs typeface="Nunito"/>
              </a:rPr>
              <a:t>Part One · C</a:t>
            </a:r>
          </a:p>
        </p:txBody>
      </p:sp>
      <p:sp>
        <p:nvSpPr>
          <p:cNvPr id="2" name="text">
            <a:extLst xmlns:a="http://schemas.openxmlformats.org/drawingml/2006/main">
              <a:ext uri="{FF2B5EF4-FFF2-40B4-BE49-F238E27FC236}">
                <a16:creationId xmlns:a16="http://schemas.microsoft.com/office/drawing/2014/main" id="{59604910-A4F1-4EB3-BA66-E06836F50C61}"/>
              </a:ext>
            </a:extLst>
          </p:cNvPr>
          <p:cNvSpPr>
            <a:spLocks xmlns:a="http://schemas.openxmlformats.org/drawingml/2006/main" noGrp="1"/>
          </p:cNvSpPr>
          <p:nvPr/>
        </p:nvSpPr>
        <p:spPr>
          <a:xfrm xmlns:a="http://schemas.openxmlformats.org/drawingml/2006/main">
            <a:off x="857250" y="1504950"/>
            <a:ext cx="104775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0">
                <a:solidFill>
                  <a:srgbClr val="F7F7F2"/>
                </a:solidFill>
                <a:latin typeface="Nunito"/>
                <a:ea typeface="Nunito"/>
                <a:cs typeface="Nunito"/>
              </a:defRPr>
            </a:pPr>
            <a:r>
              <a:rPr sz="3000" b="0">
                <a:solidFill>
                  <a:srgbClr val="F7F7F2"/>
                </a:solidFill>
                <a:latin typeface="Nunito"/>
                <a:ea typeface="Nunito"/>
                <a:cs typeface="Nunito"/>
              </a:rPr>
              <a:t>The first thing you notice when you look around town are the monkeys. They are everywhere! I can see a few of them right now. They are gathered together on the street corner, playing with each other and making loud noises.</a:t>
            </a:r>
          </a:p>
        </p:txBody>
      </p:sp>
      <p:sp>
        <p:nvSpPr>
          <p:cNvPr id="3" name="text">
            <a:extLst xmlns:a="http://schemas.openxmlformats.org/drawingml/2006/main">
              <a:ext uri="{FF2B5EF4-FFF2-40B4-BE49-F238E27FC236}">
                <a16:creationId xmlns:a16="http://schemas.microsoft.com/office/drawing/2014/main" id="{32FFC404-F645-4FB1-AA16-62580093215D}"/>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36 / 70</a:t>
            </a:r>
          </a:p>
        </p:txBody>
      </p:sp>
    </p:spTree>
    <p:extLst>
      <p:ext uri="{BB962C8B-B14F-4D97-AF65-F5344CB8AC3E}">
        <p14:creationId xmlns:p14="http://schemas.microsoft.com/office/powerpoint/2010/main" val="372688791"/>
      </p:ext>
    </p:extLst>
  </p:cSld>
</p:sld>
</file>

<file path=ppt/slides/slide37.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4" name="text">
            <a:extLst xmlns:a="http://schemas.openxmlformats.org/drawingml/2006/main">
              <a:ext uri="{FF2B5EF4-FFF2-40B4-BE49-F238E27FC236}">
                <a16:creationId xmlns:a16="http://schemas.microsoft.com/office/drawing/2014/main" id="{5D7A6B31-FBD9-4E58-B9D5-B3F527900097}"/>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DFFF5B"/>
                </a:solidFill>
                <a:latin typeface="Nunito"/>
                <a:ea typeface="Nunito"/>
                <a:cs typeface="Nunito"/>
              </a:defRPr>
            </a:pPr>
            <a:r>
              <a:rPr sz="1650" b="1">
                <a:solidFill>
                  <a:srgbClr val="DFFF5B"/>
                </a:solidFill>
                <a:latin typeface="Nunito"/>
                <a:ea typeface="Nunito"/>
                <a:cs typeface="Nunito"/>
              </a:rPr>
              <a:t>Part One · D</a:t>
            </a:r>
          </a:p>
        </p:txBody>
      </p:sp>
      <p:sp>
        <p:nvSpPr>
          <p:cNvPr id="2" name="text">
            <a:extLst xmlns:a="http://schemas.openxmlformats.org/drawingml/2006/main">
              <a:ext uri="{FF2B5EF4-FFF2-40B4-BE49-F238E27FC236}">
                <a16:creationId xmlns:a16="http://schemas.microsoft.com/office/drawing/2014/main" id="{B61B6924-E871-4621-AB2E-AB9C3402D065}"/>
              </a:ext>
            </a:extLst>
          </p:cNvPr>
          <p:cNvSpPr>
            <a:spLocks xmlns:a="http://schemas.openxmlformats.org/drawingml/2006/main" noGrp="1"/>
          </p:cNvSpPr>
          <p:nvPr/>
        </p:nvSpPr>
        <p:spPr>
          <a:xfrm xmlns:a="http://schemas.openxmlformats.org/drawingml/2006/main">
            <a:off x="857250" y="1504950"/>
            <a:ext cx="104775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0">
                <a:solidFill>
                  <a:srgbClr val="F7F7F2"/>
                </a:solidFill>
                <a:latin typeface="Nunito"/>
                <a:ea typeface="Nunito"/>
                <a:cs typeface="Nunito"/>
              </a:defRPr>
            </a:pPr>
            <a:r>
              <a:rPr sz="3000" b="0">
                <a:solidFill>
                  <a:srgbClr val="F7F7F2"/>
                </a:solidFill>
                <a:latin typeface="Nunito"/>
                <a:ea typeface="Nunito"/>
                <a:cs typeface="Nunito"/>
              </a:rPr>
              <a:t>They may look cute, but you have to be careful. These monkeys can cause major trouble. They like to take things from people, especially food and drinks, and even valuable things, like handbags and sunglasses.</a:t>
            </a:r>
          </a:p>
        </p:txBody>
      </p:sp>
      <p:sp>
        <p:nvSpPr>
          <p:cNvPr id="3" name="text">
            <a:extLst xmlns:a="http://schemas.openxmlformats.org/drawingml/2006/main">
              <a:ext uri="{FF2B5EF4-FFF2-40B4-BE49-F238E27FC236}">
                <a16:creationId xmlns:a16="http://schemas.microsoft.com/office/drawing/2014/main" id="{5AA1BEE4-A412-4E1D-A9B5-8B7AF58CB3C4}"/>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37 / 70</a:t>
            </a:r>
          </a:p>
        </p:txBody>
      </p:sp>
    </p:spTree>
    <p:extLst>
      <p:ext uri="{BB962C8B-B14F-4D97-AF65-F5344CB8AC3E}">
        <p14:creationId xmlns:p14="http://schemas.microsoft.com/office/powerpoint/2010/main" val="1300161151"/>
      </p:ext>
    </p:extLst>
  </p:cSld>
</p:sld>
</file>

<file path=ppt/slides/slide38.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5" name="text">
            <a:extLst xmlns:a="http://schemas.openxmlformats.org/drawingml/2006/main">
              <a:ext uri="{FF2B5EF4-FFF2-40B4-BE49-F238E27FC236}">
                <a16:creationId xmlns:a16="http://schemas.microsoft.com/office/drawing/2014/main" id="{F0C4ACA8-6835-4405-B881-81717E324609}"/>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שאלת הבנה</a:t>
            </a:r>
          </a:p>
        </p:txBody>
      </p:sp>
      <p:sp>
        <p:nvSpPr>
          <p:cNvPr id="2" name="text">
            <a:extLst xmlns:a="http://schemas.openxmlformats.org/drawingml/2006/main">
              <a:ext uri="{FF2B5EF4-FFF2-40B4-BE49-F238E27FC236}">
                <a16:creationId xmlns:a16="http://schemas.microsoft.com/office/drawing/2014/main" id="{1C9FE41C-7D1A-4117-96E4-97485BB941DD}"/>
              </a:ext>
            </a:extLst>
          </p:cNvPr>
          <p:cNvSpPr>
            <a:spLocks xmlns:a="http://schemas.openxmlformats.org/drawingml/2006/main" noGrp="1"/>
          </p:cNvSpPr>
          <p:nvPr/>
        </p:nvSpPr>
        <p:spPr>
          <a:xfrm xmlns:a="http://schemas.openxmlformats.org/drawingml/2006/main">
            <a:off x="838200" y="1619250"/>
            <a:ext cx="105156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750" b="1">
                <a:solidFill>
                  <a:srgbClr val="F7F7F2"/>
                </a:solidFill>
                <a:latin typeface="Nunito"/>
                <a:ea typeface="Nunito"/>
                <a:cs typeface="Nunito"/>
              </a:defRPr>
            </a:pPr>
            <a:r>
              <a:rPr sz="3750" b="1">
                <a:solidFill>
                  <a:srgbClr val="F7F7F2"/>
                </a:solidFill>
                <a:latin typeface="Nunito"/>
                <a:ea typeface="Nunito"/>
                <a:cs typeface="Nunito"/>
              </a:rPr>
              <a:t>Name two valuable things the monkeys take.</a:t>
            </a:r>
          </a:p>
        </p:txBody>
      </p:sp>
      <p:sp>
        <p:nvSpPr>
          <p:cNvPr id="3" name="text">
            <a:extLst xmlns:a="http://schemas.openxmlformats.org/drawingml/2006/main">
              <a:ext uri="{FF2B5EF4-FFF2-40B4-BE49-F238E27FC236}">
                <a16:creationId xmlns:a16="http://schemas.microsoft.com/office/drawing/2014/main" id="{65A0F265-2819-4DD1-A921-9699F518D464}"/>
              </a:ext>
            </a:extLst>
          </p:cNvPr>
          <p:cNvSpPr>
            <a:spLocks xmlns:a="http://schemas.openxmlformats.org/drawingml/2006/main" noGrp="1"/>
          </p:cNvSpPr>
          <p:nvPr/>
        </p:nvSpPr>
        <p:spPr>
          <a:xfrm xmlns:a="http://schemas.openxmlformats.org/drawingml/2006/main">
            <a:off x="857250" y="3476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4EE5FF"/>
                </a:solidFill>
                <a:latin typeface="Nunito"/>
                <a:ea typeface="Nunito"/>
                <a:cs typeface="Nunito"/>
              </a:defRPr>
            </a:pPr>
            <a:r>
              <a:rPr sz="1725" b="0">
                <a:solidFill>
                  <a:srgbClr val="4EE5FF"/>
                </a:solidFill>
                <a:latin typeface="Nunito"/>
                <a:ea typeface="Nunito"/>
                <a:cs typeface="Nunito"/>
              </a:rPr>
              <a:t>Part One · D</a:t>
            </a:r>
          </a:p>
        </p:txBody>
      </p:sp>
      <p:sp>
        <p:nvSpPr>
          <p:cNvPr id="4" name="text">
            <a:extLst xmlns:a="http://schemas.openxmlformats.org/drawingml/2006/main">
              <a:ext uri="{FF2B5EF4-FFF2-40B4-BE49-F238E27FC236}">
                <a16:creationId xmlns:a16="http://schemas.microsoft.com/office/drawing/2014/main" id="{15A1B1CE-AD48-4E93-A103-4F75C1EEC4A8}"/>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38 / 70</a:t>
            </a:r>
          </a:p>
        </p:txBody>
      </p:sp>
    </p:spTree>
    <p:extLst>
      <p:ext uri="{BB962C8B-B14F-4D97-AF65-F5344CB8AC3E}">
        <p14:creationId xmlns:p14="http://schemas.microsoft.com/office/powerpoint/2010/main" val="551720951"/>
      </p:ext>
    </p:extLst>
  </p:cSld>
</p:sld>
</file>

<file path=ppt/slides/slide39.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67664A3D-0DA9-4091-B364-88AC1C620A63}"/>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שאלת הבנה</a:t>
            </a:r>
          </a:p>
        </p:txBody>
      </p:sp>
      <p:sp>
        <p:nvSpPr>
          <p:cNvPr id="2" name="text">
            <a:extLst xmlns:a="http://schemas.openxmlformats.org/drawingml/2006/main">
              <a:ext uri="{FF2B5EF4-FFF2-40B4-BE49-F238E27FC236}">
                <a16:creationId xmlns:a16="http://schemas.microsoft.com/office/drawing/2014/main" id="{663879A0-0264-44BC-A936-970EA6936C62}"/>
              </a:ext>
            </a:extLst>
          </p:cNvPr>
          <p:cNvSpPr>
            <a:spLocks xmlns:a="http://schemas.openxmlformats.org/drawingml/2006/main" noGrp="1"/>
          </p:cNvSpPr>
          <p:nvPr/>
        </p:nvSpPr>
        <p:spPr>
          <a:xfrm xmlns:a="http://schemas.openxmlformats.org/drawingml/2006/main">
            <a:off x="838200" y="1619250"/>
            <a:ext cx="105156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750" b="1">
                <a:solidFill>
                  <a:srgbClr val="F7F7F2"/>
                </a:solidFill>
                <a:latin typeface="Nunito"/>
                <a:ea typeface="Nunito"/>
                <a:cs typeface="Nunito"/>
              </a:defRPr>
            </a:pPr>
            <a:r>
              <a:rPr sz="3750" b="1">
                <a:solidFill>
                  <a:srgbClr val="F7F7F2"/>
                </a:solidFill>
                <a:latin typeface="Nunito"/>
                <a:ea typeface="Nunito"/>
                <a:cs typeface="Nunito"/>
              </a:rPr>
              <a:t>Name two valuable things the monkeys take.</a:t>
            </a:r>
          </a:p>
        </p:txBody>
      </p:sp>
      <p:sp>
        <p:nvSpPr>
          <p:cNvPr id="3" name="text">
            <a:extLst xmlns:a="http://schemas.openxmlformats.org/drawingml/2006/main">
              <a:ext uri="{FF2B5EF4-FFF2-40B4-BE49-F238E27FC236}">
                <a16:creationId xmlns:a16="http://schemas.microsoft.com/office/drawing/2014/main" id="{56808D7D-CD62-4596-B690-64FFFD7E9D7E}"/>
              </a:ext>
            </a:extLst>
          </p:cNvPr>
          <p:cNvSpPr>
            <a:spLocks xmlns:a="http://schemas.openxmlformats.org/drawingml/2006/main" noGrp="1"/>
          </p:cNvSpPr>
          <p:nvPr/>
        </p:nvSpPr>
        <p:spPr>
          <a:xfrm xmlns:a="http://schemas.openxmlformats.org/drawingml/2006/main">
            <a:off x="857250" y="3476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4EE5FF"/>
                </a:solidFill>
                <a:latin typeface="Nunito"/>
                <a:ea typeface="Nunito"/>
                <a:cs typeface="Nunito"/>
              </a:defRPr>
            </a:pPr>
            <a:r>
              <a:rPr sz="1725" b="0">
                <a:solidFill>
                  <a:srgbClr val="4EE5FF"/>
                </a:solidFill>
                <a:latin typeface="Nunito"/>
                <a:ea typeface="Nunito"/>
                <a:cs typeface="Nunito"/>
              </a:rPr>
              <a:t>Part One · D</a:t>
            </a:r>
          </a:p>
        </p:txBody>
      </p:sp>
      <p:sp>
        <p:nvSpPr>
          <p:cNvPr id="4" name="text">
            <a:extLst xmlns:a="http://schemas.openxmlformats.org/drawingml/2006/main">
              <a:ext uri="{FF2B5EF4-FFF2-40B4-BE49-F238E27FC236}">
                <a16:creationId xmlns:a16="http://schemas.microsoft.com/office/drawing/2014/main" id="{6F39ECFA-4212-4A02-94A3-9786C58D5CFB}"/>
              </a:ext>
            </a:extLst>
          </p:cNvPr>
          <p:cNvSpPr>
            <a:spLocks xmlns:a="http://schemas.openxmlformats.org/drawingml/2006/main" noGrp="1"/>
          </p:cNvSpPr>
          <p:nvPr/>
        </p:nvSpPr>
        <p:spPr>
          <a:xfrm xmlns:a="http://schemas.openxmlformats.org/drawingml/2006/main">
            <a:off x="857250" y="4067175"/>
            <a:ext cx="104775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DFFF5B"/>
                </a:solidFill>
                <a:latin typeface="Nunito"/>
                <a:ea typeface="Nunito"/>
                <a:cs typeface="Nunito"/>
              </a:defRPr>
            </a:pPr>
            <a:r>
              <a:rPr sz="2925" b="1">
                <a:solidFill>
                  <a:srgbClr val="DFFF5B"/>
                </a:solidFill>
                <a:latin typeface="Nunito"/>
                <a:ea typeface="Nunito"/>
                <a:cs typeface="Nunito"/>
              </a:rPr>
              <a:t>They take handbags and sunglasses.</a:t>
            </a:r>
          </a:p>
        </p:txBody>
      </p:sp>
      <p:sp>
        <p:nvSpPr>
          <p:cNvPr id="5" name="text">
            <a:extLst xmlns:a="http://schemas.openxmlformats.org/drawingml/2006/main">
              <a:ext uri="{FF2B5EF4-FFF2-40B4-BE49-F238E27FC236}">
                <a16:creationId xmlns:a16="http://schemas.microsoft.com/office/drawing/2014/main" id="{B5B077E2-3301-4BAD-837A-1FC32444F169}"/>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39 / 70</a:t>
            </a:r>
          </a:p>
        </p:txBody>
      </p:sp>
    </p:spTree>
    <p:extLst>
      <p:ext uri="{BB962C8B-B14F-4D97-AF65-F5344CB8AC3E}">
        <p14:creationId xmlns:p14="http://schemas.microsoft.com/office/powerpoint/2010/main" val="634826128"/>
      </p:ext>
    </p:extLst>
  </p:cSld>
</p:sld>
</file>

<file path=ppt/slides/slide40.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946cfccb3524da5"/>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135954714"/>
      </p:ext>
    </p:extLst>
  </p:cSld>
</p:sld>
</file>

<file path=ppt/slides/slide41.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4" name="text">
            <a:extLst xmlns:a="http://schemas.openxmlformats.org/drawingml/2006/main">
              <a:ext uri="{FF2B5EF4-FFF2-40B4-BE49-F238E27FC236}">
                <a16:creationId xmlns:a16="http://schemas.microsoft.com/office/drawing/2014/main" id="{FF5047C0-62E3-46EA-BECA-F4471B688AF2}"/>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DFFF5B"/>
                </a:solidFill>
                <a:latin typeface="Nunito"/>
                <a:ea typeface="Nunito"/>
                <a:cs typeface="Nunito"/>
              </a:defRPr>
            </a:pPr>
            <a:r>
              <a:rPr sz="1650" b="1">
                <a:solidFill>
                  <a:srgbClr val="DFFF5B"/>
                </a:solidFill>
                <a:latin typeface="Nunito"/>
                <a:ea typeface="Nunito"/>
                <a:cs typeface="Nunito"/>
              </a:rPr>
              <a:t>Part One · E</a:t>
            </a:r>
          </a:p>
        </p:txBody>
      </p:sp>
      <p:sp>
        <p:nvSpPr>
          <p:cNvPr id="2" name="text">
            <a:extLst xmlns:a="http://schemas.openxmlformats.org/drawingml/2006/main">
              <a:ext uri="{FF2B5EF4-FFF2-40B4-BE49-F238E27FC236}">
                <a16:creationId xmlns:a16="http://schemas.microsoft.com/office/drawing/2014/main" id="{AE9CF666-D1C2-4E87-A7BD-2651118F1CF2}"/>
              </a:ext>
            </a:extLst>
          </p:cNvPr>
          <p:cNvSpPr>
            <a:spLocks xmlns:a="http://schemas.openxmlformats.org/drawingml/2006/main" noGrp="1"/>
          </p:cNvSpPr>
          <p:nvPr/>
        </p:nvSpPr>
        <p:spPr>
          <a:xfrm xmlns:a="http://schemas.openxmlformats.org/drawingml/2006/main">
            <a:off x="857250" y="1504950"/>
            <a:ext cx="104775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0">
                <a:solidFill>
                  <a:srgbClr val="F7F7F2"/>
                </a:solidFill>
                <a:latin typeface="Nunito"/>
                <a:ea typeface="Nunito"/>
                <a:cs typeface="Nunito"/>
              </a:defRPr>
            </a:pPr>
            <a:r>
              <a:rPr sz="3000" b="0">
                <a:solidFill>
                  <a:srgbClr val="F7F7F2"/>
                </a:solidFill>
                <a:latin typeface="Nunito"/>
                <a:ea typeface="Nunito"/>
                <a:cs typeface="Nunito"/>
              </a:rPr>
              <a:t>This is an annual festival, and people look forward to it all year. Early in the morning, people prepare huge plates of fruit and put them on long tables. The tables look beautiful, but they aren’t going to stay that way.</a:t>
            </a:r>
          </a:p>
        </p:txBody>
      </p:sp>
      <p:sp>
        <p:nvSpPr>
          <p:cNvPr id="3" name="text">
            <a:extLst xmlns:a="http://schemas.openxmlformats.org/drawingml/2006/main">
              <a:ext uri="{FF2B5EF4-FFF2-40B4-BE49-F238E27FC236}">
                <a16:creationId xmlns:a16="http://schemas.microsoft.com/office/drawing/2014/main" id="{D36C5DAC-4B09-40BF-AAF6-E976573B5546}"/>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41 / 70</a:t>
            </a:r>
          </a:p>
        </p:txBody>
      </p:sp>
    </p:spTree>
    <p:extLst>
      <p:ext uri="{BB962C8B-B14F-4D97-AF65-F5344CB8AC3E}">
        <p14:creationId xmlns:p14="http://schemas.microsoft.com/office/powerpoint/2010/main" val="1225811657"/>
      </p:ext>
    </p:extLst>
  </p:cSld>
</p:sld>
</file>

<file path=ppt/slides/slide42.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4" name="text">
            <a:extLst xmlns:a="http://schemas.openxmlformats.org/drawingml/2006/main">
              <a:ext uri="{FF2B5EF4-FFF2-40B4-BE49-F238E27FC236}">
                <a16:creationId xmlns:a16="http://schemas.microsoft.com/office/drawing/2014/main" id="{EF12A691-E3AD-440D-B3C8-DDBE5DED29E9}"/>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DFFF5B"/>
                </a:solidFill>
                <a:latin typeface="Nunito"/>
                <a:ea typeface="Nunito"/>
                <a:cs typeface="Nunito"/>
              </a:defRPr>
            </a:pPr>
            <a:r>
              <a:rPr sz="1650" b="1">
                <a:solidFill>
                  <a:srgbClr val="DFFF5B"/>
                </a:solidFill>
                <a:latin typeface="Nunito"/>
                <a:ea typeface="Nunito"/>
                <a:cs typeface="Nunito"/>
              </a:rPr>
              <a:t>Part One · F</a:t>
            </a:r>
          </a:p>
        </p:txBody>
      </p:sp>
      <p:sp>
        <p:nvSpPr>
          <p:cNvPr id="2" name="text">
            <a:extLst xmlns:a="http://schemas.openxmlformats.org/drawingml/2006/main">
              <a:ext uri="{FF2B5EF4-FFF2-40B4-BE49-F238E27FC236}">
                <a16:creationId xmlns:a16="http://schemas.microsoft.com/office/drawing/2014/main" id="{C2C17132-715A-4EDC-8927-F7553BB87470}"/>
              </a:ext>
            </a:extLst>
          </p:cNvPr>
          <p:cNvSpPr>
            <a:spLocks xmlns:a="http://schemas.openxmlformats.org/drawingml/2006/main" noGrp="1"/>
          </p:cNvSpPr>
          <p:nvPr/>
        </p:nvSpPr>
        <p:spPr>
          <a:xfrm xmlns:a="http://schemas.openxmlformats.org/drawingml/2006/main">
            <a:off x="857250" y="1504950"/>
            <a:ext cx="104775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0">
                <a:solidFill>
                  <a:srgbClr val="F7F7F2"/>
                </a:solidFill>
                <a:latin typeface="Nunito"/>
                <a:ea typeface="Nunito"/>
                <a:cs typeface="Nunito"/>
              </a:defRPr>
            </a:pPr>
            <a:r>
              <a:rPr sz="3000" b="0">
                <a:solidFill>
                  <a:srgbClr val="F7F7F2"/>
                </a:solidFill>
                <a:latin typeface="Nunito"/>
                <a:ea typeface="Nunito"/>
                <a:cs typeface="Nunito"/>
              </a:rPr>
              <a:t>The best part of the festival is when thousands of excited monkeys jump on the tables and eat as much fruit as they possibly can. I heard that sometimes the monkeys even have food fights! I hope they have one today. What a crazy festival!</a:t>
            </a:r>
          </a:p>
        </p:txBody>
      </p:sp>
      <p:sp>
        <p:nvSpPr>
          <p:cNvPr id="3" name="text">
            <a:extLst xmlns:a="http://schemas.openxmlformats.org/drawingml/2006/main">
              <a:ext uri="{FF2B5EF4-FFF2-40B4-BE49-F238E27FC236}">
                <a16:creationId xmlns:a16="http://schemas.microsoft.com/office/drawing/2014/main" id="{BD0D2934-779F-4F80-A388-5EED9B231275}"/>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42 / 70</a:t>
            </a:r>
          </a:p>
        </p:txBody>
      </p:sp>
    </p:spTree>
    <p:extLst>
      <p:ext uri="{BB962C8B-B14F-4D97-AF65-F5344CB8AC3E}">
        <p14:creationId xmlns:p14="http://schemas.microsoft.com/office/powerpoint/2010/main" val="863092708"/>
      </p:ext>
    </p:extLst>
  </p:cSld>
</p:sld>
</file>

<file path=ppt/slides/slide43.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5" name="text">
            <a:extLst xmlns:a="http://schemas.openxmlformats.org/drawingml/2006/main">
              <a:ext uri="{FF2B5EF4-FFF2-40B4-BE49-F238E27FC236}">
                <a16:creationId xmlns:a16="http://schemas.microsoft.com/office/drawing/2014/main" id="{5C3EE7BA-9363-41AF-A257-538D27A8460F}"/>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שאלת הבנה</a:t>
            </a:r>
          </a:p>
        </p:txBody>
      </p:sp>
      <p:sp>
        <p:nvSpPr>
          <p:cNvPr id="2" name="text">
            <a:extLst xmlns:a="http://schemas.openxmlformats.org/drawingml/2006/main">
              <a:ext uri="{FF2B5EF4-FFF2-40B4-BE49-F238E27FC236}">
                <a16:creationId xmlns:a16="http://schemas.microsoft.com/office/drawing/2014/main" id="{9675305D-1B5D-4818-8F0A-A86135BCD727}"/>
              </a:ext>
            </a:extLst>
          </p:cNvPr>
          <p:cNvSpPr>
            <a:spLocks xmlns:a="http://schemas.openxmlformats.org/drawingml/2006/main" noGrp="1"/>
          </p:cNvSpPr>
          <p:nvPr/>
        </p:nvSpPr>
        <p:spPr>
          <a:xfrm xmlns:a="http://schemas.openxmlformats.org/drawingml/2006/main">
            <a:off x="838200" y="1619250"/>
            <a:ext cx="105156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750" b="1">
                <a:solidFill>
                  <a:srgbClr val="F7F7F2"/>
                </a:solidFill>
                <a:latin typeface="Nunito"/>
                <a:ea typeface="Nunito"/>
                <a:cs typeface="Nunito"/>
              </a:defRPr>
            </a:pPr>
            <a:r>
              <a:rPr sz="3750" b="1">
                <a:solidFill>
                  <a:srgbClr val="F7F7F2"/>
                </a:solidFill>
                <a:latin typeface="Nunito"/>
                <a:ea typeface="Nunito"/>
                <a:cs typeface="Nunito"/>
              </a:rPr>
              <a:t>Who eats the food at the festival?</a:t>
            </a:r>
          </a:p>
        </p:txBody>
      </p:sp>
      <p:sp>
        <p:nvSpPr>
          <p:cNvPr id="3" name="text">
            <a:extLst xmlns:a="http://schemas.openxmlformats.org/drawingml/2006/main">
              <a:ext uri="{FF2B5EF4-FFF2-40B4-BE49-F238E27FC236}">
                <a16:creationId xmlns:a16="http://schemas.microsoft.com/office/drawing/2014/main" id="{058EEBA8-520D-46BD-9EAE-AAA802CEC426}"/>
              </a:ext>
            </a:extLst>
          </p:cNvPr>
          <p:cNvSpPr>
            <a:spLocks xmlns:a="http://schemas.openxmlformats.org/drawingml/2006/main" noGrp="1"/>
          </p:cNvSpPr>
          <p:nvPr/>
        </p:nvSpPr>
        <p:spPr>
          <a:xfrm xmlns:a="http://schemas.openxmlformats.org/drawingml/2006/main">
            <a:off x="857250" y="3476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4EE5FF"/>
                </a:solidFill>
                <a:latin typeface="Nunito"/>
                <a:ea typeface="Nunito"/>
                <a:cs typeface="Nunito"/>
              </a:defRPr>
            </a:pPr>
            <a:r>
              <a:rPr sz="1725" b="0">
                <a:solidFill>
                  <a:srgbClr val="4EE5FF"/>
                </a:solidFill>
                <a:latin typeface="Nunito"/>
                <a:ea typeface="Nunito"/>
                <a:cs typeface="Nunito"/>
              </a:rPr>
              <a:t>Part One · F</a:t>
            </a:r>
          </a:p>
        </p:txBody>
      </p:sp>
      <p:sp>
        <p:nvSpPr>
          <p:cNvPr id="4" name="text">
            <a:extLst xmlns:a="http://schemas.openxmlformats.org/drawingml/2006/main">
              <a:ext uri="{FF2B5EF4-FFF2-40B4-BE49-F238E27FC236}">
                <a16:creationId xmlns:a16="http://schemas.microsoft.com/office/drawing/2014/main" id="{E54F56B3-FF4A-48B2-A45C-D32C31D5E0C7}"/>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43 / 70</a:t>
            </a:r>
          </a:p>
        </p:txBody>
      </p:sp>
    </p:spTree>
    <p:extLst>
      <p:ext uri="{BB962C8B-B14F-4D97-AF65-F5344CB8AC3E}">
        <p14:creationId xmlns:p14="http://schemas.microsoft.com/office/powerpoint/2010/main" val="590672818"/>
      </p:ext>
    </p:extLst>
  </p:cSld>
</p:sld>
</file>

<file path=ppt/slides/slide44.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EB9BD144-6B5E-475C-9D6D-41DA51112DBD}"/>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שאלת הבנה</a:t>
            </a:r>
          </a:p>
        </p:txBody>
      </p:sp>
      <p:sp>
        <p:nvSpPr>
          <p:cNvPr id="2" name="text">
            <a:extLst xmlns:a="http://schemas.openxmlformats.org/drawingml/2006/main">
              <a:ext uri="{FF2B5EF4-FFF2-40B4-BE49-F238E27FC236}">
                <a16:creationId xmlns:a16="http://schemas.microsoft.com/office/drawing/2014/main" id="{91BE25FC-185F-4B33-A9F3-22644B0A3BB1}"/>
              </a:ext>
            </a:extLst>
          </p:cNvPr>
          <p:cNvSpPr>
            <a:spLocks xmlns:a="http://schemas.openxmlformats.org/drawingml/2006/main" noGrp="1"/>
          </p:cNvSpPr>
          <p:nvPr/>
        </p:nvSpPr>
        <p:spPr>
          <a:xfrm xmlns:a="http://schemas.openxmlformats.org/drawingml/2006/main">
            <a:off x="838200" y="1619250"/>
            <a:ext cx="105156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750" b="1">
                <a:solidFill>
                  <a:srgbClr val="F7F7F2"/>
                </a:solidFill>
                <a:latin typeface="Nunito"/>
                <a:ea typeface="Nunito"/>
                <a:cs typeface="Nunito"/>
              </a:defRPr>
            </a:pPr>
            <a:r>
              <a:rPr sz="3750" b="1">
                <a:solidFill>
                  <a:srgbClr val="F7F7F2"/>
                </a:solidFill>
                <a:latin typeface="Nunito"/>
                <a:ea typeface="Nunito"/>
                <a:cs typeface="Nunito"/>
              </a:rPr>
              <a:t>Who eats the food at the festival?</a:t>
            </a:r>
          </a:p>
        </p:txBody>
      </p:sp>
      <p:sp>
        <p:nvSpPr>
          <p:cNvPr id="3" name="text">
            <a:extLst xmlns:a="http://schemas.openxmlformats.org/drawingml/2006/main">
              <a:ext uri="{FF2B5EF4-FFF2-40B4-BE49-F238E27FC236}">
                <a16:creationId xmlns:a16="http://schemas.microsoft.com/office/drawing/2014/main" id="{2502C24A-38E5-4DD0-B7B2-7E26A7D08833}"/>
              </a:ext>
            </a:extLst>
          </p:cNvPr>
          <p:cNvSpPr>
            <a:spLocks xmlns:a="http://schemas.openxmlformats.org/drawingml/2006/main" noGrp="1"/>
          </p:cNvSpPr>
          <p:nvPr/>
        </p:nvSpPr>
        <p:spPr>
          <a:xfrm xmlns:a="http://schemas.openxmlformats.org/drawingml/2006/main">
            <a:off x="857250" y="3476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4EE5FF"/>
                </a:solidFill>
                <a:latin typeface="Nunito"/>
                <a:ea typeface="Nunito"/>
                <a:cs typeface="Nunito"/>
              </a:defRPr>
            </a:pPr>
            <a:r>
              <a:rPr sz="1725" b="0">
                <a:solidFill>
                  <a:srgbClr val="4EE5FF"/>
                </a:solidFill>
                <a:latin typeface="Nunito"/>
                <a:ea typeface="Nunito"/>
                <a:cs typeface="Nunito"/>
              </a:rPr>
              <a:t>Part One · F</a:t>
            </a:r>
          </a:p>
        </p:txBody>
      </p:sp>
      <p:sp>
        <p:nvSpPr>
          <p:cNvPr id="4" name="text">
            <a:extLst xmlns:a="http://schemas.openxmlformats.org/drawingml/2006/main">
              <a:ext uri="{FF2B5EF4-FFF2-40B4-BE49-F238E27FC236}">
                <a16:creationId xmlns:a16="http://schemas.microsoft.com/office/drawing/2014/main" id="{0D07FFB6-03D7-403F-8917-D8F9DD91894D}"/>
              </a:ext>
            </a:extLst>
          </p:cNvPr>
          <p:cNvSpPr>
            <a:spLocks xmlns:a="http://schemas.openxmlformats.org/drawingml/2006/main" noGrp="1"/>
          </p:cNvSpPr>
          <p:nvPr/>
        </p:nvSpPr>
        <p:spPr>
          <a:xfrm xmlns:a="http://schemas.openxmlformats.org/drawingml/2006/main">
            <a:off x="857250" y="4067175"/>
            <a:ext cx="104775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DFFF5B"/>
                </a:solidFill>
                <a:latin typeface="Nunito"/>
                <a:ea typeface="Nunito"/>
                <a:cs typeface="Nunito"/>
              </a:defRPr>
            </a:pPr>
            <a:r>
              <a:rPr sz="2925" b="1">
                <a:solidFill>
                  <a:srgbClr val="DFFF5B"/>
                </a:solidFill>
                <a:latin typeface="Nunito"/>
                <a:ea typeface="Nunito"/>
                <a:cs typeface="Nunito"/>
              </a:rPr>
              <a:t>The monkeys eat the food.</a:t>
            </a:r>
          </a:p>
        </p:txBody>
      </p:sp>
      <p:sp>
        <p:nvSpPr>
          <p:cNvPr id="5" name="text">
            <a:extLst xmlns:a="http://schemas.openxmlformats.org/drawingml/2006/main">
              <a:ext uri="{FF2B5EF4-FFF2-40B4-BE49-F238E27FC236}">
                <a16:creationId xmlns:a16="http://schemas.microsoft.com/office/drawing/2014/main" id="{E0DC5F23-DCDD-44B0-9861-2252ECE7FC9E}"/>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44 / 70</a:t>
            </a:r>
          </a:p>
        </p:txBody>
      </p:sp>
    </p:spTree>
    <p:extLst>
      <p:ext uri="{BB962C8B-B14F-4D97-AF65-F5344CB8AC3E}">
        <p14:creationId xmlns:p14="http://schemas.microsoft.com/office/powerpoint/2010/main" val="317901317"/>
      </p:ext>
    </p:extLst>
  </p:cSld>
</p:sld>
</file>

<file path=ppt/slides/slide45.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5" name="text">
            <a:extLst xmlns:a="http://schemas.openxmlformats.org/drawingml/2006/main">
              <a:ext uri="{FF2B5EF4-FFF2-40B4-BE49-F238E27FC236}">
                <a16:creationId xmlns:a16="http://schemas.microsoft.com/office/drawing/2014/main" id="{89CD3E4C-7448-4533-8108-FB3FBE06922E}"/>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שאלת הבנה</a:t>
            </a:r>
          </a:p>
        </p:txBody>
      </p:sp>
      <p:sp>
        <p:nvSpPr>
          <p:cNvPr id="2" name="text">
            <a:extLst xmlns:a="http://schemas.openxmlformats.org/drawingml/2006/main">
              <a:ext uri="{FF2B5EF4-FFF2-40B4-BE49-F238E27FC236}">
                <a16:creationId xmlns:a16="http://schemas.microsoft.com/office/drawing/2014/main" id="{3DAA4D09-5D99-42C6-AEFC-9E978E3AA9A4}"/>
              </a:ext>
            </a:extLst>
          </p:cNvPr>
          <p:cNvSpPr>
            <a:spLocks xmlns:a="http://schemas.openxmlformats.org/drawingml/2006/main" noGrp="1"/>
          </p:cNvSpPr>
          <p:nvPr/>
        </p:nvSpPr>
        <p:spPr>
          <a:xfrm xmlns:a="http://schemas.openxmlformats.org/drawingml/2006/main">
            <a:off x="838200" y="1619250"/>
            <a:ext cx="105156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750" b="1">
                <a:solidFill>
                  <a:srgbClr val="F7F7F2"/>
                </a:solidFill>
                <a:latin typeface="Nunito"/>
                <a:ea typeface="Nunito"/>
                <a:cs typeface="Nunito"/>
              </a:defRPr>
            </a:pPr>
            <a:r>
              <a:rPr sz="3750" b="1">
                <a:solidFill>
                  <a:srgbClr val="F7F7F2"/>
                </a:solidFill>
                <a:latin typeface="Nunito"/>
                <a:ea typeface="Nunito"/>
                <a:cs typeface="Nunito"/>
              </a:rPr>
              <a:t>What do people prepare in the morning?</a:t>
            </a:r>
          </a:p>
        </p:txBody>
      </p:sp>
      <p:sp>
        <p:nvSpPr>
          <p:cNvPr id="3" name="text">
            <a:extLst xmlns:a="http://schemas.openxmlformats.org/drawingml/2006/main">
              <a:ext uri="{FF2B5EF4-FFF2-40B4-BE49-F238E27FC236}">
                <a16:creationId xmlns:a16="http://schemas.microsoft.com/office/drawing/2014/main" id="{D5EDCC68-3420-4A48-BAC1-FE39D306AB1C}"/>
              </a:ext>
            </a:extLst>
          </p:cNvPr>
          <p:cNvSpPr>
            <a:spLocks xmlns:a="http://schemas.openxmlformats.org/drawingml/2006/main" noGrp="1"/>
          </p:cNvSpPr>
          <p:nvPr/>
        </p:nvSpPr>
        <p:spPr>
          <a:xfrm xmlns:a="http://schemas.openxmlformats.org/drawingml/2006/main">
            <a:off x="857250" y="3476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4EE5FF"/>
                </a:solidFill>
                <a:latin typeface="Nunito"/>
                <a:ea typeface="Nunito"/>
                <a:cs typeface="Nunito"/>
              </a:defRPr>
            </a:pPr>
            <a:r>
              <a:rPr sz="1725" b="0">
                <a:solidFill>
                  <a:srgbClr val="4EE5FF"/>
                </a:solidFill>
                <a:latin typeface="Nunito"/>
                <a:ea typeface="Nunito"/>
                <a:cs typeface="Nunito"/>
              </a:rPr>
              <a:t>Part One · E</a:t>
            </a:r>
          </a:p>
        </p:txBody>
      </p:sp>
      <p:sp>
        <p:nvSpPr>
          <p:cNvPr id="4" name="text">
            <a:extLst xmlns:a="http://schemas.openxmlformats.org/drawingml/2006/main">
              <a:ext uri="{FF2B5EF4-FFF2-40B4-BE49-F238E27FC236}">
                <a16:creationId xmlns:a16="http://schemas.microsoft.com/office/drawing/2014/main" id="{F3A34EA4-5FF2-4D06-8BE7-6E3239F008B7}"/>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45 / 70</a:t>
            </a:r>
          </a:p>
        </p:txBody>
      </p:sp>
    </p:spTree>
    <p:extLst>
      <p:ext uri="{BB962C8B-B14F-4D97-AF65-F5344CB8AC3E}">
        <p14:creationId xmlns:p14="http://schemas.microsoft.com/office/powerpoint/2010/main" val="1506416079"/>
      </p:ext>
    </p:extLst>
  </p:cSld>
</p:sld>
</file>

<file path=ppt/slides/slide46.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406684F2-0B12-454C-9262-617EC27B5D78}"/>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שאלת הבנה</a:t>
            </a:r>
          </a:p>
        </p:txBody>
      </p:sp>
      <p:sp>
        <p:nvSpPr>
          <p:cNvPr id="2" name="text">
            <a:extLst xmlns:a="http://schemas.openxmlformats.org/drawingml/2006/main">
              <a:ext uri="{FF2B5EF4-FFF2-40B4-BE49-F238E27FC236}">
                <a16:creationId xmlns:a16="http://schemas.microsoft.com/office/drawing/2014/main" id="{D4059FE1-A826-4CF0-B43D-6E9EEB5283DE}"/>
              </a:ext>
            </a:extLst>
          </p:cNvPr>
          <p:cNvSpPr>
            <a:spLocks xmlns:a="http://schemas.openxmlformats.org/drawingml/2006/main" noGrp="1"/>
          </p:cNvSpPr>
          <p:nvPr/>
        </p:nvSpPr>
        <p:spPr>
          <a:xfrm xmlns:a="http://schemas.openxmlformats.org/drawingml/2006/main">
            <a:off x="838200" y="1619250"/>
            <a:ext cx="105156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750" b="1">
                <a:solidFill>
                  <a:srgbClr val="F7F7F2"/>
                </a:solidFill>
                <a:latin typeface="Nunito"/>
                <a:ea typeface="Nunito"/>
                <a:cs typeface="Nunito"/>
              </a:defRPr>
            </a:pPr>
            <a:r>
              <a:rPr sz="3750" b="1">
                <a:solidFill>
                  <a:srgbClr val="F7F7F2"/>
                </a:solidFill>
                <a:latin typeface="Nunito"/>
                <a:ea typeface="Nunito"/>
                <a:cs typeface="Nunito"/>
              </a:rPr>
              <a:t>What do people prepare in the morning?</a:t>
            </a:r>
          </a:p>
        </p:txBody>
      </p:sp>
      <p:sp>
        <p:nvSpPr>
          <p:cNvPr id="3" name="text">
            <a:extLst xmlns:a="http://schemas.openxmlformats.org/drawingml/2006/main">
              <a:ext uri="{FF2B5EF4-FFF2-40B4-BE49-F238E27FC236}">
                <a16:creationId xmlns:a16="http://schemas.microsoft.com/office/drawing/2014/main" id="{52B6A3E4-C7F3-4170-A79F-365738B306D4}"/>
              </a:ext>
            </a:extLst>
          </p:cNvPr>
          <p:cNvSpPr>
            <a:spLocks xmlns:a="http://schemas.openxmlformats.org/drawingml/2006/main" noGrp="1"/>
          </p:cNvSpPr>
          <p:nvPr/>
        </p:nvSpPr>
        <p:spPr>
          <a:xfrm xmlns:a="http://schemas.openxmlformats.org/drawingml/2006/main">
            <a:off x="857250" y="3476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4EE5FF"/>
                </a:solidFill>
                <a:latin typeface="Nunito"/>
                <a:ea typeface="Nunito"/>
                <a:cs typeface="Nunito"/>
              </a:defRPr>
            </a:pPr>
            <a:r>
              <a:rPr sz="1725" b="0">
                <a:solidFill>
                  <a:srgbClr val="4EE5FF"/>
                </a:solidFill>
                <a:latin typeface="Nunito"/>
                <a:ea typeface="Nunito"/>
                <a:cs typeface="Nunito"/>
              </a:rPr>
              <a:t>Part One · E</a:t>
            </a:r>
          </a:p>
        </p:txBody>
      </p:sp>
      <p:sp>
        <p:nvSpPr>
          <p:cNvPr id="4" name="text">
            <a:extLst xmlns:a="http://schemas.openxmlformats.org/drawingml/2006/main">
              <a:ext uri="{FF2B5EF4-FFF2-40B4-BE49-F238E27FC236}">
                <a16:creationId xmlns:a16="http://schemas.microsoft.com/office/drawing/2014/main" id="{60CFDF3A-AF53-4D47-B6CB-1E53024328D5}"/>
              </a:ext>
            </a:extLst>
          </p:cNvPr>
          <p:cNvSpPr>
            <a:spLocks xmlns:a="http://schemas.openxmlformats.org/drawingml/2006/main" noGrp="1"/>
          </p:cNvSpPr>
          <p:nvPr/>
        </p:nvSpPr>
        <p:spPr>
          <a:xfrm xmlns:a="http://schemas.openxmlformats.org/drawingml/2006/main">
            <a:off x="857250" y="4067175"/>
            <a:ext cx="104775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DFFF5B"/>
                </a:solidFill>
                <a:latin typeface="Nunito"/>
                <a:ea typeface="Nunito"/>
                <a:cs typeface="Nunito"/>
              </a:defRPr>
            </a:pPr>
            <a:r>
              <a:rPr sz="2925" b="1">
                <a:solidFill>
                  <a:srgbClr val="DFFF5B"/>
                </a:solidFill>
                <a:latin typeface="Nunito"/>
                <a:ea typeface="Nunito"/>
                <a:cs typeface="Nunito"/>
              </a:rPr>
              <a:t>They prepare huge plates of fruit and put them on long tables.</a:t>
            </a:r>
          </a:p>
        </p:txBody>
      </p:sp>
      <p:sp>
        <p:nvSpPr>
          <p:cNvPr id="5" name="text">
            <a:extLst xmlns:a="http://schemas.openxmlformats.org/drawingml/2006/main">
              <a:ext uri="{FF2B5EF4-FFF2-40B4-BE49-F238E27FC236}">
                <a16:creationId xmlns:a16="http://schemas.microsoft.com/office/drawing/2014/main" id="{CF69B1B5-00B2-4907-95EB-6FC90E41774B}"/>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46 / 70</a:t>
            </a:r>
          </a:p>
        </p:txBody>
      </p:sp>
    </p:spTree>
    <p:extLst>
      <p:ext uri="{BB962C8B-B14F-4D97-AF65-F5344CB8AC3E}">
        <p14:creationId xmlns:p14="http://schemas.microsoft.com/office/powerpoint/2010/main" val="705181122"/>
      </p:ext>
    </p:extLst>
  </p:cSld>
</p:sld>
</file>

<file path=ppt/slides/slide47.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4" name="text">
            <a:extLst xmlns:a="http://schemas.openxmlformats.org/drawingml/2006/main">
              <a:ext uri="{FF2B5EF4-FFF2-40B4-BE49-F238E27FC236}">
                <a16:creationId xmlns:a16="http://schemas.microsoft.com/office/drawing/2014/main" id="{2703D45B-431D-4F27-9B27-EC569C670719}"/>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DFFF5B"/>
                </a:solidFill>
                <a:latin typeface="Nunito"/>
                <a:ea typeface="Nunito"/>
                <a:cs typeface="Nunito"/>
              </a:defRPr>
            </a:pPr>
            <a:r>
              <a:rPr sz="1650" b="1">
                <a:solidFill>
                  <a:srgbClr val="DFFF5B"/>
                </a:solidFill>
                <a:latin typeface="Nunito"/>
                <a:ea typeface="Nunito"/>
                <a:cs typeface="Nunito"/>
              </a:rPr>
              <a:t>Part Two · G</a:t>
            </a:r>
          </a:p>
        </p:txBody>
      </p:sp>
      <p:sp>
        <p:nvSpPr>
          <p:cNvPr id="2" name="text">
            <a:extLst xmlns:a="http://schemas.openxmlformats.org/drawingml/2006/main">
              <a:ext uri="{FF2B5EF4-FFF2-40B4-BE49-F238E27FC236}">
                <a16:creationId xmlns:a16="http://schemas.microsoft.com/office/drawing/2014/main" id="{57C45373-A0B6-4323-9C5D-BBDD5957A3A8}"/>
              </a:ext>
            </a:extLst>
          </p:cNvPr>
          <p:cNvSpPr>
            <a:spLocks xmlns:a="http://schemas.openxmlformats.org/drawingml/2006/main" noGrp="1"/>
          </p:cNvSpPr>
          <p:nvPr/>
        </p:nvSpPr>
        <p:spPr>
          <a:xfrm xmlns:a="http://schemas.openxmlformats.org/drawingml/2006/main">
            <a:off x="857250" y="1504950"/>
            <a:ext cx="104775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0">
                <a:solidFill>
                  <a:srgbClr val="F7F7F2"/>
                </a:solidFill>
                <a:latin typeface="Nunito"/>
                <a:ea typeface="Nunito"/>
                <a:cs typeface="Nunito"/>
              </a:defRPr>
            </a:pPr>
            <a:r>
              <a:rPr sz="3000" b="0">
                <a:solidFill>
                  <a:srgbClr val="F7F7F2"/>
                </a:solidFill>
                <a:latin typeface="Nunito"/>
                <a:ea typeface="Nunito"/>
                <a:cs typeface="Nunito"/>
              </a:rPr>
              <a:t>I also noticed the way the people of Lopburi treat the monkeys. They are kind to them and make sure that they are not hungry. In the beginning, I found this attitude a bit strange. Why would these people care so much about the monkeys? After all, they are quite scary and they often steal things.</a:t>
            </a:r>
          </a:p>
        </p:txBody>
      </p:sp>
      <p:sp>
        <p:nvSpPr>
          <p:cNvPr id="3" name="text">
            <a:extLst xmlns:a="http://schemas.openxmlformats.org/drawingml/2006/main">
              <a:ext uri="{FF2B5EF4-FFF2-40B4-BE49-F238E27FC236}">
                <a16:creationId xmlns:a16="http://schemas.microsoft.com/office/drawing/2014/main" id="{27977583-0C6B-4631-B27F-06AB1AE83823}"/>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47 / 70</a:t>
            </a:r>
          </a:p>
        </p:txBody>
      </p:sp>
    </p:spTree>
    <p:extLst>
      <p:ext uri="{BB962C8B-B14F-4D97-AF65-F5344CB8AC3E}">
        <p14:creationId xmlns:p14="http://schemas.microsoft.com/office/powerpoint/2010/main" val="1665890848"/>
      </p:ext>
    </p:extLst>
  </p:cSld>
</p:sld>
</file>

<file path=ppt/slides/slide48.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5" name="text">
            <a:extLst xmlns:a="http://schemas.openxmlformats.org/drawingml/2006/main">
              <a:ext uri="{FF2B5EF4-FFF2-40B4-BE49-F238E27FC236}">
                <a16:creationId xmlns:a16="http://schemas.microsoft.com/office/drawing/2014/main" id="{C34A1F7F-69BD-409D-884E-259A9004F631}"/>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שאלת הבנה</a:t>
            </a:r>
          </a:p>
        </p:txBody>
      </p:sp>
      <p:sp>
        <p:nvSpPr>
          <p:cNvPr id="2" name="text">
            <a:extLst xmlns:a="http://schemas.openxmlformats.org/drawingml/2006/main">
              <a:ext uri="{FF2B5EF4-FFF2-40B4-BE49-F238E27FC236}">
                <a16:creationId xmlns:a16="http://schemas.microsoft.com/office/drawing/2014/main" id="{9D948083-A253-4D1B-A0B2-C6C6879125E3}"/>
              </a:ext>
            </a:extLst>
          </p:cNvPr>
          <p:cNvSpPr>
            <a:spLocks xmlns:a="http://schemas.openxmlformats.org/drawingml/2006/main" noGrp="1"/>
          </p:cNvSpPr>
          <p:nvPr/>
        </p:nvSpPr>
        <p:spPr>
          <a:xfrm xmlns:a="http://schemas.openxmlformats.org/drawingml/2006/main">
            <a:off x="838200" y="1619250"/>
            <a:ext cx="105156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750" b="1">
                <a:solidFill>
                  <a:srgbClr val="F7F7F2"/>
                </a:solidFill>
                <a:latin typeface="Nunito"/>
                <a:ea typeface="Nunito"/>
                <a:cs typeface="Nunito"/>
              </a:defRPr>
            </a:pPr>
            <a:r>
              <a:rPr sz="3750" b="1">
                <a:solidFill>
                  <a:srgbClr val="F7F7F2"/>
                </a:solidFill>
                <a:latin typeface="Nunito"/>
                <a:ea typeface="Nunito"/>
                <a:cs typeface="Nunito"/>
              </a:rPr>
              <a:t>Why does the writer find the people’s attitude strange?</a:t>
            </a:r>
          </a:p>
        </p:txBody>
      </p:sp>
      <p:sp>
        <p:nvSpPr>
          <p:cNvPr id="3" name="text">
            <a:extLst xmlns:a="http://schemas.openxmlformats.org/drawingml/2006/main">
              <a:ext uri="{FF2B5EF4-FFF2-40B4-BE49-F238E27FC236}">
                <a16:creationId xmlns:a16="http://schemas.microsoft.com/office/drawing/2014/main" id="{45512834-B525-4784-86C3-04057CC7E521}"/>
              </a:ext>
            </a:extLst>
          </p:cNvPr>
          <p:cNvSpPr>
            <a:spLocks xmlns:a="http://schemas.openxmlformats.org/drawingml/2006/main" noGrp="1"/>
          </p:cNvSpPr>
          <p:nvPr/>
        </p:nvSpPr>
        <p:spPr>
          <a:xfrm xmlns:a="http://schemas.openxmlformats.org/drawingml/2006/main">
            <a:off x="857250" y="3476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4EE5FF"/>
                </a:solidFill>
                <a:latin typeface="Nunito"/>
                <a:ea typeface="Nunito"/>
                <a:cs typeface="Nunito"/>
              </a:defRPr>
            </a:pPr>
            <a:r>
              <a:rPr sz="1725" b="0">
                <a:solidFill>
                  <a:srgbClr val="4EE5FF"/>
                </a:solidFill>
                <a:latin typeface="Nunito"/>
                <a:ea typeface="Nunito"/>
                <a:cs typeface="Nunito"/>
              </a:rPr>
              <a:t>Part Two · G</a:t>
            </a:r>
          </a:p>
        </p:txBody>
      </p:sp>
      <p:sp>
        <p:nvSpPr>
          <p:cNvPr id="4" name="text">
            <a:extLst xmlns:a="http://schemas.openxmlformats.org/drawingml/2006/main">
              <a:ext uri="{FF2B5EF4-FFF2-40B4-BE49-F238E27FC236}">
                <a16:creationId xmlns:a16="http://schemas.microsoft.com/office/drawing/2014/main" id="{3413DA62-0718-4053-9253-0B5ECDF9B065}"/>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48 / 70</a:t>
            </a:r>
          </a:p>
        </p:txBody>
      </p:sp>
    </p:spTree>
    <p:extLst>
      <p:ext uri="{BB962C8B-B14F-4D97-AF65-F5344CB8AC3E}">
        <p14:creationId xmlns:p14="http://schemas.microsoft.com/office/powerpoint/2010/main" val="639860446"/>
      </p:ext>
    </p:extLst>
  </p:cSld>
</p:sld>
</file>

<file path=ppt/slides/slide49.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23F1D868-0821-4B73-B417-C1D1AA24E4ED}"/>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שאלת הבנה</a:t>
            </a:r>
          </a:p>
        </p:txBody>
      </p:sp>
      <p:sp>
        <p:nvSpPr>
          <p:cNvPr id="2" name="text">
            <a:extLst xmlns:a="http://schemas.openxmlformats.org/drawingml/2006/main">
              <a:ext uri="{FF2B5EF4-FFF2-40B4-BE49-F238E27FC236}">
                <a16:creationId xmlns:a16="http://schemas.microsoft.com/office/drawing/2014/main" id="{40A47E29-483B-46AD-B073-E02EC1A54D0C}"/>
              </a:ext>
            </a:extLst>
          </p:cNvPr>
          <p:cNvSpPr>
            <a:spLocks xmlns:a="http://schemas.openxmlformats.org/drawingml/2006/main" noGrp="1"/>
          </p:cNvSpPr>
          <p:nvPr/>
        </p:nvSpPr>
        <p:spPr>
          <a:xfrm xmlns:a="http://schemas.openxmlformats.org/drawingml/2006/main">
            <a:off x="838200" y="1619250"/>
            <a:ext cx="105156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750" b="1">
                <a:solidFill>
                  <a:srgbClr val="F7F7F2"/>
                </a:solidFill>
                <a:latin typeface="Nunito"/>
                <a:ea typeface="Nunito"/>
                <a:cs typeface="Nunito"/>
              </a:defRPr>
            </a:pPr>
            <a:r>
              <a:rPr sz="3750" b="1">
                <a:solidFill>
                  <a:srgbClr val="F7F7F2"/>
                </a:solidFill>
                <a:latin typeface="Nunito"/>
                <a:ea typeface="Nunito"/>
                <a:cs typeface="Nunito"/>
              </a:rPr>
              <a:t>Why does the writer find the people’s attitude strange?</a:t>
            </a:r>
          </a:p>
        </p:txBody>
      </p:sp>
      <p:sp>
        <p:nvSpPr>
          <p:cNvPr id="3" name="text">
            <a:extLst xmlns:a="http://schemas.openxmlformats.org/drawingml/2006/main">
              <a:ext uri="{FF2B5EF4-FFF2-40B4-BE49-F238E27FC236}">
                <a16:creationId xmlns:a16="http://schemas.microsoft.com/office/drawing/2014/main" id="{EA905FB5-0712-47AD-AD2C-8319691409F3}"/>
              </a:ext>
            </a:extLst>
          </p:cNvPr>
          <p:cNvSpPr>
            <a:spLocks xmlns:a="http://schemas.openxmlformats.org/drawingml/2006/main" noGrp="1"/>
          </p:cNvSpPr>
          <p:nvPr/>
        </p:nvSpPr>
        <p:spPr>
          <a:xfrm xmlns:a="http://schemas.openxmlformats.org/drawingml/2006/main">
            <a:off x="857250" y="3476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4EE5FF"/>
                </a:solidFill>
                <a:latin typeface="Nunito"/>
                <a:ea typeface="Nunito"/>
                <a:cs typeface="Nunito"/>
              </a:defRPr>
            </a:pPr>
            <a:r>
              <a:rPr sz="1725" b="0">
                <a:solidFill>
                  <a:srgbClr val="4EE5FF"/>
                </a:solidFill>
                <a:latin typeface="Nunito"/>
                <a:ea typeface="Nunito"/>
                <a:cs typeface="Nunito"/>
              </a:rPr>
              <a:t>Part Two · G</a:t>
            </a:r>
          </a:p>
        </p:txBody>
      </p:sp>
      <p:sp>
        <p:nvSpPr>
          <p:cNvPr id="4" name="text">
            <a:extLst xmlns:a="http://schemas.openxmlformats.org/drawingml/2006/main">
              <a:ext uri="{FF2B5EF4-FFF2-40B4-BE49-F238E27FC236}">
                <a16:creationId xmlns:a16="http://schemas.microsoft.com/office/drawing/2014/main" id="{87AF4493-4C19-4910-80AC-3BC5D10250BE}"/>
              </a:ext>
            </a:extLst>
          </p:cNvPr>
          <p:cNvSpPr>
            <a:spLocks xmlns:a="http://schemas.openxmlformats.org/drawingml/2006/main" noGrp="1"/>
          </p:cNvSpPr>
          <p:nvPr/>
        </p:nvSpPr>
        <p:spPr>
          <a:xfrm xmlns:a="http://schemas.openxmlformats.org/drawingml/2006/main">
            <a:off x="857250" y="4067175"/>
            <a:ext cx="104775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DFFF5B"/>
                </a:solidFill>
                <a:latin typeface="Nunito"/>
                <a:ea typeface="Nunito"/>
                <a:cs typeface="Nunito"/>
              </a:defRPr>
            </a:pPr>
            <a:r>
              <a:rPr sz="2925" b="1">
                <a:solidFill>
                  <a:srgbClr val="DFFF5B"/>
                </a:solidFill>
                <a:latin typeface="Nunito"/>
                <a:ea typeface="Nunito"/>
                <a:cs typeface="Nunito"/>
              </a:rPr>
              <a:t>They are kind to the monkeys, although the monkeys are scary and often steal things.</a:t>
            </a:r>
          </a:p>
        </p:txBody>
      </p:sp>
      <p:sp>
        <p:nvSpPr>
          <p:cNvPr id="5" name="text">
            <a:extLst xmlns:a="http://schemas.openxmlformats.org/drawingml/2006/main">
              <a:ext uri="{FF2B5EF4-FFF2-40B4-BE49-F238E27FC236}">
                <a16:creationId xmlns:a16="http://schemas.microsoft.com/office/drawing/2014/main" id="{2D19AB80-CC77-4BA3-83B8-44CCF83BBC65}"/>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49 / 70</a:t>
            </a:r>
          </a:p>
        </p:txBody>
      </p:sp>
    </p:spTree>
    <p:extLst>
      <p:ext uri="{BB962C8B-B14F-4D97-AF65-F5344CB8AC3E}">
        <p14:creationId xmlns:p14="http://schemas.microsoft.com/office/powerpoint/2010/main" val="1855590231"/>
      </p:ext>
    </p:extLst>
  </p:cSld>
</p:sld>
</file>

<file path=ppt/slides/slide50.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9bfc3a0e2554d0b"/>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1466702654"/>
      </p:ext>
    </p:extLst>
  </p:cSld>
</p:sld>
</file>

<file path=ppt/slides/slide51.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4" name="text">
            <a:extLst xmlns:a="http://schemas.openxmlformats.org/drawingml/2006/main">
              <a:ext uri="{FF2B5EF4-FFF2-40B4-BE49-F238E27FC236}">
                <a16:creationId xmlns:a16="http://schemas.microsoft.com/office/drawing/2014/main" id="{9FD31343-481E-4354-94EA-FA444D38D854}"/>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DFFF5B"/>
                </a:solidFill>
                <a:latin typeface="Nunito"/>
                <a:ea typeface="Nunito"/>
                <a:cs typeface="Nunito"/>
              </a:defRPr>
            </a:pPr>
            <a:r>
              <a:rPr sz="1650" b="1">
                <a:solidFill>
                  <a:srgbClr val="DFFF5B"/>
                </a:solidFill>
                <a:latin typeface="Nunito"/>
                <a:ea typeface="Nunito"/>
                <a:cs typeface="Nunito"/>
              </a:rPr>
              <a:t>Part Two · H</a:t>
            </a:r>
          </a:p>
        </p:txBody>
      </p:sp>
      <p:sp>
        <p:nvSpPr>
          <p:cNvPr id="2" name="text">
            <a:extLst xmlns:a="http://schemas.openxmlformats.org/drawingml/2006/main">
              <a:ext uri="{FF2B5EF4-FFF2-40B4-BE49-F238E27FC236}">
                <a16:creationId xmlns:a16="http://schemas.microsoft.com/office/drawing/2014/main" id="{73E90982-C262-484B-882E-2C4A337EEC67}"/>
              </a:ext>
            </a:extLst>
          </p:cNvPr>
          <p:cNvSpPr>
            <a:spLocks xmlns:a="http://schemas.openxmlformats.org/drawingml/2006/main" noGrp="1"/>
          </p:cNvSpPr>
          <p:nvPr/>
        </p:nvSpPr>
        <p:spPr>
          <a:xfrm xmlns:a="http://schemas.openxmlformats.org/drawingml/2006/main">
            <a:off x="857250" y="1504950"/>
            <a:ext cx="104775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0">
                <a:solidFill>
                  <a:srgbClr val="F7F7F2"/>
                </a:solidFill>
                <a:latin typeface="Nunito"/>
                <a:ea typeface="Nunito"/>
                <a:cs typeface="Nunito"/>
              </a:defRPr>
            </a:pPr>
            <a:r>
              <a:rPr sz="3000" b="0">
                <a:solidFill>
                  <a:srgbClr val="F7F7F2"/>
                </a:solidFill>
                <a:latin typeface="Nunito"/>
                <a:ea typeface="Nunito"/>
                <a:cs typeface="Nunito"/>
              </a:rPr>
              <a:t>I asked my friend Aroon, who owns a small business in the center of town. He explained that the people of Lopburi admire the monkeys because of a famous story that happened many centuries ago. It is about Prince Rama and it tells how monkeys helped him save his wife from a horrible monster.</a:t>
            </a:r>
          </a:p>
        </p:txBody>
      </p:sp>
      <p:sp>
        <p:nvSpPr>
          <p:cNvPr id="3" name="text">
            <a:extLst xmlns:a="http://schemas.openxmlformats.org/drawingml/2006/main">
              <a:ext uri="{FF2B5EF4-FFF2-40B4-BE49-F238E27FC236}">
                <a16:creationId xmlns:a16="http://schemas.microsoft.com/office/drawing/2014/main" id="{D2418181-3F1C-4E75-B32E-4F295D57AD2B}"/>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51 / 70</a:t>
            </a:r>
          </a:p>
        </p:txBody>
      </p:sp>
    </p:spTree>
    <p:extLst>
      <p:ext uri="{BB962C8B-B14F-4D97-AF65-F5344CB8AC3E}">
        <p14:creationId xmlns:p14="http://schemas.microsoft.com/office/powerpoint/2010/main" val="1768082848"/>
      </p:ext>
    </p:extLst>
  </p:cSld>
</p:sld>
</file>

<file path=ppt/slides/slide52.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4" name="text">
            <a:extLst xmlns:a="http://schemas.openxmlformats.org/drawingml/2006/main">
              <a:ext uri="{FF2B5EF4-FFF2-40B4-BE49-F238E27FC236}">
                <a16:creationId xmlns:a16="http://schemas.microsoft.com/office/drawing/2014/main" id="{35E0D37D-CC3A-4054-A64F-AEF26B00A9DF}"/>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DFFF5B"/>
                </a:solidFill>
                <a:latin typeface="Nunito"/>
                <a:ea typeface="Nunito"/>
                <a:cs typeface="Nunito"/>
              </a:defRPr>
            </a:pPr>
            <a:r>
              <a:rPr sz="1650" b="1">
                <a:solidFill>
                  <a:srgbClr val="DFFF5B"/>
                </a:solidFill>
                <a:latin typeface="Nunito"/>
                <a:ea typeface="Nunito"/>
                <a:cs typeface="Nunito"/>
              </a:rPr>
              <a:t>Part Two · I</a:t>
            </a:r>
          </a:p>
        </p:txBody>
      </p:sp>
      <p:sp>
        <p:nvSpPr>
          <p:cNvPr id="2" name="text">
            <a:extLst xmlns:a="http://schemas.openxmlformats.org/drawingml/2006/main">
              <a:ext uri="{FF2B5EF4-FFF2-40B4-BE49-F238E27FC236}">
                <a16:creationId xmlns:a16="http://schemas.microsoft.com/office/drawing/2014/main" id="{BCF01BC6-B7E9-4B9A-832C-6D6690226645}"/>
              </a:ext>
            </a:extLst>
          </p:cNvPr>
          <p:cNvSpPr>
            <a:spLocks xmlns:a="http://schemas.openxmlformats.org/drawingml/2006/main" noGrp="1"/>
          </p:cNvSpPr>
          <p:nvPr/>
        </p:nvSpPr>
        <p:spPr>
          <a:xfrm xmlns:a="http://schemas.openxmlformats.org/drawingml/2006/main">
            <a:off x="857250" y="1504950"/>
            <a:ext cx="104775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0">
                <a:solidFill>
                  <a:srgbClr val="F7F7F2"/>
                </a:solidFill>
                <a:latin typeface="Nunito"/>
                <a:ea typeface="Nunito"/>
                <a:cs typeface="Nunito"/>
              </a:defRPr>
            </a:pPr>
            <a:r>
              <a:rPr sz="3000" b="0">
                <a:solidFill>
                  <a:srgbClr val="F7F7F2"/>
                </a:solidFill>
                <a:latin typeface="Nunito"/>
                <a:ea typeface="Nunito"/>
                <a:cs typeface="Nunito"/>
              </a:rPr>
              <a:t>They take care of the monkeys and once a year, every November, they honor them by having a monkey festival. They believe that these monkeys will bring them good luck, like they did for Prince Rama.</a:t>
            </a:r>
          </a:p>
        </p:txBody>
      </p:sp>
      <p:sp>
        <p:nvSpPr>
          <p:cNvPr id="3" name="text">
            <a:extLst xmlns:a="http://schemas.openxmlformats.org/drawingml/2006/main">
              <a:ext uri="{FF2B5EF4-FFF2-40B4-BE49-F238E27FC236}">
                <a16:creationId xmlns:a16="http://schemas.microsoft.com/office/drawing/2014/main" id="{945FFE2F-E29A-4EF1-A84A-056DADD45DFA}"/>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52 / 70</a:t>
            </a:r>
          </a:p>
        </p:txBody>
      </p:sp>
    </p:spTree>
    <p:extLst>
      <p:ext uri="{BB962C8B-B14F-4D97-AF65-F5344CB8AC3E}">
        <p14:creationId xmlns:p14="http://schemas.microsoft.com/office/powerpoint/2010/main" val="959585038"/>
      </p:ext>
    </p:extLst>
  </p:cSld>
</p:sld>
</file>

<file path=ppt/slides/slide53.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5" name="text">
            <a:extLst xmlns:a="http://schemas.openxmlformats.org/drawingml/2006/main">
              <a:ext uri="{FF2B5EF4-FFF2-40B4-BE49-F238E27FC236}">
                <a16:creationId xmlns:a16="http://schemas.microsoft.com/office/drawing/2014/main" id="{48DA75A2-0E67-4C46-801E-43381DC4B709}"/>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שאלת הבנה</a:t>
            </a:r>
          </a:p>
        </p:txBody>
      </p:sp>
      <p:sp>
        <p:nvSpPr>
          <p:cNvPr id="2" name="text">
            <a:extLst xmlns:a="http://schemas.openxmlformats.org/drawingml/2006/main">
              <a:ext uri="{FF2B5EF4-FFF2-40B4-BE49-F238E27FC236}">
                <a16:creationId xmlns:a16="http://schemas.microsoft.com/office/drawing/2014/main" id="{2D4C82AA-DF15-48D8-ADA4-320A4FC47A39}"/>
              </a:ext>
            </a:extLst>
          </p:cNvPr>
          <p:cNvSpPr>
            <a:spLocks xmlns:a="http://schemas.openxmlformats.org/drawingml/2006/main" noGrp="1"/>
          </p:cNvSpPr>
          <p:nvPr/>
        </p:nvSpPr>
        <p:spPr>
          <a:xfrm xmlns:a="http://schemas.openxmlformats.org/drawingml/2006/main">
            <a:off x="838200" y="1619250"/>
            <a:ext cx="105156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750" b="1">
                <a:solidFill>
                  <a:srgbClr val="F7F7F2"/>
                </a:solidFill>
                <a:latin typeface="Nunito"/>
                <a:ea typeface="Nunito"/>
                <a:cs typeface="Nunito"/>
              </a:defRPr>
            </a:pPr>
            <a:r>
              <a:rPr sz="3750" b="1">
                <a:solidFill>
                  <a:srgbClr val="F7F7F2"/>
                </a:solidFill>
                <a:latin typeface="Nunito"/>
                <a:ea typeface="Nunito"/>
                <a:cs typeface="Nunito"/>
              </a:rPr>
              <a:t>How do the people honor the monkeys?</a:t>
            </a:r>
          </a:p>
        </p:txBody>
      </p:sp>
      <p:sp>
        <p:nvSpPr>
          <p:cNvPr id="3" name="text">
            <a:extLst xmlns:a="http://schemas.openxmlformats.org/drawingml/2006/main">
              <a:ext uri="{FF2B5EF4-FFF2-40B4-BE49-F238E27FC236}">
                <a16:creationId xmlns:a16="http://schemas.microsoft.com/office/drawing/2014/main" id="{B15967AB-0EA3-41EF-8BB0-CD4A166DE4B8}"/>
              </a:ext>
            </a:extLst>
          </p:cNvPr>
          <p:cNvSpPr>
            <a:spLocks xmlns:a="http://schemas.openxmlformats.org/drawingml/2006/main" noGrp="1"/>
          </p:cNvSpPr>
          <p:nvPr/>
        </p:nvSpPr>
        <p:spPr>
          <a:xfrm xmlns:a="http://schemas.openxmlformats.org/drawingml/2006/main">
            <a:off x="857250" y="3476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4EE5FF"/>
                </a:solidFill>
                <a:latin typeface="Nunito"/>
                <a:ea typeface="Nunito"/>
                <a:cs typeface="Nunito"/>
              </a:defRPr>
            </a:pPr>
            <a:r>
              <a:rPr sz="1725" b="0">
                <a:solidFill>
                  <a:srgbClr val="4EE5FF"/>
                </a:solidFill>
                <a:latin typeface="Nunito"/>
                <a:ea typeface="Nunito"/>
                <a:cs typeface="Nunito"/>
              </a:rPr>
              <a:t>Part Two · I</a:t>
            </a:r>
          </a:p>
        </p:txBody>
      </p:sp>
      <p:sp>
        <p:nvSpPr>
          <p:cNvPr id="4" name="text">
            <a:extLst xmlns:a="http://schemas.openxmlformats.org/drawingml/2006/main">
              <a:ext uri="{FF2B5EF4-FFF2-40B4-BE49-F238E27FC236}">
                <a16:creationId xmlns:a16="http://schemas.microsoft.com/office/drawing/2014/main" id="{A132427C-F75C-451B-B4BE-9E18DFF03801}"/>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53 / 70</a:t>
            </a:r>
          </a:p>
        </p:txBody>
      </p:sp>
    </p:spTree>
    <p:extLst>
      <p:ext uri="{BB962C8B-B14F-4D97-AF65-F5344CB8AC3E}">
        <p14:creationId xmlns:p14="http://schemas.microsoft.com/office/powerpoint/2010/main" val="1564755993"/>
      </p:ext>
    </p:extLst>
  </p:cSld>
</p:sld>
</file>

<file path=ppt/slides/slide54.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5E5A474C-E87E-429B-8B11-8DF7A98C3B73}"/>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שאלת הבנה</a:t>
            </a:r>
          </a:p>
        </p:txBody>
      </p:sp>
      <p:sp>
        <p:nvSpPr>
          <p:cNvPr id="2" name="text">
            <a:extLst xmlns:a="http://schemas.openxmlformats.org/drawingml/2006/main">
              <a:ext uri="{FF2B5EF4-FFF2-40B4-BE49-F238E27FC236}">
                <a16:creationId xmlns:a16="http://schemas.microsoft.com/office/drawing/2014/main" id="{521E3540-D4EA-4488-85D6-FAB6C4A2D50D}"/>
              </a:ext>
            </a:extLst>
          </p:cNvPr>
          <p:cNvSpPr>
            <a:spLocks xmlns:a="http://schemas.openxmlformats.org/drawingml/2006/main" noGrp="1"/>
          </p:cNvSpPr>
          <p:nvPr/>
        </p:nvSpPr>
        <p:spPr>
          <a:xfrm xmlns:a="http://schemas.openxmlformats.org/drawingml/2006/main">
            <a:off x="838200" y="1619250"/>
            <a:ext cx="105156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750" b="1">
                <a:solidFill>
                  <a:srgbClr val="F7F7F2"/>
                </a:solidFill>
                <a:latin typeface="Nunito"/>
                <a:ea typeface="Nunito"/>
                <a:cs typeface="Nunito"/>
              </a:defRPr>
            </a:pPr>
            <a:r>
              <a:rPr sz="3750" b="1">
                <a:solidFill>
                  <a:srgbClr val="F7F7F2"/>
                </a:solidFill>
                <a:latin typeface="Nunito"/>
                <a:ea typeface="Nunito"/>
                <a:cs typeface="Nunito"/>
              </a:rPr>
              <a:t>How do the people honor the monkeys?</a:t>
            </a:r>
          </a:p>
        </p:txBody>
      </p:sp>
      <p:sp>
        <p:nvSpPr>
          <p:cNvPr id="3" name="text">
            <a:extLst xmlns:a="http://schemas.openxmlformats.org/drawingml/2006/main">
              <a:ext uri="{FF2B5EF4-FFF2-40B4-BE49-F238E27FC236}">
                <a16:creationId xmlns:a16="http://schemas.microsoft.com/office/drawing/2014/main" id="{0AC6F5F1-7D45-4127-965E-3CAC6316438F}"/>
              </a:ext>
            </a:extLst>
          </p:cNvPr>
          <p:cNvSpPr>
            <a:spLocks xmlns:a="http://schemas.openxmlformats.org/drawingml/2006/main" noGrp="1"/>
          </p:cNvSpPr>
          <p:nvPr/>
        </p:nvSpPr>
        <p:spPr>
          <a:xfrm xmlns:a="http://schemas.openxmlformats.org/drawingml/2006/main">
            <a:off x="857250" y="3476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4EE5FF"/>
                </a:solidFill>
                <a:latin typeface="Nunito"/>
                <a:ea typeface="Nunito"/>
                <a:cs typeface="Nunito"/>
              </a:defRPr>
            </a:pPr>
            <a:r>
              <a:rPr sz="1725" b="0">
                <a:solidFill>
                  <a:srgbClr val="4EE5FF"/>
                </a:solidFill>
                <a:latin typeface="Nunito"/>
                <a:ea typeface="Nunito"/>
                <a:cs typeface="Nunito"/>
              </a:rPr>
              <a:t>Part Two · I</a:t>
            </a:r>
          </a:p>
        </p:txBody>
      </p:sp>
      <p:sp>
        <p:nvSpPr>
          <p:cNvPr id="4" name="text">
            <a:extLst xmlns:a="http://schemas.openxmlformats.org/drawingml/2006/main">
              <a:ext uri="{FF2B5EF4-FFF2-40B4-BE49-F238E27FC236}">
                <a16:creationId xmlns:a16="http://schemas.microsoft.com/office/drawing/2014/main" id="{A49ADF5B-ECD6-448E-A91B-81A872A8C507}"/>
              </a:ext>
            </a:extLst>
          </p:cNvPr>
          <p:cNvSpPr>
            <a:spLocks xmlns:a="http://schemas.openxmlformats.org/drawingml/2006/main" noGrp="1"/>
          </p:cNvSpPr>
          <p:nvPr/>
        </p:nvSpPr>
        <p:spPr>
          <a:xfrm xmlns:a="http://schemas.openxmlformats.org/drawingml/2006/main">
            <a:off x="857250" y="4067175"/>
            <a:ext cx="104775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DFFF5B"/>
                </a:solidFill>
                <a:latin typeface="Nunito"/>
                <a:ea typeface="Nunito"/>
                <a:cs typeface="Nunito"/>
              </a:defRPr>
            </a:pPr>
            <a:r>
              <a:rPr sz="2925" b="1">
                <a:solidFill>
                  <a:srgbClr val="DFFF5B"/>
                </a:solidFill>
                <a:latin typeface="Nunito"/>
                <a:ea typeface="Nunito"/>
                <a:cs typeface="Nunito"/>
              </a:rPr>
              <a:t>They have a monkey festival every November.</a:t>
            </a:r>
          </a:p>
        </p:txBody>
      </p:sp>
      <p:sp>
        <p:nvSpPr>
          <p:cNvPr id="5" name="text">
            <a:extLst xmlns:a="http://schemas.openxmlformats.org/drawingml/2006/main">
              <a:ext uri="{FF2B5EF4-FFF2-40B4-BE49-F238E27FC236}">
                <a16:creationId xmlns:a16="http://schemas.microsoft.com/office/drawing/2014/main" id="{4445B2F9-465B-4CF3-B04D-1DBEC2A5D240}"/>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54 / 70</a:t>
            </a:r>
          </a:p>
        </p:txBody>
      </p:sp>
    </p:spTree>
    <p:extLst>
      <p:ext uri="{BB962C8B-B14F-4D97-AF65-F5344CB8AC3E}">
        <p14:creationId xmlns:p14="http://schemas.microsoft.com/office/powerpoint/2010/main" val="1889706536"/>
      </p:ext>
    </p:extLst>
  </p:cSld>
</p:sld>
</file>

<file path=ppt/slides/slide55.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5" name="text">
            <a:extLst xmlns:a="http://schemas.openxmlformats.org/drawingml/2006/main">
              <a:ext uri="{FF2B5EF4-FFF2-40B4-BE49-F238E27FC236}">
                <a16:creationId xmlns:a16="http://schemas.microsoft.com/office/drawing/2014/main" id="{C099E8D3-DC29-4124-894A-7DF51997B62B}"/>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שאלת חשיבה על הטקסט</a:t>
            </a:r>
          </a:p>
        </p:txBody>
      </p:sp>
      <p:sp>
        <p:nvSpPr>
          <p:cNvPr id="2" name="text">
            <a:extLst xmlns:a="http://schemas.openxmlformats.org/drawingml/2006/main">
              <a:ext uri="{FF2B5EF4-FFF2-40B4-BE49-F238E27FC236}">
                <a16:creationId xmlns:a16="http://schemas.microsoft.com/office/drawing/2014/main" id="{8A4F45A8-961F-4998-B15E-574CBABE6817}"/>
              </a:ext>
            </a:extLst>
          </p:cNvPr>
          <p:cNvSpPr>
            <a:spLocks xmlns:a="http://schemas.openxmlformats.org/drawingml/2006/main" noGrp="1"/>
          </p:cNvSpPr>
          <p:nvPr/>
        </p:nvSpPr>
        <p:spPr>
          <a:xfrm xmlns:a="http://schemas.openxmlformats.org/drawingml/2006/main">
            <a:off x="838200" y="1619250"/>
            <a:ext cx="105156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750" b="1">
                <a:solidFill>
                  <a:srgbClr val="F7F7F2"/>
                </a:solidFill>
                <a:latin typeface="Nunito"/>
                <a:ea typeface="Nunito"/>
                <a:cs typeface="Nunito"/>
              </a:defRPr>
            </a:pPr>
            <a:r>
              <a:rPr sz="3750" b="1">
                <a:solidFill>
                  <a:srgbClr val="F7F7F2"/>
                </a:solidFill>
                <a:latin typeface="Nunito"/>
                <a:ea typeface="Nunito"/>
                <a:cs typeface="Nunito"/>
              </a:rPr>
              <a:t>Why does the writer include the story about Prince Rama?</a:t>
            </a:r>
          </a:p>
        </p:txBody>
      </p:sp>
      <p:sp>
        <p:nvSpPr>
          <p:cNvPr id="3" name="text">
            <a:extLst xmlns:a="http://schemas.openxmlformats.org/drawingml/2006/main">
              <a:ext uri="{FF2B5EF4-FFF2-40B4-BE49-F238E27FC236}">
                <a16:creationId xmlns:a16="http://schemas.microsoft.com/office/drawing/2014/main" id="{DF203DF9-8CA3-428A-89E4-3C54193FD151}"/>
              </a:ext>
            </a:extLst>
          </p:cNvPr>
          <p:cNvSpPr>
            <a:spLocks xmlns:a="http://schemas.openxmlformats.org/drawingml/2006/main" noGrp="1"/>
          </p:cNvSpPr>
          <p:nvPr/>
        </p:nvSpPr>
        <p:spPr>
          <a:xfrm xmlns:a="http://schemas.openxmlformats.org/drawingml/2006/main">
            <a:off x="857250" y="3476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4EE5FF"/>
                </a:solidFill>
                <a:latin typeface="Nunito"/>
                <a:ea typeface="Nunito"/>
                <a:cs typeface="Nunito"/>
              </a:defRPr>
            </a:pPr>
            <a:r>
              <a:rPr sz="1725" b="0">
                <a:solidFill>
                  <a:srgbClr val="4EE5FF"/>
                </a:solidFill>
                <a:latin typeface="Nunito"/>
                <a:ea typeface="Nunito"/>
                <a:cs typeface="Nunito"/>
              </a:rPr>
              <a:t>Part Two · H–I</a:t>
            </a:r>
          </a:p>
        </p:txBody>
      </p:sp>
      <p:sp>
        <p:nvSpPr>
          <p:cNvPr id="4" name="text">
            <a:extLst xmlns:a="http://schemas.openxmlformats.org/drawingml/2006/main">
              <a:ext uri="{FF2B5EF4-FFF2-40B4-BE49-F238E27FC236}">
                <a16:creationId xmlns:a16="http://schemas.microsoft.com/office/drawing/2014/main" id="{854647CF-DAC8-4F45-AEEB-71E3B14135DB}"/>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55 / 70</a:t>
            </a:r>
          </a:p>
        </p:txBody>
      </p:sp>
    </p:spTree>
    <p:extLst>
      <p:ext uri="{BB962C8B-B14F-4D97-AF65-F5344CB8AC3E}">
        <p14:creationId xmlns:p14="http://schemas.microsoft.com/office/powerpoint/2010/main" val="985393710"/>
      </p:ext>
    </p:extLst>
  </p:cSld>
</p:sld>
</file>

<file path=ppt/slides/slide56.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30FCD1A8-646C-4A9C-9890-36D8BCDFB1C1}"/>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שאלת חשיבה על הטקסט</a:t>
            </a:r>
          </a:p>
        </p:txBody>
      </p:sp>
      <p:sp>
        <p:nvSpPr>
          <p:cNvPr id="2" name="text">
            <a:extLst xmlns:a="http://schemas.openxmlformats.org/drawingml/2006/main">
              <a:ext uri="{FF2B5EF4-FFF2-40B4-BE49-F238E27FC236}">
                <a16:creationId xmlns:a16="http://schemas.microsoft.com/office/drawing/2014/main" id="{196B5FDA-F423-43D1-96E1-08309C6E47ED}"/>
              </a:ext>
            </a:extLst>
          </p:cNvPr>
          <p:cNvSpPr>
            <a:spLocks xmlns:a="http://schemas.openxmlformats.org/drawingml/2006/main" noGrp="1"/>
          </p:cNvSpPr>
          <p:nvPr/>
        </p:nvSpPr>
        <p:spPr>
          <a:xfrm xmlns:a="http://schemas.openxmlformats.org/drawingml/2006/main">
            <a:off x="838200" y="1619250"/>
            <a:ext cx="105156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750" b="1">
                <a:solidFill>
                  <a:srgbClr val="F7F7F2"/>
                </a:solidFill>
                <a:latin typeface="Nunito"/>
                <a:ea typeface="Nunito"/>
                <a:cs typeface="Nunito"/>
              </a:defRPr>
            </a:pPr>
            <a:r>
              <a:rPr sz="3750" b="1">
                <a:solidFill>
                  <a:srgbClr val="F7F7F2"/>
                </a:solidFill>
                <a:latin typeface="Nunito"/>
                <a:ea typeface="Nunito"/>
                <a:cs typeface="Nunito"/>
              </a:rPr>
              <a:t>Why does the writer include the story about Prince Rama?</a:t>
            </a:r>
          </a:p>
        </p:txBody>
      </p:sp>
      <p:sp>
        <p:nvSpPr>
          <p:cNvPr id="3" name="text">
            <a:extLst xmlns:a="http://schemas.openxmlformats.org/drawingml/2006/main">
              <a:ext uri="{FF2B5EF4-FFF2-40B4-BE49-F238E27FC236}">
                <a16:creationId xmlns:a16="http://schemas.microsoft.com/office/drawing/2014/main" id="{C6F5071D-CDFF-4A5D-B0FF-AF90840FF40D}"/>
              </a:ext>
            </a:extLst>
          </p:cNvPr>
          <p:cNvSpPr>
            <a:spLocks xmlns:a="http://schemas.openxmlformats.org/drawingml/2006/main" noGrp="1"/>
          </p:cNvSpPr>
          <p:nvPr/>
        </p:nvSpPr>
        <p:spPr>
          <a:xfrm xmlns:a="http://schemas.openxmlformats.org/drawingml/2006/main">
            <a:off x="857250" y="3476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4EE5FF"/>
                </a:solidFill>
                <a:latin typeface="Nunito"/>
                <a:ea typeface="Nunito"/>
                <a:cs typeface="Nunito"/>
              </a:defRPr>
            </a:pPr>
            <a:r>
              <a:rPr sz="1725" b="0">
                <a:solidFill>
                  <a:srgbClr val="4EE5FF"/>
                </a:solidFill>
                <a:latin typeface="Nunito"/>
                <a:ea typeface="Nunito"/>
                <a:cs typeface="Nunito"/>
              </a:rPr>
              <a:t>Part Two · H–I</a:t>
            </a:r>
          </a:p>
        </p:txBody>
      </p:sp>
      <p:sp>
        <p:nvSpPr>
          <p:cNvPr id="4" name="text">
            <a:extLst xmlns:a="http://schemas.openxmlformats.org/drawingml/2006/main">
              <a:ext uri="{FF2B5EF4-FFF2-40B4-BE49-F238E27FC236}">
                <a16:creationId xmlns:a16="http://schemas.microsoft.com/office/drawing/2014/main" id="{5C5E6C27-11D4-4BCC-8386-17CD26D4FE40}"/>
              </a:ext>
            </a:extLst>
          </p:cNvPr>
          <p:cNvSpPr>
            <a:spLocks xmlns:a="http://schemas.openxmlformats.org/drawingml/2006/main" noGrp="1"/>
          </p:cNvSpPr>
          <p:nvPr/>
        </p:nvSpPr>
        <p:spPr>
          <a:xfrm xmlns:a="http://schemas.openxmlformats.org/drawingml/2006/main">
            <a:off x="857250" y="4067175"/>
            <a:ext cx="104775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DFFF5B"/>
                </a:solidFill>
                <a:latin typeface="Nunito"/>
                <a:ea typeface="Nunito"/>
                <a:cs typeface="Nunito"/>
              </a:defRPr>
            </a:pPr>
            <a:r>
              <a:rPr sz="2925" b="1">
                <a:solidFill>
                  <a:srgbClr val="DFFF5B"/>
                </a:solidFill>
                <a:latin typeface="Nunito"/>
                <a:ea typeface="Nunito"/>
                <a:cs typeface="Nunito"/>
              </a:rPr>
              <a:t>It helps explain why the people admire the monkeys and hold the festival.</a:t>
            </a:r>
          </a:p>
        </p:txBody>
      </p:sp>
      <p:sp>
        <p:nvSpPr>
          <p:cNvPr id="5" name="text">
            <a:extLst xmlns:a="http://schemas.openxmlformats.org/drawingml/2006/main">
              <a:ext uri="{FF2B5EF4-FFF2-40B4-BE49-F238E27FC236}">
                <a16:creationId xmlns:a16="http://schemas.microsoft.com/office/drawing/2014/main" id="{0EB53C07-3650-4BF0-AA21-A927BB20EBFB}"/>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56 / 70</a:t>
            </a:r>
          </a:p>
        </p:txBody>
      </p:sp>
    </p:spTree>
    <p:extLst>
      <p:ext uri="{BB962C8B-B14F-4D97-AF65-F5344CB8AC3E}">
        <p14:creationId xmlns:p14="http://schemas.microsoft.com/office/powerpoint/2010/main" val="989275361"/>
      </p:ext>
    </p:extLst>
  </p:cSld>
</p:sld>
</file>

<file path=ppt/slides/slide57.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8" name="text">
            <a:extLst xmlns:a="http://schemas.openxmlformats.org/drawingml/2006/main">
              <a:ext uri="{FF2B5EF4-FFF2-40B4-BE49-F238E27FC236}">
                <a16:creationId xmlns:a16="http://schemas.microsoft.com/office/drawing/2014/main" id="{49CD380F-07FE-494A-A8C7-674075E435C3}"/>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כיתה ח׳ · הכנה למבחן</a:t>
            </a:r>
          </a:p>
        </p:txBody>
      </p:sp>
      <p:sp>
        <p:nvSpPr>
          <p:cNvPr id="2" name="text">
            <a:extLst xmlns:a="http://schemas.openxmlformats.org/drawingml/2006/main">
              <a:ext uri="{FF2B5EF4-FFF2-40B4-BE49-F238E27FC236}">
                <a16:creationId xmlns:a16="http://schemas.microsoft.com/office/drawing/2014/main" id="{9DA5FFA6-F644-433B-859E-C6400DFA48B1}"/>
              </a:ext>
            </a:extLst>
          </p:cNvPr>
          <p:cNvSpPr>
            <a:spLocks xmlns:a="http://schemas.openxmlformats.org/drawingml/2006/main" noGrp="1"/>
          </p:cNvSpPr>
          <p:nvPr/>
        </p:nvSpPr>
        <p:spPr>
          <a:xfrm xmlns:a="http://schemas.openxmlformats.org/drawingml/2006/main">
            <a:off x="781050" y="1276350"/>
            <a:ext cx="10629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4800" b="1" lang="he-IL">
                <a:solidFill>
                  <a:srgbClr val="DFFF5B"/>
                </a:solidFill>
                <a:latin typeface="Heebo"/>
                <a:ea typeface="Heebo"/>
                <a:cs typeface="Heebo"/>
              </a:defRPr>
            </a:pPr>
            <a:r>
              <a:rPr sz="4800" b="1" lang="he-IL">
                <a:solidFill>
                  <a:srgbClr val="DFFF5B"/>
                </a:solidFill>
                <a:latin typeface="Heebo"/>
                <a:ea typeface="Heebo"/>
                <a:cs typeface="Heebo"/>
              </a:rPr>
              <a:t>בדיקה לפני עבודה עצמאית</a:t>
            </a:r>
          </a:p>
        </p:txBody>
      </p:sp>
      <p:sp>
        <p:nvSpPr>
          <p:cNvPr id="3" name="text">
            <a:extLst xmlns:a="http://schemas.openxmlformats.org/drawingml/2006/main">
              <a:ext uri="{FF2B5EF4-FFF2-40B4-BE49-F238E27FC236}">
                <a16:creationId xmlns:a16="http://schemas.microsoft.com/office/drawing/2014/main" id="{0086A919-FE3F-4ECE-A71F-CED4AD5C31B3}"/>
              </a:ext>
            </a:extLst>
          </p:cNvPr>
          <p:cNvSpPr>
            <a:spLocks xmlns:a="http://schemas.openxmlformats.org/drawingml/2006/main" noGrp="1"/>
          </p:cNvSpPr>
          <p:nvPr/>
        </p:nvSpPr>
        <p:spPr>
          <a:xfrm xmlns:a="http://schemas.openxmlformats.org/drawingml/2006/main">
            <a:off x="809625" y="25908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850" b="1">
                <a:solidFill>
                  <a:srgbClr val="F7F7F2"/>
                </a:solidFill>
                <a:latin typeface="Nunito"/>
                <a:ea typeface="Nunito"/>
                <a:cs typeface="Nunito"/>
              </a:defRPr>
            </a:pPr>
            <a:r>
              <a:rPr sz="2850" b="1">
                <a:solidFill>
                  <a:srgbClr val="F7F7F2"/>
                </a:solidFill>
                <a:latin typeface="Nunito"/>
                <a:ea typeface="Nunito"/>
                <a:cs typeface="Nunito"/>
              </a:rPr>
              <a:t>Where? Who? What? Why? How?</a:t>
            </a:r>
          </a:p>
        </p:txBody>
      </p:sp>
      <p:sp>
        <p:nvSpPr>
          <p:cNvPr id="4" name="text">
            <a:extLst xmlns:a="http://schemas.openxmlformats.org/drawingml/2006/main">
              <a:ext uri="{FF2B5EF4-FFF2-40B4-BE49-F238E27FC236}">
                <a16:creationId xmlns:a16="http://schemas.microsoft.com/office/drawing/2014/main" id="{1A246ABD-34B4-49F2-B861-D04E390C1AAE}"/>
              </a:ext>
            </a:extLst>
          </p:cNvPr>
          <p:cNvSpPr>
            <a:spLocks xmlns:a="http://schemas.openxmlformats.org/drawingml/2006/main" noGrp="1"/>
          </p:cNvSpPr>
          <p:nvPr/>
        </p:nvSpPr>
        <p:spPr>
          <a:xfrm xmlns:a="http://schemas.openxmlformats.org/drawingml/2006/main">
            <a:off x="857250" y="340042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0" lang="he-IL">
                <a:solidFill>
                  <a:srgbClr val="F7F7F2"/>
                </a:solidFill>
                <a:latin typeface="Heebo"/>
                <a:ea typeface="Heebo"/>
                <a:cs typeface="Heebo"/>
              </a:defRPr>
            </a:pPr>
            <a:r>
              <a:rPr sz="2475" b="0" lang="he-IL">
                <a:solidFill>
                  <a:srgbClr val="F7F7F2"/>
                </a:solidFill>
                <a:latin typeface="Heebo"/>
                <a:ea typeface="Heebo"/>
                <a:cs typeface="Heebo"/>
              </a:rPr>
              <a:t>אני יודע היכן למצוא את המידע</a:t>
            </a:r>
          </a:p>
        </p:txBody>
      </p:sp>
      <p:sp>
        <p:nvSpPr>
          <p:cNvPr id="5" name="text">
            <a:extLst xmlns:a="http://schemas.openxmlformats.org/drawingml/2006/main">
              <a:ext uri="{FF2B5EF4-FFF2-40B4-BE49-F238E27FC236}">
                <a16:creationId xmlns:a16="http://schemas.microsoft.com/office/drawing/2014/main" id="{7300559F-FAB0-4A69-9F49-972544F294FF}"/>
              </a:ext>
            </a:extLst>
          </p:cNvPr>
          <p:cNvSpPr>
            <a:spLocks xmlns:a="http://schemas.openxmlformats.org/drawingml/2006/main" noGrp="1"/>
          </p:cNvSpPr>
          <p:nvPr/>
        </p:nvSpPr>
        <p:spPr>
          <a:xfrm xmlns:a="http://schemas.openxmlformats.org/drawingml/2006/main">
            <a:off x="857250" y="4000500"/>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0" lang="he-IL">
                <a:solidFill>
                  <a:srgbClr val="F7F7F2"/>
                </a:solidFill>
                <a:latin typeface="Heebo"/>
                <a:ea typeface="Heebo"/>
                <a:cs typeface="Heebo"/>
              </a:defRPr>
            </a:pPr>
            <a:r>
              <a:rPr sz="2475" b="0" lang="he-IL">
                <a:solidFill>
                  <a:srgbClr val="F7F7F2"/>
                </a:solidFill>
                <a:latin typeface="Heebo"/>
                <a:ea typeface="Heebo"/>
                <a:cs typeface="Heebo"/>
              </a:rPr>
              <a:t>אני מבדיל בין תשובה קצרה להסבר עם סיבה</a:t>
            </a:r>
          </a:p>
        </p:txBody>
      </p:sp>
      <p:sp>
        <p:nvSpPr>
          <p:cNvPr id="6" name="text">
            <a:extLst xmlns:a="http://schemas.openxmlformats.org/drawingml/2006/main">
              <a:ext uri="{FF2B5EF4-FFF2-40B4-BE49-F238E27FC236}">
                <a16:creationId xmlns:a16="http://schemas.microsoft.com/office/drawing/2014/main" id="{0ED7BADE-20FF-43F9-B8C4-DB8FA5DA880E}"/>
              </a:ext>
            </a:extLst>
          </p:cNvPr>
          <p:cNvSpPr>
            <a:spLocks xmlns:a="http://schemas.openxmlformats.org/drawingml/2006/main" noGrp="1"/>
          </p:cNvSpPr>
          <p:nvPr/>
        </p:nvSpPr>
        <p:spPr>
          <a:xfrm xmlns:a="http://schemas.openxmlformats.org/drawingml/2006/main">
            <a:off x="857250" y="460057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0" lang="he-IL">
                <a:solidFill>
                  <a:srgbClr val="F7F7F2"/>
                </a:solidFill>
                <a:latin typeface="Heebo"/>
                <a:ea typeface="Heebo"/>
                <a:cs typeface="Heebo"/>
              </a:defRPr>
            </a:pPr>
            <a:r>
              <a:rPr sz="2475" b="0" lang="he-IL">
                <a:solidFill>
                  <a:srgbClr val="F7F7F2"/>
                </a:solidFill>
                <a:latin typeface="Heebo"/>
                <a:ea typeface="Heebo"/>
                <a:cs typeface="Heebo"/>
              </a:rPr>
              <a:t>אני בודק אות גדולה, פועל וסימן פיסוק</a:t>
            </a:r>
          </a:p>
        </p:txBody>
      </p:sp>
      <p:sp>
        <p:nvSpPr>
          <p:cNvPr id="7" name="text">
            <a:extLst xmlns:a="http://schemas.openxmlformats.org/drawingml/2006/main">
              <a:ext uri="{FF2B5EF4-FFF2-40B4-BE49-F238E27FC236}">
                <a16:creationId xmlns:a16="http://schemas.microsoft.com/office/drawing/2014/main" id="{AF48E96A-C361-4685-85A6-49BEC97C2438}"/>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57 / 70</a:t>
            </a:r>
          </a:p>
        </p:txBody>
      </p:sp>
    </p:spTree>
    <p:extLst>
      <p:ext uri="{BB962C8B-B14F-4D97-AF65-F5344CB8AC3E}">
        <p14:creationId xmlns:p14="http://schemas.microsoft.com/office/powerpoint/2010/main" val="1095904385"/>
      </p:ext>
    </p:extLst>
  </p:cSld>
</p:sld>
</file>

<file path=ppt/slides/slide58.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908d3c2474a401d"/>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106673147"/>
      </p:ext>
    </p:extLst>
  </p:cSld>
</p:sld>
</file>

<file path=ppt/slides/slide59.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4EE2D499-57BC-442B-9506-3C0081CFE1F7}"/>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כיתה ח׳ · הכנה למבחן</a:t>
            </a:r>
          </a:p>
        </p:txBody>
      </p:sp>
      <p:sp>
        <p:nvSpPr>
          <p:cNvPr id="2" name="text">
            <a:extLst xmlns:a="http://schemas.openxmlformats.org/drawingml/2006/main">
              <a:ext uri="{FF2B5EF4-FFF2-40B4-BE49-F238E27FC236}">
                <a16:creationId xmlns:a16="http://schemas.microsoft.com/office/drawing/2014/main" id="{0FF94ADD-B4FF-4D86-AB33-59F9BFD456F0}"/>
              </a:ext>
            </a:extLst>
          </p:cNvPr>
          <p:cNvSpPr>
            <a:spLocks xmlns:a="http://schemas.openxmlformats.org/drawingml/2006/main" noGrp="1"/>
          </p:cNvSpPr>
          <p:nvPr/>
        </p:nvSpPr>
        <p:spPr>
          <a:xfrm xmlns:a="http://schemas.openxmlformats.org/drawingml/2006/main">
            <a:off x="781050" y="1276350"/>
            <a:ext cx="10629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4800" b="1" lang="he-IL">
                <a:solidFill>
                  <a:srgbClr val="DFFF5B"/>
                </a:solidFill>
                <a:latin typeface="Heebo"/>
                <a:ea typeface="Heebo"/>
                <a:cs typeface="Heebo"/>
              </a:defRPr>
            </a:pPr>
            <a:r>
              <a:rPr sz="4800" b="1" lang="he-IL">
                <a:solidFill>
                  <a:srgbClr val="DFFF5B"/>
                </a:solidFill>
                <a:latin typeface="Heebo"/>
                <a:ea typeface="Heebo"/>
                <a:cs typeface="Heebo"/>
              </a:rPr>
              <a:t>הפסקה עד 12:00</a:t>
            </a:r>
          </a:p>
        </p:txBody>
      </p:sp>
      <p:sp>
        <p:nvSpPr>
          <p:cNvPr id="3" name="text">
            <a:extLst xmlns:a="http://schemas.openxmlformats.org/drawingml/2006/main">
              <a:ext uri="{FF2B5EF4-FFF2-40B4-BE49-F238E27FC236}">
                <a16:creationId xmlns:a16="http://schemas.microsoft.com/office/drawing/2014/main" id="{491AD024-804A-4AF0-BD80-7A97BA3DE258}"/>
              </a:ext>
            </a:extLst>
          </p:cNvPr>
          <p:cNvSpPr>
            <a:spLocks xmlns:a="http://schemas.openxmlformats.org/drawingml/2006/main" noGrp="1"/>
          </p:cNvSpPr>
          <p:nvPr/>
        </p:nvSpPr>
        <p:spPr>
          <a:xfrm xmlns:a="http://schemas.openxmlformats.org/drawingml/2006/main">
            <a:off x="809625" y="25908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850" b="1" lang="he-IL">
                <a:solidFill>
                  <a:srgbClr val="F7F7F2"/>
                </a:solidFill>
                <a:latin typeface="Heebo"/>
                <a:ea typeface="Heebo"/>
                <a:cs typeface="Heebo"/>
              </a:defRPr>
            </a:pPr>
            <a:r>
              <a:rPr sz="2850" b="1" lang="he-IL">
                <a:solidFill>
                  <a:srgbClr val="F7F7F2"/>
                </a:solidFill>
                <a:latin typeface="Heebo"/>
                <a:ea typeface="Heebo"/>
                <a:cs typeface="Heebo"/>
              </a:rPr>
              <a:t>חוזרים לזום ב־12:25</a:t>
            </a:r>
          </a:p>
        </p:txBody>
      </p:sp>
      <p:sp>
        <p:nvSpPr>
          <p:cNvPr id="4" name="text">
            <a:extLst xmlns:a="http://schemas.openxmlformats.org/drawingml/2006/main">
              <a:ext uri="{FF2B5EF4-FFF2-40B4-BE49-F238E27FC236}">
                <a16:creationId xmlns:a16="http://schemas.microsoft.com/office/drawing/2014/main" id="{9E3C1291-C9E2-4121-B88A-8FFAB5763FFC}"/>
              </a:ext>
            </a:extLst>
          </p:cNvPr>
          <p:cNvSpPr>
            <a:spLocks xmlns:a="http://schemas.openxmlformats.org/drawingml/2006/main" noGrp="1"/>
          </p:cNvSpPr>
          <p:nvPr/>
        </p:nvSpPr>
        <p:spPr>
          <a:xfrm xmlns:a="http://schemas.openxmlformats.org/drawingml/2006/main">
            <a:off x="857250" y="51911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875" b="0" lang="he-IL">
                <a:solidFill>
                  <a:srgbClr val="A9BDD2"/>
                </a:solidFill>
                <a:latin typeface="Heebo"/>
                <a:ea typeface="Heebo"/>
                <a:cs typeface="Heebo"/>
              </a:defRPr>
            </a:pPr>
            <a:r>
              <a:rPr sz="1875" b="0" lang="he-IL">
                <a:solidFill>
                  <a:srgbClr val="A9BDD2"/>
                </a:solidFill>
                <a:latin typeface="Heebo"/>
                <a:ea typeface="Heebo"/>
                <a:cs typeface="Heebo"/>
              </a:rPr>
              <a:t>העבודה העצמאית נמצאת בדף התרגול. ההגשה עד 12:40.</a:t>
            </a:r>
          </a:p>
        </p:txBody>
      </p:sp>
      <p:sp>
        <p:nvSpPr>
          <p:cNvPr id="5" name="text">
            <a:extLst xmlns:a="http://schemas.openxmlformats.org/drawingml/2006/main">
              <a:ext uri="{FF2B5EF4-FFF2-40B4-BE49-F238E27FC236}">
                <a16:creationId xmlns:a16="http://schemas.microsoft.com/office/drawing/2014/main" id="{0D7AE60E-A61E-4042-942A-F5292D36459E}"/>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59 / 70</a:t>
            </a:r>
          </a:p>
        </p:txBody>
      </p:sp>
    </p:spTree>
    <p:extLst>
      <p:ext uri="{BB962C8B-B14F-4D97-AF65-F5344CB8AC3E}">
        <p14:creationId xmlns:p14="http://schemas.microsoft.com/office/powerpoint/2010/main" val="139522462"/>
      </p:ext>
    </p:extLst>
  </p:cSld>
</p:sld>
</file>

<file path=ppt/slides/slide60.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84614EAC-0161-409D-AB7F-59960ECF93EE}"/>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כיתה ח׳ · הכנה למבחן</a:t>
            </a:r>
          </a:p>
        </p:txBody>
      </p:sp>
      <p:sp>
        <p:nvSpPr>
          <p:cNvPr id="2" name="text">
            <a:extLst xmlns:a="http://schemas.openxmlformats.org/drawingml/2006/main">
              <a:ext uri="{FF2B5EF4-FFF2-40B4-BE49-F238E27FC236}">
                <a16:creationId xmlns:a16="http://schemas.microsoft.com/office/drawing/2014/main" id="{EEA10A82-60DD-48BB-AAAF-48929511F21D}"/>
              </a:ext>
            </a:extLst>
          </p:cNvPr>
          <p:cNvSpPr>
            <a:spLocks xmlns:a="http://schemas.openxmlformats.org/drawingml/2006/main" noGrp="1"/>
          </p:cNvSpPr>
          <p:nvPr/>
        </p:nvSpPr>
        <p:spPr>
          <a:xfrm xmlns:a="http://schemas.openxmlformats.org/drawingml/2006/main">
            <a:off x="781050" y="1276350"/>
            <a:ext cx="10629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4800" b="1" lang="he-IL">
                <a:solidFill>
                  <a:srgbClr val="DFFF5B"/>
                </a:solidFill>
                <a:latin typeface="Heebo"/>
                <a:ea typeface="Heebo"/>
                <a:cs typeface="Heebo"/>
              </a:defRPr>
            </a:pPr>
            <a:r>
              <a:rPr sz="4800" b="1" lang="he-IL">
                <a:solidFill>
                  <a:srgbClr val="DFFF5B"/>
                </a:solidFill>
                <a:latin typeface="Heebo"/>
                <a:ea typeface="Heebo"/>
                <a:cs typeface="Heebo"/>
              </a:rPr>
              <a:t>העבודה העצמאית</a:t>
            </a:r>
          </a:p>
        </p:txBody>
      </p:sp>
      <p:sp>
        <p:nvSpPr>
          <p:cNvPr id="3" name="text">
            <a:extLst xmlns:a="http://schemas.openxmlformats.org/drawingml/2006/main">
              <a:ext uri="{FF2B5EF4-FFF2-40B4-BE49-F238E27FC236}">
                <a16:creationId xmlns:a16="http://schemas.microsoft.com/office/drawing/2014/main" id="{347891D6-F289-4F9F-AD98-B86690470A12}"/>
              </a:ext>
            </a:extLst>
          </p:cNvPr>
          <p:cNvSpPr>
            <a:spLocks xmlns:a="http://schemas.openxmlformats.org/drawingml/2006/main" noGrp="1"/>
          </p:cNvSpPr>
          <p:nvPr/>
        </p:nvSpPr>
        <p:spPr>
          <a:xfrm xmlns:a="http://schemas.openxmlformats.org/drawingml/2006/main">
            <a:off x="857250" y="2590800"/>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0" lang="he-IL">
                <a:solidFill>
                  <a:srgbClr val="F7F7F2"/>
                </a:solidFill>
                <a:latin typeface="Heebo"/>
                <a:ea typeface="Heebo"/>
                <a:cs typeface="Heebo"/>
              </a:defRPr>
            </a:pPr>
            <a:r>
              <a:rPr sz="2475" b="0" lang="he-IL">
                <a:solidFill>
                  <a:srgbClr val="F7F7F2"/>
                </a:solidFill>
                <a:latin typeface="Heebo"/>
                <a:ea typeface="Heebo"/>
                <a:cs typeface="Heebo"/>
              </a:rPr>
              <a:t>A · חמש שאלות קריאה. ציינו אות פסקה בכל תשובה</a:t>
            </a:r>
          </a:p>
        </p:txBody>
      </p:sp>
      <p:sp>
        <p:nvSpPr>
          <p:cNvPr id="4" name="text">
            <a:extLst xmlns:a="http://schemas.openxmlformats.org/drawingml/2006/main">
              <a:ext uri="{FF2B5EF4-FFF2-40B4-BE49-F238E27FC236}">
                <a16:creationId xmlns:a16="http://schemas.microsoft.com/office/drawing/2014/main" id="{4C457A06-36D1-4CCE-B0C1-F27345043F1F}"/>
              </a:ext>
            </a:extLst>
          </p:cNvPr>
          <p:cNvSpPr>
            <a:spLocks xmlns:a="http://schemas.openxmlformats.org/drawingml/2006/main" noGrp="1"/>
          </p:cNvSpPr>
          <p:nvPr/>
        </p:nvSpPr>
        <p:spPr>
          <a:xfrm xmlns:a="http://schemas.openxmlformats.org/drawingml/2006/main">
            <a:off x="857250" y="319087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0" lang="he-IL">
                <a:solidFill>
                  <a:srgbClr val="F7F7F2"/>
                </a:solidFill>
                <a:latin typeface="Heebo"/>
                <a:ea typeface="Heebo"/>
                <a:cs typeface="Heebo"/>
              </a:defRPr>
            </a:pPr>
            <a:r>
              <a:rPr sz="2475" b="0" lang="he-IL">
                <a:solidFill>
                  <a:srgbClr val="F7F7F2"/>
                </a:solidFill>
                <a:latin typeface="Heebo"/>
                <a:ea typeface="Heebo"/>
                <a:cs typeface="Heebo"/>
              </a:rPr>
              <a:t>B · שלושה משפטים לתרגום לאנגלית</a:t>
            </a:r>
          </a:p>
        </p:txBody>
      </p:sp>
      <p:sp>
        <p:nvSpPr>
          <p:cNvPr id="5" name="text">
            <a:extLst xmlns:a="http://schemas.openxmlformats.org/drawingml/2006/main">
              <a:ext uri="{FF2B5EF4-FFF2-40B4-BE49-F238E27FC236}">
                <a16:creationId xmlns:a16="http://schemas.microsoft.com/office/drawing/2014/main" id="{8C90EC3A-0A63-4C57-9531-5CCB73950DD6}"/>
              </a:ext>
            </a:extLst>
          </p:cNvPr>
          <p:cNvSpPr>
            <a:spLocks xmlns:a="http://schemas.openxmlformats.org/drawingml/2006/main" noGrp="1"/>
          </p:cNvSpPr>
          <p:nvPr/>
        </p:nvSpPr>
        <p:spPr>
          <a:xfrm xmlns:a="http://schemas.openxmlformats.org/drawingml/2006/main">
            <a:off x="857250" y="3790950"/>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0" lang="he-IL">
                <a:solidFill>
                  <a:srgbClr val="F7F7F2"/>
                </a:solidFill>
                <a:latin typeface="Heebo"/>
                <a:ea typeface="Heebo"/>
                <a:cs typeface="Heebo"/>
              </a:defRPr>
            </a:pPr>
            <a:r>
              <a:rPr sz="2475" b="0" lang="he-IL">
                <a:solidFill>
                  <a:srgbClr val="F7F7F2"/>
                </a:solidFill>
                <a:latin typeface="Heebo"/>
                <a:ea typeface="Heebo"/>
                <a:cs typeface="Heebo"/>
              </a:rPr>
              <a:t>C · שתי השלמות מקבוצה 01</a:t>
            </a:r>
          </a:p>
        </p:txBody>
      </p:sp>
      <p:sp>
        <p:nvSpPr>
          <p:cNvPr id="6" name="text">
            <a:extLst xmlns:a="http://schemas.openxmlformats.org/drawingml/2006/main">
              <a:ext uri="{FF2B5EF4-FFF2-40B4-BE49-F238E27FC236}">
                <a16:creationId xmlns:a16="http://schemas.microsoft.com/office/drawing/2014/main" id="{790129E8-61C0-4FFF-B0D6-0CD8D8534800}"/>
              </a:ext>
            </a:extLst>
          </p:cNvPr>
          <p:cNvSpPr>
            <a:spLocks xmlns:a="http://schemas.openxmlformats.org/drawingml/2006/main" noGrp="1"/>
          </p:cNvSpPr>
          <p:nvPr/>
        </p:nvSpPr>
        <p:spPr>
          <a:xfrm xmlns:a="http://schemas.openxmlformats.org/drawingml/2006/main">
            <a:off x="857250" y="51911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875" b="0" lang="he-IL">
                <a:solidFill>
                  <a:srgbClr val="A9BDD2"/>
                </a:solidFill>
                <a:latin typeface="Heebo"/>
                <a:ea typeface="Heebo"/>
                <a:cs typeface="Heebo"/>
              </a:defRPr>
            </a:pPr>
            <a:r>
              <a:rPr sz="1875" b="0" lang="he-IL">
                <a:solidFill>
                  <a:srgbClr val="A9BDD2"/>
                </a:solidFill>
                <a:latin typeface="Heebo"/>
                <a:ea typeface="Heebo"/>
                <a:cs typeface="Heebo"/>
              </a:rPr>
              <a:t>הטקסט פתוח. כתבו תשובות משלכם, בלי להעתיק משקפי הפתרונות.</a:t>
            </a:r>
          </a:p>
        </p:txBody>
      </p:sp>
      <p:sp>
        <p:nvSpPr>
          <p:cNvPr id="7" name="text">
            <a:extLst xmlns:a="http://schemas.openxmlformats.org/drawingml/2006/main">
              <a:ext uri="{FF2B5EF4-FFF2-40B4-BE49-F238E27FC236}">
                <a16:creationId xmlns:a16="http://schemas.microsoft.com/office/drawing/2014/main" id="{CFE60C9C-ABFA-4A6F-B5FD-4D47A34D5916}"/>
              </a:ext>
            </a:extLst>
          </p:cNvPr>
          <p:cNvSpPr>
            <a:spLocks xmlns:a="http://schemas.openxmlformats.org/drawingml/2006/main" noGrp="1"/>
          </p:cNvSpPr>
          <p:nvPr/>
        </p:nvSpPr>
        <p:spPr>
          <a:xfrm xmlns:a="http://schemas.openxmlformats.org/drawingml/2006/main">
            <a:off x="85725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hlinkClick xmlns:r="http://schemas.openxmlformats.org/officeDocument/2006/relationships" r:id="R7abdcd3dbfcc427d"/>
              </a:rPr>
              <a:t>דף תרגול · PDF</a:t>
            </a:r>
          </a:p>
        </p:txBody>
      </p:sp>
      <p:sp>
        <p:nvSpPr>
          <p:cNvPr id="8" name="text">
            <a:extLst xmlns:a="http://schemas.openxmlformats.org/drawingml/2006/main">
              <a:ext uri="{FF2B5EF4-FFF2-40B4-BE49-F238E27FC236}">
                <a16:creationId xmlns:a16="http://schemas.microsoft.com/office/drawing/2014/main" id="{8ADCF699-AB4E-42C6-87C4-5E78302354F8}"/>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60 / 70</a:t>
            </a:r>
          </a:p>
        </p:txBody>
      </p:sp>
    </p:spTree>
    <p:extLst>
      <p:ext uri="{BB962C8B-B14F-4D97-AF65-F5344CB8AC3E}">
        <p14:creationId xmlns:p14="http://schemas.microsoft.com/office/powerpoint/2010/main" val="1707862230"/>
      </p:ext>
    </p:extLst>
  </p:cSld>
</p:sld>
</file>

<file path=ppt/slides/slide61.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E9D7CD11-9A62-4B7B-80C2-703C588A9535}"/>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כיתה ח׳ · הכנה למבחן</a:t>
            </a:r>
          </a:p>
        </p:txBody>
      </p:sp>
      <p:sp>
        <p:nvSpPr>
          <p:cNvPr id="2" name="text">
            <a:extLst xmlns:a="http://schemas.openxmlformats.org/drawingml/2006/main">
              <a:ext uri="{FF2B5EF4-FFF2-40B4-BE49-F238E27FC236}">
                <a16:creationId xmlns:a16="http://schemas.microsoft.com/office/drawing/2014/main" id="{7653BBB9-126E-4E1D-8C42-2ABAD3BBC218}"/>
              </a:ext>
            </a:extLst>
          </p:cNvPr>
          <p:cNvSpPr>
            <a:spLocks xmlns:a="http://schemas.openxmlformats.org/drawingml/2006/main" noGrp="1"/>
          </p:cNvSpPr>
          <p:nvPr/>
        </p:nvSpPr>
        <p:spPr>
          <a:xfrm xmlns:a="http://schemas.openxmlformats.org/drawingml/2006/main">
            <a:off x="781050" y="1276350"/>
            <a:ext cx="10629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4800" b="1" lang="he-IL">
                <a:solidFill>
                  <a:srgbClr val="DFFF5B"/>
                </a:solidFill>
                <a:latin typeface="Heebo"/>
                <a:ea typeface="Heebo"/>
                <a:cs typeface="Heebo"/>
              </a:defRPr>
            </a:pPr>
            <a:r>
              <a:rPr sz="4800" b="1" lang="he-IL">
                <a:solidFill>
                  <a:srgbClr val="DFFF5B"/>
                </a:solidFill>
                <a:latin typeface="Heebo"/>
                <a:ea typeface="Heebo"/>
                <a:cs typeface="Heebo"/>
              </a:rPr>
              <a:t>מה מגישים?</a:t>
            </a:r>
          </a:p>
        </p:txBody>
      </p:sp>
      <p:sp>
        <p:nvSpPr>
          <p:cNvPr id="3" name="text">
            <a:extLst xmlns:a="http://schemas.openxmlformats.org/drawingml/2006/main">
              <a:ext uri="{FF2B5EF4-FFF2-40B4-BE49-F238E27FC236}">
                <a16:creationId xmlns:a16="http://schemas.microsoft.com/office/drawing/2014/main" id="{E4686CB4-8199-46B9-AA6C-B0F3ED73403B}"/>
              </a:ext>
            </a:extLst>
          </p:cNvPr>
          <p:cNvSpPr>
            <a:spLocks xmlns:a="http://schemas.openxmlformats.org/drawingml/2006/main" noGrp="1"/>
          </p:cNvSpPr>
          <p:nvPr/>
        </p:nvSpPr>
        <p:spPr>
          <a:xfrm xmlns:a="http://schemas.openxmlformats.org/drawingml/2006/main">
            <a:off x="809625" y="25908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850" b="1" lang="he-IL">
                <a:solidFill>
                  <a:srgbClr val="F7F7F2"/>
                </a:solidFill>
                <a:latin typeface="Heebo"/>
                <a:ea typeface="Heebo"/>
                <a:cs typeface="Heebo"/>
              </a:defRPr>
            </a:pPr>
            <a:r>
              <a:rPr sz="2850" b="1" lang="he-IL">
                <a:solidFill>
                  <a:srgbClr val="F7F7F2"/>
                </a:solidFill>
                <a:latin typeface="Heebo"/>
                <a:ea typeface="Heebo"/>
                <a:cs typeface="Heebo"/>
              </a:rPr>
              <a:t>תשובות מסומנות A, B, C</a:t>
            </a:r>
          </a:p>
        </p:txBody>
      </p:sp>
      <p:sp>
        <p:nvSpPr>
          <p:cNvPr id="4" name="text">
            <a:extLst xmlns:a="http://schemas.openxmlformats.org/drawingml/2006/main">
              <a:ext uri="{FF2B5EF4-FFF2-40B4-BE49-F238E27FC236}">
                <a16:creationId xmlns:a16="http://schemas.microsoft.com/office/drawing/2014/main" id="{05C280E2-DED6-4F2B-8E1B-0685336FB6D2}"/>
              </a:ext>
            </a:extLst>
          </p:cNvPr>
          <p:cNvSpPr>
            <a:spLocks xmlns:a="http://schemas.openxmlformats.org/drawingml/2006/main" noGrp="1"/>
          </p:cNvSpPr>
          <p:nvPr/>
        </p:nvSpPr>
        <p:spPr>
          <a:xfrm xmlns:a="http://schemas.openxmlformats.org/drawingml/2006/main">
            <a:off x="857250" y="340042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0" lang="he-IL">
                <a:solidFill>
                  <a:srgbClr val="F7F7F2"/>
                </a:solidFill>
                <a:latin typeface="Heebo"/>
                <a:ea typeface="Heebo"/>
                <a:cs typeface="Heebo"/>
              </a:defRPr>
            </a:pPr>
            <a:r>
              <a:rPr sz="2475" b="0" lang="he-IL">
                <a:solidFill>
                  <a:srgbClr val="F7F7F2"/>
                </a:solidFill>
                <a:latin typeface="Heebo"/>
                <a:ea typeface="Heebo"/>
                <a:cs typeface="Heebo"/>
              </a:rPr>
              <a:t>שם פרטי וכיתה בראש העבודה</a:t>
            </a:r>
          </a:p>
        </p:txBody>
      </p:sp>
      <p:sp>
        <p:nvSpPr>
          <p:cNvPr id="5" name="text">
            <a:extLst xmlns:a="http://schemas.openxmlformats.org/drawingml/2006/main">
              <a:ext uri="{FF2B5EF4-FFF2-40B4-BE49-F238E27FC236}">
                <a16:creationId xmlns:a16="http://schemas.microsoft.com/office/drawing/2014/main" id="{8B1C0185-B34E-46CA-BE77-3851C50DFA0C}"/>
              </a:ext>
            </a:extLst>
          </p:cNvPr>
          <p:cNvSpPr>
            <a:spLocks xmlns:a="http://schemas.openxmlformats.org/drawingml/2006/main" noGrp="1"/>
          </p:cNvSpPr>
          <p:nvPr/>
        </p:nvSpPr>
        <p:spPr>
          <a:xfrm xmlns:a="http://schemas.openxmlformats.org/drawingml/2006/main">
            <a:off x="857250" y="4000500"/>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0" lang="he-IL">
                <a:solidFill>
                  <a:srgbClr val="F7F7F2"/>
                </a:solidFill>
                <a:latin typeface="Heebo"/>
                <a:ea typeface="Heebo"/>
                <a:cs typeface="Heebo"/>
              </a:defRPr>
            </a:pPr>
            <a:r>
              <a:rPr sz="2475" b="0" lang="he-IL">
                <a:solidFill>
                  <a:srgbClr val="F7F7F2"/>
                </a:solidFill>
                <a:latin typeface="Heebo"/>
                <a:ea typeface="Heebo"/>
                <a:cs typeface="Heebo"/>
              </a:rPr>
              <a:t>תשובות קריאה עם אות הפסקה</a:t>
            </a:r>
          </a:p>
        </p:txBody>
      </p:sp>
      <p:sp>
        <p:nvSpPr>
          <p:cNvPr id="6" name="text">
            <a:extLst xmlns:a="http://schemas.openxmlformats.org/drawingml/2006/main">
              <a:ext uri="{FF2B5EF4-FFF2-40B4-BE49-F238E27FC236}">
                <a16:creationId xmlns:a16="http://schemas.microsoft.com/office/drawing/2014/main" id="{AF54E25E-8AFA-46F2-A3BF-A09CADA0CA96}"/>
              </a:ext>
            </a:extLst>
          </p:cNvPr>
          <p:cNvSpPr>
            <a:spLocks xmlns:a="http://schemas.openxmlformats.org/drawingml/2006/main" noGrp="1"/>
          </p:cNvSpPr>
          <p:nvPr/>
        </p:nvSpPr>
        <p:spPr>
          <a:xfrm xmlns:a="http://schemas.openxmlformats.org/drawingml/2006/main">
            <a:off x="857250" y="460057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0" lang="he-IL">
                <a:solidFill>
                  <a:srgbClr val="F7F7F2"/>
                </a:solidFill>
                <a:latin typeface="Heebo"/>
                <a:ea typeface="Heebo"/>
                <a:cs typeface="Heebo"/>
              </a:defRPr>
            </a:pPr>
            <a:r>
              <a:rPr sz="2475" b="0" lang="he-IL">
                <a:solidFill>
                  <a:srgbClr val="F7F7F2"/>
                </a:solidFill>
                <a:latin typeface="Heebo"/>
                <a:ea typeface="Heebo"/>
                <a:cs typeface="Heebo"/>
              </a:rPr>
              <a:t>צילום ברור או קובץ בערוץ הכיתתי הרגיל</a:t>
            </a:r>
          </a:p>
        </p:txBody>
      </p:sp>
      <p:sp>
        <p:nvSpPr>
          <p:cNvPr id="7" name="text">
            <a:extLst xmlns:a="http://schemas.openxmlformats.org/drawingml/2006/main">
              <a:ext uri="{FF2B5EF4-FFF2-40B4-BE49-F238E27FC236}">
                <a16:creationId xmlns:a16="http://schemas.microsoft.com/office/drawing/2014/main" id="{E70DF3A9-B13B-4422-B146-F134340EEB2E}"/>
              </a:ext>
            </a:extLst>
          </p:cNvPr>
          <p:cNvSpPr>
            <a:spLocks xmlns:a="http://schemas.openxmlformats.org/drawingml/2006/main" noGrp="1"/>
          </p:cNvSpPr>
          <p:nvPr/>
        </p:nvSpPr>
        <p:spPr>
          <a:xfrm xmlns:a="http://schemas.openxmlformats.org/drawingml/2006/main">
            <a:off x="857250" y="524827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875" b="0" lang="he-IL">
                <a:solidFill>
                  <a:srgbClr val="A9BDD2"/>
                </a:solidFill>
                <a:latin typeface="Heebo"/>
                <a:ea typeface="Heebo"/>
                <a:cs typeface="Heebo"/>
              </a:defRPr>
            </a:pPr>
            <a:r>
              <a:rPr sz="1875" b="0" lang="he-IL">
                <a:solidFill>
                  <a:srgbClr val="A9BDD2"/>
                </a:solidFill>
                <a:latin typeface="Heebo"/>
                <a:ea typeface="Heebo"/>
                <a:cs typeface="Heebo"/>
              </a:rPr>
              <a:t>סמנו בכוכבית שאלה שתרצו לבדוק בזום.</a:t>
            </a:r>
          </a:p>
        </p:txBody>
      </p:sp>
      <p:sp>
        <p:nvSpPr>
          <p:cNvPr id="8" name="text">
            <a:extLst xmlns:a="http://schemas.openxmlformats.org/drawingml/2006/main">
              <a:ext uri="{FF2B5EF4-FFF2-40B4-BE49-F238E27FC236}">
                <a16:creationId xmlns:a16="http://schemas.microsoft.com/office/drawing/2014/main" id="{CB275E08-AF04-4EE8-B562-E79C2AE875B8}"/>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61 / 70</a:t>
            </a:r>
          </a:p>
        </p:txBody>
      </p:sp>
    </p:spTree>
    <p:extLst>
      <p:ext uri="{BB962C8B-B14F-4D97-AF65-F5344CB8AC3E}">
        <p14:creationId xmlns:p14="http://schemas.microsoft.com/office/powerpoint/2010/main" val="2138551588"/>
      </p:ext>
    </p:extLst>
  </p:cSld>
</p:sld>
</file>

<file path=ppt/slides/slide62.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CDC961E6-AF02-4C89-AF21-B3D48FF27B98}"/>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כיתה ח׳ · הכנה למבחן</a:t>
            </a:r>
          </a:p>
        </p:txBody>
      </p:sp>
      <p:sp>
        <p:nvSpPr>
          <p:cNvPr id="2" name="text">
            <a:extLst xmlns:a="http://schemas.openxmlformats.org/drawingml/2006/main">
              <a:ext uri="{FF2B5EF4-FFF2-40B4-BE49-F238E27FC236}">
                <a16:creationId xmlns:a16="http://schemas.microsoft.com/office/drawing/2014/main" id="{3D040E64-E319-468F-9968-512E7899CEDE}"/>
              </a:ext>
            </a:extLst>
          </p:cNvPr>
          <p:cNvSpPr>
            <a:spLocks xmlns:a="http://schemas.openxmlformats.org/drawingml/2006/main" noGrp="1"/>
          </p:cNvSpPr>
          <p:nvPr/>
        </p:nvSpPr>
        <p:spPr>
          <a:xfrm xmlns:a="http://schemas.openxmlformats.org/drawingml/2006/main">
            <a:off x="781050" y="1276350"/>
            <a:ext cx="10629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4800" b="1" lang="he-IL">
                <a:solidFill>
                  <a:srgbClr val="DFFF5B"/>
                </a:solidFill>
                <a:latin typeface="Heebo"/>
                <a:ea typeface="Heebo"/>
                <a:cs typeface="Heebo"/>
              </a:defRPr>
            </a:pPr>
            <a:r>
              <a:rPr sz="4800" b="1" lang="he-IL">
                <a:solidFill>
                  <a:srgbClr val="DFFF5B"/>
                </a:solidFill>
                <a:latin typeface="Heebo"/>
                <a:ea typeface="Heebo"/>
                <a:cs typeface="Heebo"/>
              </a:rPr>
              <a:t>12:25 · סיכום בזום</a:t>
            </a:r>
          </a:p>
        </p:txBody>
      </p:sp>
      <p:sp>
        <p:nvSpPr>
          <p:cNvPr id="3" name="text">
            <a:extLst xmlns:a="http://schemas.openxmlformats.org/drawingml/2006/main">
              <a:ext uri="{FF2B5EF4-FFF2-40B4-BE49-F238E27FC236}">
                <a16:creationId xmlns:a16="http://schemas.microsoft.com/office/drawing/2014/main" id="{FA93CB66-52D6-4408-9566-C1AE59EB20F2}"/>
              </a:ext>
            </a:extLst>
          </p:cNvPr>
          <p:cNvSpPr>
            <a:spLocks xmlns:a="http://schemas.openxmlformats.org/drawingml/2006/main" noGrp="1"/>
          </p:cNvSpPr>
          <p:nvPr/>
        </p:nvSpPr>
        <p:spPr>
          <a:xfrm xmlns:a="http://schemas.openxmlformats.org/drawingml/2006/main">
            <a:off x="809625" y="25908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850" b="1" lang="he-IL">
                <a:solidFill>
                  <a:srgbClr val="F7F7F2"/>
                </a:solidFill>
                <a:latin typeface="Heebo"/>
                <a:ea typeface="Heebo"/>
                <a:cs typeface="Heebo"/>
              </a:defRPr>
            </a:pPr>
            <a:r>
              <a:rPr sz="2850" b="1" lang="he-IL">
                <a:solidFill>
                  <a:srgbClr val="F7F7F2"/>
                </a:solidFill>
                <a:latin typeface="Heebo"/>
                <a:ea typeface="Heebo"/>
                <a:cs typeface="Heebo"/>
              </a:rPr>
              <a:t>איזו שאלה הייתה קשה?</a:t>
            </a:r>
          </a:p>
        </p:txBody>
      </p:sp>
      <p:sp>
        <p:nvSpPr>
          <p:cNvPr id="4" name="text">
            <a:extLst xmlns:a="http://schemas.openxmlformats.org/drawingml/2006/main">
              <a:ext uri="{FF2B5EF4-FFF2-40B4-BE49-F238E27FC236}">
                <a16:creationId xmlns:a16="http://schemas.microsoft.com/office/drawing/2014/main" id="{DAE28DB6-40B1-4EF1-BD90-B14818261295}"/>
              </a:ext>
            </a:extLst>
          </p:cNvPr>
          <p:cNvSpPr>
            <a:spLocks xmlns:a="http://schemas.openxmlformats.org/drawingml/2006/main" noGrp="1"/>
          </p:cNvSpPr>
          <p:nvPr/>
        </p:nvSpPr>
        <p:spPr>
          <a:xfrm xmlns:a="http://schemas.openxmlformats.org/drawingml/2006/main">
            <a:off x="857250" y="51911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875" b="0" lang="he-IL">
                <a:solidFill>
                  <a:srgbClr val="A9BDD2"/>
                </a:solidFill>
                <a:latin typeface="Heebo"/>
                <a:ea typeface="Heebo"/>
                <a:cs typeface="Heebo"/>
              </a:defRPr>
            </a:pPr>
            <a:r>
              <a:rPr sz="1875" b="0" lang="he-IL">
                <a:solidFill>
                  <a:srgbClr val="A9BDD2"/>
                </a:solidFill>
                <a:latin typeface="Heebo"/>
                <a:ea typeface="Heebo"/>
                <a:cs typeface="Heebo"/>
              </a:rPr>
              <a:t>שלחו בצ׳אט את מספר השאלה בלבד.</a:t>
            </a:r>
          </a:p>
        </p:txBody>
      </p:sp>
      <p:sp>
        <p:nvSpPr>
          <p:cNvPr id="5" name="text">
            <a:extLst xmlns:a="http://schemas.openxmlformats.org/drawingml/2006/main">
              <a:ext uri="{FF2B5EF4-FFF2-40B4-BE49-F238E27FC236}">
                <a16:creationId xmlns:a16="http://schemas.microsoft.com/office/drawing/2014/main" id="{AFD11336-0D30-45C7-AB6F-295F6D924287}"/>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62 / 70</a:t>
            </a:r>
          </a:p>
        </p:txBody>
      </p:sp>
    </p:spTree>
    <p:extLst>
      <p:ext uri="{BB962C8B-B14F-4D97-AF65-F5344CB8AC3E}">
        <p14:creationId xmlns:p14="http://schemas.microsoft.com/office/powerpoint/2010/main" val="1647820272"/>
      </p:ext>
    </p:extLst>
  </p:cSld>
</p:sld>
</file>

<file path=ppt/slides/slide63.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5" name="text">
            <a:extLst xmlns:a="http://schemas.openxmlformats.org/drawingml/2006/main">
              <a:ext uri="{FF2B5EF4-FFF2-40B4-BE49-F238E27FC236}">
                <a16:creationId xmlns:a16="http://schemas.microsoft.com/office/drawing/2014/main" id="{CDB1BBBD-B435-4CC1-A36E-28711CA3912B}"/>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בדיקת משפט</a:t>
            </a:r>
          </a:p>
        </p:txBody>
      </p:sp>
      <p:sp>
        <p:nvSpPr>
          <p:cNvPr id="2" name="text">
            <a:extLst xmlns:a="http://schemas.openxmlformats.org/drawingml/2006/main">
              <a:ext uri="{FF2B5EF4-FFF2-40B4-BE49-F238E27FC236}">
                <a16:creationId xmlns:a16="http://schemas.microsoft.com/office/drawing/2014/main" id="{8A3D3D36-14C6-4EE4-89BE-2C6081B35A15}"/>
              </a:ext>
            </a:extLst>
          </p:cNvPr>
          <p:cNvSpPr>
            <a:spLocks xmlns:a="http://schemas.openxmlformats.org/drawingml/2006/main" noGrp="1"/>
          </p:cNvSpPr>
          <p:nvPr/>
        </p:nvSpPr>
        <p:spPr>
          <a:xfrm xmlns:a="http://schemas.openxmlformats.org/drawingml/2006/main">
            <a:off x="838200" y="1619250"/>
            <a:ext cx="105156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750" b="1">
                <a:solidFill>
                  <a:srgbClr val="F7F7F2"/>
                </a:solidFill>
                <a:latin typeface="Nunito"/>
                <a:ea typeface="Nunito"/>
                <a:cs typeface="Nunito"/>
              </a:defRPr>
            </a:pPr>
            <a:r>
              <a:rPr sz="3750" b="1">
                <a:solidFill>
                  <a:srgbClr val="F7F7F2"/>
                </a:solidFill>
                <a:latin typeface="Nunito"/>
                <a:ea typeface="Nunito"/>
                <a:cs typeface="Nunito"/>
              </a:rPr>
              <a:t>I can _____ at the festival.</a:t>
            </a:r>
          </a:p>
        </p:txBody>
      </p:sp>
      <p:sp>
        <p:nvSpPr>
          <p:cNvPr id="3" name="text">
            <a:extLst xmlns:a="http://schemas.openxmlformats.org/drawingml/2006/main">
              <a:ext uri="{FF2B5EF4-FFF2-40B4-BE49-F238E27FC236}">
                <a16:creationId xmlns:a16="http://schemas.microsoft.com/office/drawing/2014/main" id="{CBDB515D-CC1E-455C-B392-6DEFE78A6114}"/>
              </a:ext>
            </a:extLst>
          </p:cNvPr>
          <p:cNvSpPr>
            <a:spLocks xmlns:a="http://schemas.openxmlformats.org/drawingml/2006/main" noGrp="1"/>
          </p:cNvSpPr>
          <p:nvPr/>
        </p:nvSpPr>
        <p:spPr>
          <a:xfrm xmlns:a="http://schemas.openxmlformats.org/drawingml/2006/main">
            <a:off x="857250" y="3476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4EE5FF"/>
                </a:solidFill>
                <a:latin typeface="Nunito"/>
                <a:ea typeface="Nunito"/>
                <a:cs typeface="Nunito"/>
              </a:defRPr>
            </a:pPr>
            <a:r>
              <a:rPr sz="1725" b="0">
                <a:solidFill>
                  <a:srgbClr val="4EE5FF"/>
                </a:solidFill>
                <a:latin typeface="Nunito"/>
                <a:ea typeface="Nunito"/>
                <a:cs typeface="Nunito"/>
              </a:rPr>
              <a:t>be / am / is</a:t>
            </a:r>
          </a:p>
        </p:txBody>
      </p:sp>
      <p:sp>
        <p:nvSpPr>
          <p:cNvPr id="4" name="text">
            <a:extLst xmlns:a="http://schemas.openxmlformats.org/drawingml/2006/main">
              <a:ext uri="{FF2B5EF4-FFF2-40B4-BE49-F238E27FC236}">
                <a16:creationId xmlns:a16="http://schemas.microsoft.com/office/drawing/2014/main" id="{9588E7B3-980E-4C28-A033-DCB224704923}"/>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63 / 70</a:t>
            </a:r>
          </a:p>
        </p:txBody>
      </p:sp>
    </p:spTree>
    <p:extLst>
      <p:ext uri="{BB962C8B-B14F-4D97-AF65-F5344CB8AC3E}">
        <p14:creationId xmlns:p14="http://schemas.microsoft.com/office/powerpoint/2010/main" val="19750200"/>
      </p:ext>
    </p:extLst>
  </p:cSld>
</p:sld>
</file>

<file path=ppt/slides/slide64.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EBEE8B91-4C78-4B01-9531-D4F36CFC57B9}"/>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בדיקת משפט</a:t>
            </a:r>
          </a:p>
        </p:txBody>
      </p:sp>
      <p:sp>
        <p:nvSpPr>
          <p:cNvPr id="2" name="text">
            <a:extLst xmlns:a="http://schemas.openxmlformats.org/drawingml/2006/main">
              <a:ext uri="{FF2B5EF4-FFF2-40B4-BE49-F238E27FC236}">
                <a16:creationId xmlns:a16="http://schemas.microsoft.com/office/drawing/2014/main" id="{729D224B-B6FB-4678-B87F-0EEB46CDD2C0}"/>
              </a:ext>
            </a:extLst>
          </p:cNvPr>
          <p:cNvSpPr>
            <a:spLocks xmlns:a="http://schemas.openxmlformats.org/drawingml/2006/main" noGrp="1"/>
          </p:cNvSpPr>
          <p:nvPr/>
        </p:nvSpPr>
        <p:spPr>
          <a:xfrm xmlns:a="http://schemas.openxmlformats.org/drawingml/2006/main">
            <a:off x="838200" y="1619250"/>
            <a:ext cx="105156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750" b="1">
                <a:solidFill>
                  <a:srgbClr val="F7F7F2"/>
                </a:solidFill>
                <a:latin typeface="Nunito"/>
                <a:ea typeface="Nunito"/>
                <a:cs typeface="Nunito"/>
              </a:defRPr>
            </a:pPr>
            <a:r>
              <a:rPr sz="3750" b="1">
                <a:solidFill>
                  <a:srgbClr val="F7F7F2"/>
                </a:solidFill>
                <a:latin typeface="Nunito"/>
                <a:ea typeface="Nunito"/>
                <a:cs typeface="Nunito"/>
              </a:rPr>
              <a:t>I can _____ at the festival.</a:t>
            </a:r>
          </a:p>
        </p:txBody>
      </p:sp>
      <p:sp>
        <p:nvSpPr>
          <p:cNvPr id="3" name="text">
            <a:extLst xmlns:a="http://schemas.openxmlformats.org/drawingml/2006/main">
              <a:ext uri="{FF2B5EF4-FFF2-40B4-BE49-F238E27FC236}">
                <a16:creationId xmlns:a16="http://schemas.microsoft.com/office/drawing/2014/main" id="{8C831CA1-FC53-40A1-9758-7E8058D9CE59}"/>
              </a:ext>
            </a:extLst>
          </p:cNvPr>
          <p:cNvSpPr>
            <a:spLocks xmlns:a="http://schemas.openxmlformats.org/drawingml/2006/main" noGrp="1"/>
          </p:cNvSpPr>
          <p:nvPr/>
        </p:nvSpPr>
        <p:spPr>
          <a:xfrm xmlns:a="http://schemas.openxmlformats.org/drawingml/2006/main">
            <a:off x="857250" y="3476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4EE5FF"/>
                </a:solidFill>
                <a:latin typeface="Nunito"/>
                <a:ea typeface="Nunito"/>
                <a:cs typeface="Nunito"/>
              </a:defRPr>
            </a:pPr>
            <a:r>
              <a:rPr sz="1725" b="0">
                <a:solidFill>
                  <a:srgbClr val="4EE5FF"/>
                </a:solidFill>
                <a:latin typeface="Nunito"/>
                <a:ea typeface="Nunito"/>
                <a:cs typeface="Nunito"/>
              </a:rPr>
              <a:t>be / am / is</a:t>
            </a:r>
          </a:p>
        </p:txBody>
      </p:sp>
      <p:sp>
        <p:nvSpPr>
          <p:cNvPr id="4" name="text">
            <a:extLst xmlns:a="http://schemas.openxmlformats.org/drawingml/2006/main">
              <a:ext uri="{FF2B5EF4-FFF2-40B4-BE49-F238E27FC236}">
                <a16:creationId xmlns:a16="http://schemas.microsoft.com/office/drawing/2014/main" id="{F3EFC003-B65C-469E-AADB-345DDD13C3CE}"/>
              </a:ext>
            </a:extLst>
          </p:cNvPr>
          <p:cNvSpPr>
            <a:spLocks xmlns:a="http://schemas.openxmlformats.org/drawingml/2006/main" noGrp="1"/>
          </p:cNvSpPr>
          <p:nvPr/>
        </p:nvSpPr>
        <p:spPr>
          <a:xfrm xmlns:a="http://schemas.openxmlformats.org/drawingml/2006/main">
            <a:off x="857250" y="4067175"/>
            <a:ext cx="104775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DFFF5B"/>
                </a:solidFill>
                <a:latin typeface="Nunito"/>
                <a:ea typeface="Nunito"/>
                <a:cs typeface="Nunito"/>
              </a:defRPr>
            </a:pPr>
            <a:r>
              <a:rPr sz="2925" b="1">
                <a:solidFill>
                  <a:srgbClr val="DFFF5B"/>
                </a:solidFill>
                <a:latin typeface="Nunito"/>
                <a:ea typeface="Nunito"/>
                <a:cs typeface="Nunito"/>
              </a:rPr>
              <a:t>I can be at the festival.</a:t>
            </a:r>
          </a:p>
        </p:txBody>
      </p:sp>
      <p:sp>
        <p:nvSpPr>
          <p:cNvPr id="5" name="text">
            <a:extLst xmlns:a="http://schemas.openxmlformats.org/drawingml/2006/main">
              <a:ext uri="{FF2B5EF4-FFF2-40B4-BE49-F238E27FC236}">
                <a16:creationId xmlns:a16="http://schemas.microsoft.com/office/drawing/2014/main" id="{F8DA06C9-59D8-4C0D-BB92-8C90876275F4}"/>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64 / 70</a:t>
            </a:r>
          </a:p>
        </p:txBody>
      </p:sp>
    </p:spTree>
    <p:extLst>
      <p:ext uri="{BB962C8B-B14F-4D97-AF65-F5344CB8AC3E}">
        <p14:creationId xmlns:p14="http://schemas.microsoft.com/office/powerpoint/2010/main" val="69426638"/>
      </p:ext>
    </p:extLst>
  </p:cSld>
</p:sld>
</file>

<file path=ppt/slides/slide65.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5" name="text">
            <a:extLst xmlns:a="http://schemas.openxmlformats.org/drawingml/2006/main">
              <a:ext uri="{FF2B5EF4-FFF2-40B4-BE49-F238E27FC236}">
                <a16:creationId xmlns:a16="http://schemas.microsoft.com/office/drawing/2014/main" id="{61391A9E-55FE-4BA1-888A-189CA189ED00}"/>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תרגום לאנגלית</a:t>
            </a:r>
          </a:p>
        </p:txBody>
      </p:sp>
      <p:sp>
        <p:nvSpPr>
          <p:cNvPr id="2" name="text">
            <a:extLst xmlns:a="http://schemas.openxmlformats.org/drawingml/2006/main">
              <a:ext uri="{FF2B5EF4-FFF2-40B4-BE49-F238E27FC236}">
                <a16:creationId xmlns:a16="http://schemas.microsoft.com/office/drawing/2014/main" id="{A3277D05-B9E7-4C89-9516-A6549AD3F6E6}"/>
              </a:ext>
            </a:extLst>
          </p:cNvPr>
          <p:cNvSpPr>
            <a:spLocks xmlns:a="http://schemas.openxmlformats.org/drawingml/2006/main" noGrp="1"/>
          </p:cNvSpPr>
          <p:nvPr/>
        </p:nvSpPr>
        <p:spPr>
          <a:xfrm xmlns:a="http://schemas.openxmlformats.org/drawingml/2006/main">
            <a:off x="857250" y="857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425" b="1" lang="he-IL">
                <a:solidFill>
                  <a:srgbClr val="FFC857"/>
                </a:solidFill>
                <a:latin typeface="Heebo"/>
                <a:ea typeface="Heebo"/>
                <a:cs typeface="Heebo"/>
              </a:defRPr>
            </a:pPr>
            <a:r>
              <a:rPr sz="1425" b="1" lang="he-IL">
                <a:solidFill>
                  <a:srgbClr val="FFC857"/>
                </a:solidFill>
                <a:latin typeface="Heebo"/>
                <a:ea typeface="Heebo"/>
                <a:cs typeface="Heebo"/>
              </a:rPr>
              <a:t>הווה</a:t>
            </a:r>
          </a:p>
        </p:txBody>
      </p:sp>
      <p:sp>
        <p:nvSpPr>
          <p:cNvPr id="3" name="text">
            <a:extLst xmlns:a="http://schemas.openxmlformats.org/drawingml/2006/main">
              <a:ext uri="{FF2B5EF4-FFF2-40B4-BE49-F238E27FC236}">
                <a16:creationId xmlns:a16="http://schemas.microsoft.com/office/drawing/2014/main" id="{74A87F93-DB7E-4B0A-9D6C-7E3DB3C28C13}"/>
              </a:ext>
            </a:extLst>
          </p:cNvPr>
          <p:cNvSpPr>
            <a:spLocks xmlns:a="http://schemas.openxmlformats.org/drawingml/2006/main" noGrp="1"/>
          </p:cNvSpPr>
          <p:nvPr/>
        </p:nvSpPr>
        <p:spPr>
          <a:xfrm xmlns:a="http://schemas.openxmlformats.org/drawingml/2006/main">
            <a:off x="838200" y="1619250"/>
            <a:ext cx="105156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3750" b="1" lang="he-IL">
                <a:solidFill>
                  <a:srgbClr val="F7F7F2"/>
                </a:solidFill>
                <a:latin typeface="Heebo"/>
                <a:ea typeface="Heebo"/>
                <a:cs typeface="Heebo"/>
              </a:defRPr>
            </a:pPr>
            <a:r>
              <a:rPr sz="3750" b="1" lang="he-IL">
                <a:solidFill>
                  <a:srgbClr val="F7F7F2"/>
                </a:solidFill>
                <a:latin typeface="Heebo"/>
                <a:ea typeface="Heebo"/>
                <a:cs typeface="Heebo"/>
              </a:rPr>
              <a:t>Translate: אני בפסטיבל.</a:t>
            </a:r>
          </a:p>
        </p:txBody>
      </p:sp>
      <p:sp>
        <p:nvSpPr>
          <p:cNvPr id="4" name="text">
            <a:extLst xmlns:a="http://schemas.openxmlformats.org/drawingml/2006/main">
              <a:ext uri="{FF2B5EF4-FFF2-40B4-BE49-F238E27FC236}">
                <a16:creationId xmlns:a16="http://schemas.microsoft.com/office/drawing/2014/main" id="{0E41FA53-A785-4699-93AF-07BD9B8BB7FF}"/>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65 / 70</a:t>
            </a:r>
          </a:p>
        </p:txBody>
      </p:sp>
    </p:spTree>
    <p:extLst>
      <p:ext uri="{BB962C8B-B14F-4D97-AF65-F5344CB8AC3E}">
        <p14:creationId xmlns:p14="http://schemas.microsoft.com/office/powerpoint/2010/main" val="447906367"/>
      </p:ext>
    </p:extLst>
  </p:cSld>
</p:sld>
</file>

<file path=ppt/slides/slide66.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3B4617F7-84BC-4CF7-A7E0-DDE5DB9F8685}"/>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תרגום לאנגלית</a:t>
            </a:r>
          </a:p>
        </p:txBody>
      </p:sp>
      <p:sp>
        <p:nvSpPr>
          <p:cNvPr id="2" name="text">
            <a:extLst xmlns:a="http://schemas.openxmlformats.org/drawingml/2006/main">
              <a:ext uri="{FF2B5EF4-FFF2-40B4-BE49-F238E27FC236}">
                <a16:creationId xmlns:a16="http://schemas.microsoft.com/office/drawing/2014/main" id="{7F7F2392-A0C2-449F-9675-A8AF72CD7894}"/>
              </a:ext>
            </a:extLst>
          </p:cNvPr>
          <p:cNvSpPr>
            <a:spLocks xmlns:a="http://schemas.openxmlformats.org/drawingml/2006/main" noGrp="1"/>
          </p:cNvSpPr>
          <p:nvPr/>
        </p:nvSpPr>
        <p:spPr>
          <a:xfrm xmlns:a="http://schemas.openxmlformats.org/drawingml/2006/main">
            <a:off x="857250" y="8572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425" b="1" lang="he-IL">
                <a:solidFill>
                  <a:srgbClr val="FFC857"/>
                </a:solidFill>
                <a:latin typeface="Heebo"/>
                <a:ea typeface="Heebo"/>
                <a:cs typeface="Heebo"/>
              </a:defRPr>
            </a:pPr>
            <a:r>
              <a:rPr sz="1425" b="1" lang="he-IL">
                <a:solidFill>
                  <a:srgbClr val="FFC857"/>
                </a:solidFill>
                <a:latin typeface="Heebo"/>
                <a:ea typeface="Heebo"/>
                <a:cs typeface="Heebo"/>
              </a:rPr>
              <a:t>הווה</a:t>
            </a:r>
          </a:p>
        </p:txBody>
      </p:sp>
      <p:sp>
        <p:nvSpPr>
          <p:cNvPr id="3" name="text">
            <a:extLst xmlns:a="http://schemas.openxmlformats.org/drawingml/2006/main">
              <a:ext uri="{FF2B5EF4-FFF2-40B4-BE49-F238E27FC236}">
                <a16:creationId xmlns:a16="http://schemas.microsoft.com/office/drawing/2014/main" id="{A03A4F9E-7199-4F61-B4B2-75EEC312129F}"/>
              </a:ext>
            </a:extLst>
          </p:cNvPr>
          <p:cNvSpPr>
            <a:spLocks xmlns:a="http://schemas.openxmlformats.org/drawingml/2006/main" noGrp="1"/>
          </p:cNvSpPr>
          <p:nvPr/>
        </p:nvSpPr>
        <p:spPr>
          <a:xfrm xmlns:a="http://schemas.openxmlformats.org/drawingml/2006/main">
            <a:off x="838200" y="1619250"/>
            <a:ext cx="105156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3750" b="1" lang="he-IL">
                <a:solidFill>
                  <a:srgbClr val="F7F7F2"/>
                </a:solidFill>
                <a:latin typeface="Heebo"/>
                <a:ea typeface="Heebo"/>
                <a:cs typeface="Heebo"/>
              </a:defRPr>
            </a:pPr>
            <a:r>
              <a:rPr sz="3750" b="1" lang="he-IL">
                <a:solidFill>
                  <a:srgbClr val="F7F7F2"/>
                </a:solidFill>
                <a:latin typeface="Heebo"/>
                <a:ea typeface="Heebo"/>
                <a:cs typeface="Heebo"/>
              </a:rPr>
              <a:t>Translate: אני בפסטיבל.</a:t>
            </a:r>
          </a:p>
        </p:txBody>
      </p:sp>
      <p:sp>
        <p:nvSpPr>
          <p:cNvPr id="4" name="text">
            <a:extLst xmlns:a="http://schemas.openxmlformats.org/drawingml/2006/main">
              <a:ext uri="{FF2B5EF4-FFF2-40B4-BE49-F238E27FC236}">
                <a16:creationId xmlns:a16="http://schemas.microsoft.com/office/drawing/2014/main" id="{2DE53701-A2DB-44A0-89B5-156479C158D1}"/>
              </a:ext>
            </a:extLst>
          </p:cNvPr>
          <p:cNvSpPr>
            <a:spLocks xmlns:a="http://schemas.openxmlformats.org/drawingml/2006/main" noGrp="1"/>
          </p:cNvSpPr>
          <p:nvPr/>
        </p:nvSpPr>
        <p:spPr>
          <a:xfrm xmlns:a="http://schemas.openxmlformats.org/drawingml/2006/main">
            <a:off x="857250" y="4067175"/>
            <a:ext cx="104775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DFFF5B"/>
                </a:solidFill>
                <a:latin typeface="Nunito"/>
                <a:ea typeface="Nunito"/>
                <a:cs typeface="Nunito"/>
              </a:defRPr>
            </a:pPr>
            <a:r>
              <a:rPr sz="2925" b="1">
                <a:solidFill>
                  <a:srgbClr val="DFFF5B"/>
                </a:solidFill>
                <a:latin typeface="Nunito"/>
                <a:ea typeface="Nunito"/>
                <a:cs typeface="Nunito"/>
              </a:rPr>
              <a:t>I am at the festival.</a:t>
            </a:r>
          </a:p>
        </p:txBody>
      </p:sp>
      <p:sp>
        <p:nvSpPr>
          <p:cNvPr id="5" name="text">
            <a:extLst xmlns:a="http://schemas.openxmlformats.org/drawingml/2006/main">
              <a:ext uri="{FF2B5EF4-FFF2-40B4-BE49-F238E27FC236}">
                <a16:creationId xmlns:a16="http://schemas.microsoft.com/office/drawing/2014/main" id="{6C7838E5-24EA-4A22-8C5C-E25140DC006E}"/>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66 / 70</a:t>
            </a:r>
          </a:p>
        </p:txBody>
      </p:sp>
    </p:spTree>
    <p:extLst>
      <p:ext uri="{BB962C8B-B14F-4D97-AF65-F5344CB8AC3E}">
        <p14:creationId xmlns:p14="http://schemas.microsoft.com/office/powerpoint/2010/main" val="1774158829"/>
      </p:ext>
    </p:extLst>
  </p:cSld>
</p:sld>
</file>

<file path=ppt/slides/slide67.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5" name="text">
            <a:extLst xmlns:a="http://schemas.openxmlformats.org/drawingml/2006/main">
              <a:ext uri="{FF2B5EF4-FFF2-40B4-BE49-F238E27FC236}">
                <a16:creationId xmlns:a16="http://schemas.microsoft.com/office/drawing/2014/main" id="{6C7B6068-4A67-4DF4-BF23-3D7A01DE1CA8}"/>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תשובה עם סיבה</a:t>
            </a:r>
          </a:p>
        </p:txBody>
      </p:sp>
      <p:sp>
        <p:nvSpPr>
          <p:cNvPr id="2" name="text">
            <a:extLst xmlns:a="http://schemas.openxmlformats.org/drawingml/2006/main">
              <a:ext uri="{FF2B5EF4-FFF2-40B4-BE49-F238E27FC236}">
                <a16:creationId xmlns:a16="http://schemas.microsoft.com/office/drawing/2014/main" id="{5B894769-346A-40B7-8140-850FEC5BFF57}"/>
              </a:ext>
            </a:extLst>
          </p:cNvPr>
          <p:cNvSpPr>
            <a:spLocks xmlns:a="http://schemas.openxmlformats.org/drawingml/2006/main" noGrp="1"/>
          </p:cNvSpPr>
          <p:nvPr/>
        </p:nvSpPr>
        <p:spPr>
          <a:xfrm xmlns:a="http://schemas.openxmlformats.org/drawingml/2006/main">
            <a:off x="838200" y="1619250"/>
            <a:ext cx="105156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750" b="1">
                <a:solidFill>
                  <a:srgbClr val="F7F7F2"/>
                </a:solidFill>
                <a:latin typeface="Nunito"/>
                <a:ea typeface="Nunito"/>
                <a:cs typeface="Nunito"/>
              </a:defRPr>
            </a:pPr>
            <a:r>
              <a:rPr sz="3750" b="1">
                <a:solidFill>
                  <a:srgbClr val="F7F7F2"/>
                </a:solidFill>
                <a:latin typeface="Nunito"/>
                <a:ea typeface="Nunito"/>
                <a:cs typeface="Nunito"/>
              </a:rPr>
              <a:t>Why do the people admire the monkeys?</a:t>
            </a:r>
          </a:p>
        </p:txBody>
      </p:sp>
      <p:sp>
        <p:nvSpPr>
          <p:cNvPr id="3" name="text">
            <a:extLst xmlns:a="http://schemas.openxmlformats.org/drawingml/2006/main">
              <a:ext uri="{FF2B5EF4-FFF2-40B4-BE49-F238E27FC236}">
                <a16:creationId xmlns:a16="http://schemas.microsoft.com/office/drawing/2014/main" id="{AACDFBAA-7257-47FB-A2F2-F661D37C9142}"/>
              </a:ext>
            </a:extLst>
          </p:cNvPr>
          <p:cNvSpPr>
            <a:spLocks xmlns:a="http://schemas.openxmlformats.org/drawingml/2006/main" noGrp="1"/>
          </p:cNvSpPr>
          <p:nvPr/>
        </p:nvSpPr>
        <p:spPr>
          <a:xfrm xmlns:a="http://schemas.openxmlformats.org/drawingml/2006/main">
            <a:off x="857250" y="3476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4EE5FF"/>
                </a:solidFill>
                <a:latin typeface="Nunito"/>
                <a:ea typeface="Nunito"/>
                <a:cs typeface="Nunito"/>
              </a:defRPr>
            </a:pPr>
            <a:r>
              <a:rPr sz="1725" b="0">
                <a:solidFill>
                  <a:srgbClr val="4EE5FF"/>
                </a:solidFill>
                <a:latin typeface="Nunito"/>
                <a:ea typeface="Nunito"/>
                <a:cs typeface="Nunito"/>
              </a:rPr>
              <a:t>Begin with: They admire them because…</a:t>
            </a:r>
          </a:p>
        </p:txBody>
      </p:sp>
      <p:sp>
        <p:nvSpPr>
          <p:cNvPr id="4" name="text">
            <a:extLst xmlns:a="http://schemas.openxmlformats.org/drawingml/2006/main">
              <a:ext uri="{FF2B5EF4-FFF2-40B4-BE49-F238E27FC236}">
                <a16:creationId xmlns:a16="http://schemas.microsoft.com/office/drawing/2014/main" id="{5F93106B-04B1-4FB3-8C3D-8FE69E7E28CD}"/>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67 / 70</a:t>
            </a:r>
          </a:p>
        </p:txBody>
      </p:sp>
    </p:spTree>
    <p:extLst>
      <p:ext uri="{BB962C8B-B14F-4D97-AF65-F5344CB8AC3E}">
        <p14:creationId xmlns:p14="http://schemas.microsoft.com/office/powerpoint/2010/main" val="1588217946"/>
      </p:ext>
    </p:extLst>
  </p:cSld>
</p:sld>
</file>

<file path=ppt/slides/slide68.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24067F7B-0236-4D88-B6F5-D4E3E587B3C7}"/>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תשובה עם סיבה</a:t>
            </a:r>
          </a:p>
        </p:txBody>
      </p:sp>
      <p:sp>
        <p:nvSpPr>
          <p:cNvPr id="2" name="text">
            <a:extLst xmlns:a="http://schemas.openxmlformats.org/drawingml/2006/main">
              <a:ext uri="{FF2B5EF4-FFF2-40B4-BE49-F238E27FC236}">
                <a16:creationId xmlns:a16="http://schemas.microsoft.com/office/drawing/2014/main" id="{3B1D8155-246B-412B-9927-5A9B2F16D6F8}"/>
              </a:ext>
            </a:extLst>
          </p:cNvPr>
          <p:cNvSpPr>
            <a:spLocks xmlns:a="http://schemas.openxmlformats.org/drawingml/2006/main" noGrp="1"/>
          </p:cNvSpPr>
          <p:nvPr/>
        </p:nvSpPr>
        <p:spPr>
          <a:xfrm xmlns:a="http://schemas.openxmlformats.org/drawingml/2006/main">
            <a:off x="838200" y="1619250"/>
            <a:ext cx="105156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750" b="1">
                <a:solidFill>
                  <a:srgbClr val="F7F7F2"/>
                </a:solidFill>
                <a:latin typeface="Nunito"/>
                <a:ea typeface="Nunito"/>
                <a:cs typeface="Nunito"/>
              </a:defRPr>
            </a:pPr>
            <a:r>
              <a:rPr sz="3750" b="1">
                <a:solidFill>
                  <a:srgbClr val="F7F7F2"/>
                </a:solidFill>
                <a:latin typeface="Nunito"/>
                <a:ea typeface="Nunito"/>
                <a:cs typeface="Nunito"/>
              </a:rPr>
              <a:t>Why do the people admire the monkeys?</a:t>
            </a:r>
          </a:p>
        </p:txBody>
      </p:sp>
      <p:sp>
        <p:nvSpPr>
          <p:cNvPr id="3" name="text">
            <a:extLst xmlns:a="http://schemas.openxmlformats.org/drawingml/2006/main">
              <a:ext uri="{FF2B5EF4-FFF2-40B4-BE49-F238E27FC236}">
                <a16:creationId xmlns:a16="http://schemas.microsoft.com/office/drawing/2014/main" id="{25E50530-F802-43BB-9377-FE95415165C9}"/>
              </a:ext>
            </a:extLst>
          </p:cNvPr>
          <p:cNvSpPr>
            <a:spLocks xmlns:a="http://schemas.openxmlformats.org/drawingml/2006/main" noGrp="1"/>
          </p:cNvSpPr>
          <p:nvPr/>
        </p:nvSpPr>
        <p:spPr>
          <a:xfrm xmlns:a="http://schemas.openxmlformats.org/drawingml/2006/main">
            <a:off x="857250" y="3476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4EE5FF"/>
                </a:solidFill>
                <a:latin typeface="Nunito"/>
                <a:ea typeface="Nunito"/>
                <a:cs typeface="Nunito"/>
              </a:defRPr>
            </a:pPr>
            <a:r>
              <a:rPr sz="1725" b="0">
                <a:solidFill>
                  <a:srgbClr val="4EE5FF"/>
                </a:solidFill>
                <a:latin typeface="Nunito"/>
                <a:ea typeface="Nunito"/>
                <a:cs typeface="Nunito"/>
              </a:rPr>
              <a:t>Begin with: They admire them because…</a:t>
            </a:r>
          </a:p>
        </p:txBody>
      </p:sp>
      <p:sp>
        <p:nvSpPr>
          <p:cNvPr id="4" name="text">
            <a:extLst xmlns:a="http://schemas.openxmlformats.org/drawingml/2006/main">
              <a:ext uri="{FF2B5EF4-FFF2-40B4-BE49-F238E27FC236}">
                <a16:creationId xmlns:a16="http://schemas.microsoft.com/office/drawing/2014/main" id="{A229753D-424C-40FE-8CCA-21279FF13A91}"/>
              </a:ext>
            </a:extLst>
          </p:cNvPr>
          <p:cNvSpPr>
            <a:spLocks xmlns:a="http://schemas.openxmlformats.org/drawingml/2006/main" noGrp="1"/>
          </p:cNvSpPr>
          <p:nvPr/>
        </p:nvSpPr>
        <p:spPr>
          <a:xfrm xmlns:a="http://schemas.openxmlformats.org/drawingml/2006/main">
            <a:off x="857250" y="4067175"/>
            <a:ext cx="104775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DFFF5B"/>
                </a:solidFill>
                <a:latin typeface="Nunito"/>
                <a:ea typeface="Nunito"/>
                <a:cs typeface="Nunito"/>
              </a:defRPr>
            </a:pPr>
            <a:r>
              <a:rPr sz="2925" b="1">
                <a:solidFill>
                  <a:srgbClr val="DFFF5B"/>
                </a:solidFill>
                <a:latin typeface="Nunito"/>
                <a:ea typeface="Nunito"/>
                <a:cs typeface="Nunito"/>
              </a:rPr>
              <a:t>They admire them because, in the story, monkeys helped Prince Rama.</a:t>
            </a:r>
          </a:p>
        </p:txBody>
      </p:sp>
      <p:sp>
        <p:nvSpPr>
          <p:cNvPr id="5" name="text">
            <a:extLst xmlns:a="http://schemas.openxmlformats.org/drawingml/2006/main">
              <a:ext uri="{FF2B5EF4-FFF2-40B4-BE49-F238E27FC236}">
                <a16:creationId xmlns:a16="http://schemas.microsoft.com/office/drawing/2014/main" id="{84B5417C-3988-43BE-9994-27E0D8207A92}"/>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68 / 70</a:t>
            </a:r>
          </a:p>
        </p:txBody>
      </p:sp>
    </p:spTree>
    <p:extLst>
      <p:ext uri="{BB962C8B-B14F-4D97-AF65-F5344CB8AC3E}">
        <p14:creationId xmlns:p14="http://schemas.microsoft.com/office/powerpoint/2010/main" val="257175664"/>
      </p:ext>
    </p:extLst>
  </p:cSld>
</p:sld>
</file>

<file path=ppt/slides/slide69.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8BC3BDE9-A053-4F3F-BDD4-C3BAD8EC6FB8}"/>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כיתה ח׳ · הכנה למבחן</a:t>
            </a:r>
          </a:p>
        </p:txBody>
      </p:sp>
      <p:sp>
        <p:nvSpPr>
          <p:cNvPr id="2" name="text">
            <a:extLst xmlns:a="http://schemas.openxmlformats.org/drawingml/2006/main">
              <a:ext uri="{FF2B5EF4-FFF2-40B4-BE49-F238E27FC236}">
                <a16:creationId xmlns:a16="http://schemas.microsoft.com/office/drawing/2014/main" id="{3873D929-3E70-4188-AA2B-E4E2B9E87FAE}"/>
              </a:ext>
            </a:extLst>
          </p:cNvPr>
          <p:cNvSpPr>
            <a:spLocks xmlns:a="http://schemas.openxmlformats.org/drawingml/2006/main" noGrp="1"/>
          </p:cNvSpPr>
          <p:nvPr/>
        </p:nvSpPr>
        <p:spPr>
          <a:xfrm xmlns:a="http://schemas.openxmlformats.org/drawingml/2006/main">
            <a:off x="781050" y="1276350"/>
            <a:ext cx="10629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4800" b="1" lang="he-IL">
                <a:solidFill>
                  <a:srgbClr val="DFFF5B"/>
                </a:solidFill>
                <a:latin typeface="Heebo"/>
                <a:ea typeface="Heebo"/>
                <a:cs typeface="Heebo"/>
              </a:defRPr>
            </a:pPr>
            <a:r>
              <a:rPr sz="4800" b="1" lang="he-IL">
                <a:solidFill>
                  <a:srgbClr val="DFFF5B"/>
                </a:solidFill>
                <a:latin typeface="Heebo"/>
                <a:ea typeface="Heebo"/>
                <a:cs typeface="Heebo"/>
              </a:rPr>
              <a:t>תרגול עד המפגש הבא</a:t>
            </a:r>
          </a:p>
        </p:txBody>
      </p:sp>
      <p:sp>
        <p:nvSpPr>
          <p:cNvPr id="3" name="text">
            <a:extLst xmlns:a="http://schemas.openxmlformats.org/drawingml/2006/main">
              <a:ext uri="{FF2B5EF4-FFF2-40B4-BE49-F238E27FC236}">
                <a16:creationId xmlns:a16="http://schemas.microsoft.com/office/drawing/2014/main" id="{AA03B5E4-C914-4052-86F6-A0D07A4CE6D8}"/>
              </a:ext>
            </a:extLst>
          </p:cNvPr>
          <p:cNvSpPr>
            <a:spLocks xmlns:a="http://schemas.openxmlformats.org/drawingml/2006/main" noGrp="1"/>
          </p:cNvSpPr>
          <p:nvPr/>
        </p:nvSpPr>
        <p:spPr>
          <a:xfrm xmlns:a="http://schemas.openxmlformats.org/drawingml/2006/main">
            <a:off x="857250" y="2590800"/>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0" lang="he-IL">
                <a:solidFill>
                  <a:srgbClr val="F7F7F2"/>
                </a:solidFill>
                <a:latin typeface="Heebo"/>
                <a:ea typeface="Heebo"/>
                <a:cs typeface="Heebo"/>
              </a:defRPr>
            </a:pPr>
            <a:r>
              <a:rPr sz="2475" b="0" lang="he-IL">
                <a:solidFill>
                  <a:srgbClr val="F7F7F2"/>
                </a:solidFill>
                <a:latin typeface="Heebo"/>
                <a:ea typeface="Heebo"/>
                <a:cs typeface="Heebo"/>
              </a:rPr>
              <a:t>קבוצה 01: פירוש, איות ומשפט</a:t>
            </a:r>
          </a:p>
        </p:txBody>
      </p:sp>
      <p:sp>
        <p:nvSpPr>
          <p:cNvPr id="4" name="text">
            <a:extLst xmlns:a="http://schemas.openxmlformats.org/drawingml/2006/main">
              <a:ext uri="{FF2B5EF4-FFF2-40B4-BE49-F238E27FC236}">
                <a16:creationId xmlns:a16="http://schemas.microsoft.com/office/drawing/2014/main" id="{595934FE-DF6F-41D9-A8F5-47B62997F442}"/>
              </a:ext>
            </a:extLst>
          </p:cNvPr>
          <p:cNvSpPr>
            <a:spLocks xmlns:a="http://schemas.openxmlformats.org/drawingml/2006/main" noGrp="1"/>
          </p:cNvSpPr>
          <p:nvPr/>
        </p:nvSpPr>
        <p:spPr>
          <a:xfrm xmlns:a="http://schemas.openxmlformats.org/drawingml/2006/main">
            <a:off x="857250" y="319087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0" lang="he-IL">
                <a:solidFill>
                  <a:srgbClr val="F7F7F2"/>
                </a:solidFill>
                <a:latin typeface="Heebo"/>
                <a:ea typeface="Heebo"/>
                <a:cs typeface="Heebo"/>
              </a:defRPr>
            </a:pPr>
            <a:r>
              <a:rPr sz="2475" b="0" lang="he-IL">
                <a:solidFill>
                  <a:srgbClr val="F7F7F2"/>
                </a:solidFill>
                <a:latin typeface="Heebo"/>
                <a:ea typeface="Heebo"/>
                <a:cs typeface="Heebo"/>
              </a:rPr>
              <a:t>קריאה חוזרת של The Monkey Festival</a:t>
            </a:r>
          </a:p>
        </p:txBody>
      </p:sp>
      <p:sp>
        <p:nvSpPr>
          <p:cNvPr id="5" name="text">
            <a:extLst xmlns:a="http://schemas.openxmlformats.org/drawingml/2006/main">
              <a:ext uri="{FF2B5EF4-FFF2-40B4-BE49-F238E27FC236}">
                <a16:creationId xmlns:a16="http://schemas.microsoft.com/office/drawing/2014/main" id="{DC863DBE-A8D5-48BE-AE84-5F7D528762E8}"/>
              </a:ext>
            </a:extLst>
          </p:cNvPr>
          <p:cNvSpPr>
            <a:spLocks xmlns:a="http://schemas.openxmlformats.org/drawingml/2006/main" noGrp="1"/>
          </p:cNvSpPr>
          <p:nvPr/>
        </p:nvSpPr>
        <p:spPr>
          <a:xfrm xmlns:a="http://schemas.openxmlformats.org/drawingml/2006/main">
            <a:off x="857250" y="3790950"/>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2475" b="0" lang="he-IL">
                <a:solidFill>
                  <a:srgbClr val="F7F7F2"/>
                </a:solidFill>
                <a:latin typeface="Heebo"/>
                <a:ea typeface="Heebo"/>
                <a:cs typeface="Heebo"/>
              </a:defRPr>
            </a:pPr>
            <a:r>
              <a:rPr sz="2475" b="0" lang="he-IL">
                <a:solidFill>
                  <a:srgbClr val="F7F7F2"/>
                </a:solidFill>
                <a:latin typeface="Heebo"/>
                <a:ea typeface="Heebo"/>
                <a:cs typeface="Heebo"/>
              </a:rPr>
              <a:t>תיקון תשובה אחת שלא הייתה מדויקת</a:t>
            </a:r>
          </a:p>
        </p:txBody>
      </p:sp>
      <p:sp>
        <p:nvSpPr>
          <p:cNvPr id="6" name="text">
            <a:extLst xmlns:a="http://schemas.openxmlformats.org/drawingml/2006/main">
              <a:ext uri="{FF2B5EF4-FFF2-40B4-BE49-F238E27FC236}">
                <a16:creationId xmlns:a16="http://schemas.microsoft.com/office/drawing/2014/main" id="{5D6BFB1C-1918-49B4-A60B-40FD91E99C1F}"/>
              </a:ext>
            </a:extLst>
          </p:cNvPr>
          <p:cNvSpPr>
            <a:spLocks xmlns:a="http://schemas.openxmlformats.org/drawingml/2006/main" noGrp="1"/>
          </p:cNvSpPr>
          <p:nvPr/>
        </p:nvSpPr>
        <p:spPr>
          <a:xfrm xmlns:a="http://schemas.openxmlformats.org/drawingml/2006/main">
            <a:off x="857250" y="51911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875" b="0" lang="he-IL">
                <a:solidFill>
                  <a:srgbClr val="A9BDD2"/>
                </a:solidFill>
                <a:latin typeface="Heebo"/>
                <a:ea typeface="Heebo"/>
                <a:cs typeface="Heebo"/>
              </a:defRPr>
            </a:pPr>
            <a:r>
              <a:rPr sz="1875" b="0" lang="he-IL">
                <a:solidFill>
                  <a:srgbClr val="A9BDD2"/>
                </a:solidFill>
                <a:latin typeface="Heebo"/>
                <a:ea typeface="Heebo"/>
                <a:cs typeface="Heebo"/>
              </a:rPr>
              <a:t>תרגלו 10 דקות בכל יום. אל תחכו לסוף חופשת החגים.</a:t>
            </a:r>
          </a:p>
        </p:txBody>
      </p:sp>
      <p:sp>
        <p:nvSpPr>
          <p:cNvPr id="7" name="text">
            <a:extLst xmlns:a="http://schemas.openxmlformats.org/drawingml/2006/main">
              <a:ext uri="{FF2B5EF4-FFF2-40B4-BE49-F238E27FC236}">
                <a16:creationId xmlns:a16="http://schemas.microsoft.com/office/drawing/2014/main" id="{F1664D3B-1DCB-4ED5-B9FB-38A5029B1A8C}"/>
              </a:ext>
            </a:extLst>
          </p:cNvPr>
          <p:cNvSpPr>
            <a:spLocks xmlns:a="http://schemas.openxmlformats.org/drawingml/2006/main" noGrp="1"/>
          </p:cNvSpPr>
          <p:nvPr/>
        </p:nvSpPr>
        <p:spPr>
          <a:xfrm xmlns:a="http://schemas.openxmlformats.org/drawingml/2006/main">
            <a:off x="85725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hlinkClick xmlns:r="http://schemas.openxmlformats.org/officeDocument/2006/relationships" r:id="R1db6068425214873"/>
              </a:rPr>
              <a:t>תרגול קבוצה 01</a:t>
            </a:r>
          </a:p>
        </p:txBody>
      </p:sp>
      <p:sp>
        <p:nvSpPr>
          <p:cNvPr id="8" name="text">
            <a:extLst xmlns:a="http://schemas.openxmlformats.org/drawingml/2006/main">
              <a:ext uri="{FF2B5EF4-FFF2-40B4-BE49-F238E27FC236}">
                <a16:creationId xmlns:a16="http://schemas.microsoft.com/office/drawing/2014/main" id="{1D6A32C8-7848-4D3B-80F9-F19D62E417A9}"/>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69 / 70</a:t>
            </a:r>
          </a:p>
        </p:txBody>
      </p:sp>
    </p:spTree>
    <p:extLst>
      <p:ext uri="{BB962C8B-B14F-4D97-AF65-F5344CB8AC3E}">
        <p14:creationId xmlns:p14="http://schemas.microsoft.com/office/powerpoint/2010/main" val="2084795226"/>
      </p:ext>
    </p:extLst>
  </p:cSld>
</p:sld>
</file>

<file path=ppt/slides/slide70.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9D882B17-4A8A-4820-9627-A79A6ADE9982}"/>
              </a:ext>
            </a:extLst>
          </p:cNvPr>
          <p:cNvSpPr>
            <a:spLocks xmlns:a="http://schemas.openxmlformats.org/drawingml/2006/main" noGrp="1"/>
          </p:cNvSpPr>
          <p:nvPr/>
        </p:nvSpPr>
        <p:spPr>
          <a:xfrm xmlns:a="http://schemas.openxmlformats.org/drawingml/2006/main">
            <a:off x="857250" y="495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650" b="1" lang="he-IL">
                <a:solidFill>
                  <a:srgbClr val="4EE5FF"/>
                </a:solidFill>
                <a:latin typeface="Heebo"/>
                <a:ea typeface="Heebo"/>
                <a:cs typeface="Heebo"/>
              </a:defRPr>
            </a:pPr>
            <a:r>
              <a:rPr sz="1650" b="1" lang="he-IL">
                <a:solidFill>
                  <a:srgbClr val="4EE5FF"/>
                </a:solidFill>
                <a:latin typeface="Heebo"/>
                <a:ea typeface="Heebo"/>
                <a:cs typeface="Heebo"/>
              </a:rPr>
              <a:t>כיתה ח׳ · הכנה למבחן</a:t>
            </a:r>
          </a:p>
        </p:txBody>
      </p:sp>
      <p:sp>
        <p:nvSpPr>
          <p:cNvPr id="2" name="text">
            <a:extLst xmlns:a="http://schemas.openxmlformats.org/drawingml/2006/main">
              <a:ext uri="{FF2B5EF4-FFF2-40B4-BE49-F238E27FC236}">
                <a16:creationId xmlns:a16="http://schemas.microsoft.com/office/drawing/2014/main" id="{512B7EE1-0B52-4721-B1C1-0CAE66CC80F6}"/>
              </a:ext>
            </a:extLst>
          </p:cNvPr>
          <p:cNvSpPr>
            <a:spLocks xmlns:a="http://schemas.openxmlformats.org/drawingml/2006/main" noGrp="1"/>
          </p:cNvSpPr>
          <p:nvPr/>
        </p:nvSpPr>
        <p:spPr>
          <a:xfrm xmlns:a="http://schemas.openxmlformats.org/drawingml/2006/main">
            <a:off x="781050" y="1276350"/>
            <a:ext cx="10629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4800" b="1" lang="he-IL">
                <a:solidFill>
                  <a:srgbClr val="DFFF5B"/>
                </a:solidFill>
                <a:latin typeface="Heebo"/>
                <a:ea typeface="Heebo"/>
                <a:cs typeface="Heebo"/>
              </a:defRPr>
            </a:pPr>
            <a:r>
              <a:rPr sz="4800" b="1" lang="he-IL">
                <a:solidFill>
                  <a:srgbClr val="DFFF5B"/>
                </a:solidFill>
                <a:latin typeface="Heebo"/>
                <a:ea typeface="Heebo"/>
                <a:cs typeface="Heebo"/>
              </a:rPr>
              <a:t>הגשה עד 12:40</a:t>
            </a:r>
          </a:p>
        </p:txBody>
      </p:sp>
      <p:sp>
        <p:nvSpPr>
          <p:cNvPr id="3" name="text">
            <a:extLst xmlns:a="http://schemas.openxmlformats.org/drawingml/2006/main">
              <a:ext uri="{FF2B5EF4-FFF2-40B4-BE49-F238E27FC236}">
                <a16:creationId xmlns:a16="http://schemas.microsoft.com/office/drawing/2014/main" id="{A89B918D-528C-4740-ADE2-DBCC7D8BE6E3}"/>
              </a:ext>
            </a:extLst>
          </p:cNvPr>
          <p:cNvSpPr>
            <a:spLocks xmlns:a="http://schemas.openxmlformats.org/drawingml/2006/main" noGrp="1"/>
          </p:cNvSpPr>
          <p:nvPr/>
        </p:nvSpPr>
        <p:spPr>
          <a:xfrm xmlns:a="http://schemas.openxmlformats.org/drawingml/2006/main">
            <a:off x="809625" y="25908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850" b="1">
                <a:solidFill>
                  <a:srgbClr val="F7F7F2"/>
                </a:solidFill>
                <a:latin typeface="Nunito"/>
                <a:ea typeface="Nunito"/>
                <a:cs typeface="Nunito"/>
              </a:defRPr>
            </a:pPr>
            <a:r>
              <a:rPr sz="2850" b="1">
                <a:solidFill>
                  <a:srgbClr val="F7F7F2"/>
                </a:solidFill>
                <a:latin typeface="Nunito"/>
                <a:ea typeface="Nunito"/>
                <a:cs typeface="Nunito"/>
              </a:rPr>
              <a:t>One thing I can do better now is…</a:t>
            </a:r>
          </a:p>
        </p:txBody>
      </p:sp>
      <p:sp>
        <p:nvSpPr>
          <p:cNvPr id="4" name="text">
            <a:extLst xmlns:a="http://schemas.openxmlformats.org/drawingml/2006/main">
              <a:ext uri="{FF2B5EF4-FFF2-40B4-BE49-F238E27FC236}">
                <a16:creationId xmlns:a16="http://schemas.microsoft.com/office/drawing/2014/main" id="{0BD1730C-2779-43FC-B32F-DD010BB75EE6}"/>
              </a:ext>
            </a:extLst>
          </p:cNvPr>
          <p:cNvSpPr>
            <a:spLocks xmlns:a="http://schemas.openxmlformats.org/drawingml/2006/main" noGrp="1"/>
          </p:cNvSpPr>
          <p:nvPr/>
        </p:nvSpPr>
        <p:spPr>
          <a:xfrm xmlns:a="http://schemas.openxmlformats.org/drawingml/2006/main">
            <a:off x="857250" y="51911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rtl="1">
              <a:defRPr sz="1875" b="0" lang="he-IL">
                <a:solidFill>
                  <a:srgbClr val="A9BDD2"/>
                </a:solidFill>
                <a:latin typeface="Heebo"/>
                <a:ea typeface="Heebo"/>
                <a:cs typeface="Heebo"/>
              </a:defRPr>
            </a:pPr>
            <a:r>
              <a:rPr sz="1875" b="0" lang="he-IL">
                <a:solidFill>
                  <a:srgbClr val="A9BDD2"/>
                </a:solidFill>
                <a:latin typeface="Heebo"/>
                <a:ea typeface="Heebo"/>
                <a:cs typeface="Heebo"/>
              </a:rPr>
              <a:t>תקנו בעקבות הסיכום, הוסיפו משפט יציאה והגישו.</a:t>
            </a:r>
          </a:p>
        </p:txBody>
      </p:sp>
      <p:sp>
        <p:nvSpPr>
          <p:cNvPr id="5" name="text">
            <a:extLst xmlns:a="http://schemas.openxmlformats.org/drawingml/2006/main">
              <a:ext uri="{FF2B5EF4-FFF2-40B4-BE49-F238E27FC236}">
                <a16:creationId xmlns:a16="http://schemas.microsoft.com/office/drawing/2014/main" id="{3518FF5C-FE9D-4736-8972-1824303BBD08}"/>
              </a:ext>
            </a:extLst>
          </p:cNvPr>
          <p:cNvSpPr>
            <a:spLocks xmlns:a="http://schemas.openxmlformats.org/drawingml/2006/main" noGrp="1"/>
          </p:cNvSpPr>
          <p:nvPr/>
        </p:nvSpPr>
        <p:spPr>
          <a:xfrm xmlns:a="http://schemas.openxmlformats.org/drawingml/2006/main">
            <a:off x="10668000" y="644842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A9BDD2"/>
                </a:solidFill>
                <a:latin typeface="Nunito"/>
                <a:ea typeface="Nunito"/>
                <a:cs typeface="Nunito"/>
              </a:defRPr>
            </a:pPr>
            <a:r>
              <a:rPr sz="1200" b="0">
                <a:solidFill>
                  <a:srgbClr val="A9BDD2"/>
                </a:solidFill>
                <a:latin typeface="Nunito"/>
                <a:ea typeface="Nunito"/>
                <a:cs typeface="Nunito"/>
              </a:rPr>
              <a:t>70 / 70</a:t>
            </a:r>
          </a:p>
        </p:txBody>
      </p:sp>
    </p:spTree>
    <p:extLst>
      <p:ext uri="{BB962C8B-B14F-4D97-AF65-F5344CB8AC3E}">
        <p14:creationId xmlns:p14="http://schemas.microsoft.com/office/powerpoint/2010/main" val="4324620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EE5FF"/>
      </a:hlink>
      <a:folHlink>
        <a:srgbClr val="4EE5FF"/>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2026-09-13T20:47:26.3220000Z</dcterms:created>
  <dcterms:modified xsi:type="dcterms:W3CDTF">2026-09-13T20:47:26.3220000Z</dcterms:modified>
</coreProperties>
</file>