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4621e05f747ce" /><Relationship Type="http://schemas.openxmlformats.org/officeDocument/2006/relationships/extended-properties" Target="/docProps/app.xml" Id="R6f5b2684f9da46bb" /><Relationship Type="http://schemas.openxmlformats.org/officeDocument/2006/relationships/officeDocument" Target="/ppt/presentation.xml" Id="R036914fe078a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98f71b63d461f"/>
  </p:sldMasterIdLst>
  <p:notesMasterIdLst>
    <p:notesMasterId xmlns:r="http://schemas.openxmlformats.org/officeDocument/2006/relationships" r:id="R229eaa0420384e76"/>
  </p:notesMasterIdLst>
  <p:sldIdLst>
    <p:sldId xmlns:r="http://schemas.openxmlformats.org/officeDocument/2006/relationships" id="256" r:id="R2bde50fc98de4025"/>
    <p:sldId xmlns:r="http://schemas.openxmlformats.org/officeDocument/2006/relationships" id="257" r:id="R5f50a80be0554c55"/>
    <p:sldId xmlns:r="http://schemas.openxmlformats.org/officeDocument/2006/relationships" id="258" r:id="R31599e43aa96414e"/>
    <p:sldId xmlns:r="http://schemas.openxmlformats.org/officeDocument/2006/relationships" id="259" r:id="R763fe3a9377d411b"/>
    <p:sldId xmlns:r="http://schemas.openxmlformats.org/officeDocument/2006/relationships" id="260" r:id="Rfb7006189e974e45"/>
    <p:sldId xmlns:r="http://schemas.openxmlformats.org/officeDocument/2006/relationships" id="261" r:id="Rd9f4d79347ff4e61"/>
    <p:sldId xmlns:r="http://schemas.openxmlformats.org/officeDocument/2006/relationships" id="262" r:id="R216e21e4ba004b88"/>
    <p:sldId xmlns:r="http://schemas.openxmlformats.org/officeDocument/2006/relationships" id="263" r:id="R395a3850ab6142f9"/>
    <p:sldId xmlns:r="http://schemas.openxmlformats.org/officeDocument/2006/relationships" id="264" r:id="R10ed4fa9a6f54fbd"/>
    <p:sldId xmlns:r="http://schemas.openxmlformats.org/officeDocument/2006/relationships" id="265" r:id="R0f1a8c43db7c4da5"/>
    <p:sldId xmlns:r="http://schemas.openxmlformats.org/officeDocument/2006/relationships" id="266" r:id="R2db603b7bc634e8b"/>
    <p:sldId xmlns:r="http://schemas.openxmlformats.org/officeDocument/2006/relationships" id="267" r:id="Rdaa3c0c125d04412"/>
    <p:sldId xmlns:r="http://schemas.openxmlformats.org/officeDocument/2006/relationships" id="268" r:id="Rb1f755995872481f"/>
    <p:sldId xmlns:r="http://schemas.openxmlformats.org/officeDocument/2006/relationships" id="269" r:id="R74b741b330e94e13"/>
    <p:sldId xmlns:r="http://schemas.openxmlformats.org/officeDocument/2006/relationships" id="270" r:id="R47ee8ef6492c4486"/>
    <p:sldId xmlns:r="http://schemas.openxmlformats.org/officeDocument/2006/relationships" id="271" r:id="R38bcc6c579984ec0"/>
    <p:sldId xmlns:r="http://schemas.openxmlformats.org/officeDocument/2006/relationships" id="272" r:id="Ref4e2585452046ec"/>
    <p:sldId xmlns:r="http://schemas.openxmlformats.org/officeDocument/2006/relationships" id="273" r:id="R3cfc5882a86440f7"/>
    <p:sldId xmlns:r="http://schemas.openxmlformats.org/officeDocument/2006/relationships" id="274" r:id="R18cad981665240b6"/>
    <p:sldId xmlns:r="http://schemas.openxmlformats.org/officeDocument/2006/relationships" id="275" r:id="R22b0a7944f3f4397"/>
    <p:sldId xmlns:r="http://schemas.openxmlformats.org/officeDocument/2006/relationships" id="276" r:id="Rc1e9c55af9c9452d"/>
    <p:sldId xmlns:r="http://schemas.openxmlformats.org/officeDocument/2006/relationships" id="277" r:id="Rd7d1b83dbf7b42e9"/>
    <p:sldId xmlns:r="http://schemas.openxmlformats.org/officeDocument/2006/relationships" id="278" r:id="Rd8da44e208ef440d"/>
    <p:sldId xmlns:r="http://schemas.openxmlformats.org/officeDocument/2006/relationships" id="279" r:id="Ra56018f58d8f4cfb"/>
    <p:sldId xmlns:r="http://schemas.openxmlformats.org/officeDocument/2006/relationships" id="280" r:id="Rd6f291a302e84790"/>
    <p:sldId xmlns:r="http://schemas.openxmlformats.org/officeDocument/2006/relationships" id="281" r:id="Raeb22d7fee9a4949"/>
    <p:sldId xmlns:r="http://schemas.openxmlformats.org/officeDocument/2006/relationships" id="282" r:id="R1663f9cb75a24ade"/>
    <p:sldId xmlns:r="http://schemas.openxmlformats.org/officeDocument/2006/relationships" id="283" r:id="Re4910493423740e9"/>
    <p:sldId xmlns:r="http://schemas.openxmlformats.org/officeDocument/2006/relationships" id="284" r:id="Rc160d6ae595946fe"/>
    <p:sldId xmlns:r="http://schemas.openxmlformats.org/officeDocument/2006/relationships" id="285" r:id="Ra727087194cb46fa"/>
    <p:sldId xmlns:r="http://schemas.openxmlformats.org/officeDocument/2006/relationships" id="286" r:id="Rf33b76c53cea49e6"/>
    <p:sldId xmlns:r="http://schemas.openxmlformats.org/officeDocument/2006/relationships" id="287" r:id="Rcfc5999f6b174259"/>
    <p:sldId xmlns:r="http://schemas.openxmlformats.org/officeDocument/2006/relationships" id="288" r:id="R00a0b3d754a64917"/>
    <p:sldId xmlns:r="http://schemas.openxmlformats.org/officeDocument/2006/relationships" id="289" r:id="Re7b4f65593f34ce6"/>
    <p:sldId xmlns:r="http://schemas.openxmlformats.org/officeDocument/2006/relationships" id="290" r:id="R76679140421f4b0e"/>
    <p:sldId xmlns:r="http://schemas.openxmlformats.org/officeDocument/2006/relationships" id="291" r:id="R29e79231424c4ff6"/>
    <p:sldId xmlns:r="http://schemas.openxmlformats.org/officeDocument/2006/relationships" id="292" r:id="Rc3e2c4260f27432b"/>
    <p:sldId xmlns:r="http://schemas.openxmlformats.org/officeDocument/2006/relationships" id="293" r:id="Re30d8efa3c1c4f0c"/>
    <p:sldId xmlns:r="http://schemas.openxmlformats.org/officeDocument/2006/relationships" id="294" r:id="Rd81efa1c88cb4d9f"/>
    <p:sldId xmlns:r="http://schemas.openxmlformats.org/officeDocument/2006/relationships" id="295" r:id="R05d12eadd3f047f9"/>
    <p:sldId xmlns:r="http://schemas.openxmlformats.org/officeDocument/2006/relationships" id="296" r:id="R2acbaa36344f452b"/>
    <p:sldId xmlns:r="http://schemas.openxmlformats.org/officeDocument/2006/relationships" id="297" r:id="R757ac7ea455c4ab8"/>
    <p:sldId xmlns:r="http://schemas.openxmlformats.org/officeDocument/2006/relationships" id="298" r:id="R828ab537345f4075"/>
    <p:sldId xmlns:r="http://schemas.openxmlformats.org/officeDocument/2006/relationships" id="299" r:id="Rd76a3520ac77445f"/>
    <p:sldId xmlns:r="http://schemas.openxmlformats.org/officeDocument/2006/relationships" id="300" r:id="R3d56874658c04467"/>
    <p:sldId xmlns:r="http://schemas.openxmlformats.org/officeDocument/2006/relationships" id="301" r:id="Re751733dce964479"/>
    <p:sldId xmlns:r="http://schemas.openxmlformats.org/officeDocument/2006/relationships" id="302" r:id="Radbcb4c8daf84454"/>
    <p:sldId xmlns:r="http://schemas.openxmlformats.org/officeDocument/2006/relationships" id="303" r:id="R74793947988d47ec"/>
    <p:sldId xmlns:r="http://schemas.openxmlformats.org/officeDocument/2006/relationships" id="304" r:id="Rb29893abb5ed4b65"/>
    <p:sldId xmlns:r="http://schemas.openxmlformats.org/officeDocument/2006/relationships" id="305" r:id="R8e9f956a638a43d3"/>
    <p:sldId xmlns:r="http://schemas.openxmlformats.org/officeDocument/2006/relationships" id="306" r:id="R1a72c74b0c07471c"/>
    <p:sldId xmlns:r="http://schemas.openxmlformats.org/officeDocument/2006/relationships" id="307" r:id="R14eadd8be3c74613"/>
    <p:sldId xmlns:r="http://schemas.openxmlformats.org/officeDocument/2006/relationships" id="308" r:id="R71490b007bba4649"/>
    <p:sldId xmlns:r="http://schemas.openxmlformats.org/officeDocument/2006/relationships" id="309" r:id="Rcf3b8d7ed4ba42ba"/>
    <p:sldId xmlns:r="http://schemas.openxmlformats.org/officeDocument/2006/relationships" id="310" r:id="Ra4e4577f08d44408"/>
    <p:sldId xmlns:r="http://schemas.openxmlformats.org/officeDocument/2006/relationships" id="311" r:id="R8576f226bb9143eb"/>
    <p:sldId xmlns:r="http://schemas.openxmlformats.org/officeDocument/2006/relationships" id="312" r:id="Rb07e1b0f4469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237da29a64027" /><Relationship Type="http://schemas.openxmlformats.org/officeDocument/2006/relationships/slideMaster" Target="/ppt/slideMasters/slideMaster1.xml" Id="R76b98f71b63d461f" /><Relationship Type="http://schemas.openxmlformats.org/officeDocument/2006/relationships/notesMaster" Target="/ppt/notesMasters/notesMaster1.xml" Id="R229eaa0420384e76" /><Relationship Type="http://schemas.openxmlformats.org/officeDocument/2006/relationships/presProps" Target="/ppt/presProps.xml" Id="Rdc4a31e2ac87487c" /><Relationship Type="http://schemas.openxmlformats.org/officeDocument/2006/relationships/tableStyles" Target="/ppt/tableStyles.xml" Id="Rb7f06d2424a9411b" /><Relationship Type="http://schemas.openxmlformats.org/officeDocument/2006/relationships/slide" Target="/ppt/slides/slide1.xml" Id="R2bde50fc98de4025" /><Relationship Type="http://schemas.openxmlformats.org/officeDocument/2006/relationships/slide" Target="/ppt/slides/slide2.xml" Id="R5f50a80be0554c55" /><Relationship Type="http://schemas.openxmlformats.org/officeDocument/2006/relationships/slide" Target="/ppt/slides/slide3.xml" Id="R31599e43aa96414e" /><Relationship Type="http://schemas.openxmlformats.org/officeDocument/2006/relationships/slide" Target="/ppt/slides/slide4.xml" Id="R763fe3a9377d411b" /><Relationship Type="http://schemas.openxmlformats.org/officeDocument/2006/relationships/slide" Target="/ppt/slides/slide5.xml" Id="Rfb7006189e974e45" /><Relationship Type="http://schemas.openxmlformats.org/officeDocument/2006/relationships/slide" Target="/ppt/slides/slide6.xml" Id="Rd9f4d79347ff4e61" /><Relationship Type="http://schemas.openxmlformats.org/officeDocument/2006/relationships/slide" Target="/ppt/slides/slide7.xml" Id="R216e21e4ba004b88" /><Relationship Type="http://schemas.openxmlformats.org/officeDocument/2006/relationships/slide" Target="/ppt/slides/slide8.xml" Id="R395a3850ab6142f9" /><Relationship Type="http://schemas.openxmlformats.org/officeDocument/2006/relationships/slide" Target="/ppt/slides/slide9.xml" Id="R10ed4fa9a6f54fbd" /><Relationship Type="http://schemas.openxmlformats.org/officeDocument/2006/relationships/slide" Target="/ppt/slides/slide10.xml" Id="R0f1a8c43db7c4da5" /><Relationship Type="http://schemas.openxmlformats.org/officeDocument/2006/relationships/slide" Target="/ppt/slides/slide11.xml" Id="R2db603b7bc634e8b" /><Relationship Type="http://schemas.openxmlformats.org/officeDocument/2006/relationships/slide" Target="/ppt/slides/slide12.xml" Id="Rdaa3c0c125d04412" /><Relationship Type="http://schemas.openxmlformats.org/officeDocument/2006/relationships/slide" Target="/ppt/slides/slide13.xml" Id="Rb1f755995872481f" /><Relationship Type="http://schemas.openxmlformats.org/officeDocument/2006/relationships/slide" Target="/ppt/slides/slide14.xml" Id="R74b741b330e94e13" /><Relationship Type="http://schemas.openxmlformats.org/officeDocument/2006/relationships/slide" Target="/ppt/slides/slide15.xml" Id="R47ee8ef6492c4486" /><Relationship Type="http://schemas.openxmlformats.org/officeDocument/2006/relationships/slide" Target="/ppt/slides/slide16.xml" Id="R38bcc6c579984ec0" /><Relationship Type="http://schemas.openxmlformats.org/officeDocument/2006/relationships/slide" Target="/ppt/slides/slide17.xml" Id="Ref4e2585452046ec" /><Relationship Type="http://schemas.openxmlformats.org/officeDocument/2006/relationships/slide" Target="/ppt/slides/slide18.xml" Id="R3cfc5882a86440f7" /><Relationship Type="http://schemas.openxmlformats.org/officeDocument/2006/relationships/slide" Target="/ppt/slides/slide19.xml" Id="R18cad981665240b6" /><Relationship Type="http://schemas.openxmlformats.org/officeDocument/2006/relationships/slide" Target="/ppt/slides/slide20.xml" Id="R22b0a7944f3f4397" /><Relationship Type="http://schemas.openxmlformats.org/officeDocument/2006/relationships/slide" Target="/ppt/slides/slide21.xml" Id="Rc1e9c55af9c9452d" /><Relationship Type="http://schemas.openxmlformats.org/officeDocument/2006/relationships/slide" Target="/ppt/slides/slide22.xml" Id="Rd7d1b83dbf7b42e9" /><Relationship Type="http://schemas.openxmlformats.org/officeDocument/2006/relationships/slide" Target="/ppt/slides/slide23.xml" Id="Rd8da44e208ef440d" /><Relationship Type="http://schemas.openxmlformats.org/officeDocument/2006/relationships/slide" Target="/ppt/slides/slide24.xml" Id="Ra56018f58d8f4cfb" /><Relationship Type="http://schemas.openxmlformats.org/officeDocument/2006/relationships/slide" Target="/ppt/slides/slide25.xml" Id="Rd6f291a302e84790" /><Relationship Type="http://schemas.openxmlformats.org/officeDocument/2006/relationships/slide" Target="/ppt/slides/slide26.xml" Id="Raeb22d7fee9a4949" /><Relationship Type="http://schemas.openxmlformats.org/officeDocument/2006/relationships/slide" Target="/ppt/slides/slide27.xml" Id="R1663f9cb75a24ade" /><Relationship Type="http://schemas.openxmlformats.org/officeDocument/2006/relationships/slide" Target="/ppt/slides/slide28.xml" Id="Re4910493423740e9" /><Relationship Type="http://schemas.openxmlformats.org/officeDocument/2006/relationships/slide" Target="/ppt/slides/slide29.xml" Id="Rc160d6ae595946fe" /><Relationship Type="http://schemas.openxmlformats.org/officeDocument/2006/relationships/slide" Target="/ppt/slides/slide30.xml" Id="Ra727087194cb46fa" /><Relationship Type="http://schemas.openxmlformats.org/officeDocument/2006/relationships/slide" Target="/ppt/slides/slide31.xml" Id="Rf33b76c53cea49e6" /><Relationship Type="http://schemas.openxmlformats.org/officeDocument/2006/relationships/slide" Target="/ppt/slides/slide32.xml" Id="Rcfc5999f6b174259" /><Relationship Type="http://schemas.openxmlformats.org/officeDocument/2006/relationships/slide" Target="/ppt/slides/slide33.xml" Id="R00a0b3d754a64917" /><Relationship Type="http://schemas.openxmlformats.org/officeDocument/2006/relationships/slide" Target="/ppt/slides/slide34.xml" Id="Re7b4f65593f34ce6" /><Relationship Type="http://schemas.openxmlformats.org/officeDocument/2006/relationships/slide" Target="/ppt/slides/slide35.xml" Id="R76679140421f4b0e" /><Relationship Type="http://schemas.openxmlformats.org/officeDocument/2006/relationships/slide" Target="/ppt/slides/slide36.xml" Id="R29e79231424c4ff6" /><Relationship Type="http://schemas.openxmlformats.org/officeDocument/2006/relationships/slide" Target="/ppt/slides/slide37.xml" Id="Rc3e2c4260f27432b" /><Relationship Type="http://schemas.openxmlformats.org/officeDocument/2006/relationships/slide" Target="/ppt/slides/slide38.xml" Id="Re30d8efa3c1c4f0c" /><Relationship Type="http://schemas.openxmlformats.org/officeDocument/2006/relationships/slide" Target="/ppt/slides/slide39.xml" Id="Rd81efa1c88cb4d9f" /><Relationship Type="http://schemas.openxmlformats.org/officeDocument/2006/relationships/slide" Target="/ppt/slides/slide40.xml" Id="R05d12eadd3f047f9" /><Relationship Type="http://schemas.openxmlformats.org/officeDocument/2006/relationships/slide" Target="/ppt/slides/slide41.xml" Id="R2acbaa36344f452b" /><Relationship Type="http://schemas.openxmlformats.org/officeDocument/2006/relationships/slide" Target="/ppt/slides/slide42.xml" Id="R757ac7ea455c4ab8" /><Relationship Type="http://schemas.openxmlformats.org/officeDocument/2006/relationships/slide" Target="/ppt/slides/slide43.xml" Id="R828ab537345f4075" /><Relationship Type="http://schemas.openxmlformats.org/officeDocument/2006/relationships/slide" Target="/ppt/slides/slide44.xml" Id="Rd76a3520ac77445f" /><Relationship Type="http://schemas.openxmlformats.org/officeDocument/2006/relationships/slide" Target="/ppt/slides/slide45.xml" Id="R3d56874658c04467" /><Relationship Type="http://schemas.openxmlformats.org/officeDocument/2006/relationships/slide" Target="/ppt/slides/slide46.xml" Id="Re751733dce964479" /><Relationship Type="http://schemas.openxmlformats.org/officeDocument/2006/relationships/slide" Target="/ppt/slides/slide47.xml" Id="Radbcb4c8daf84454" /><Relationship Type="http://schemas.openxmlformats.org/officeDocument/2006/relationships/slide" Target="/ppt/slides/slide48.xml" Id="R74793947988d47ec" /><Relationship Type="http://schemas.openxmlformats.org/officeDocument/2006/relationships/slide" Target="/ppt/slides/slide49.xml" Id="Rb29893abb5ed4b65" /><Relationship Type="http://schemas.openxmlformats.org/officeDocument/2006/relationships/slide" Target="/ppt/slides/slide50.xml" Id="R8e9f956a638a43d3" /><Relationship Type="http://schemas.openxmlformats.org/officeDocument/2006/relationships/slide" Target="/ppt/slides/slide51.xml" Id="R1a72c74b0c07471c" /><Relationship Type="http://schemas.openxmlformats.org/officeDocument/2006/relationships/slide" Target="/ppt/slides/slide52.xml" Id="R14eadd8be3c74613" /><Relationship Type="http://schemas.openxmlformats.org/officeDocument/2006/relationships/slide" Target="/ppt/slides/slide53.xml" Id="R71490b007bba4649" /><Relationship Type="http://schemas.openxmlformats.org/officeDocument/2006/relationships/slide" Target="/ppt/slides/slide54.xml" Id="Rcf3b8d7ed4ba42ba" /><Relationship Type="http://schemas.openxmlformats.org/officeDocument/2006/relationships/slide" Target="/ppt/slides/slide55.xml" Id="Ra4e4577f08d44408" /><Relationship Type="http://schemas.openxmlformats.org/officeDocument/2006/relationships/slide" Target="/ppt/slides/slide56.xml" Id="R8576f226bb9143eb" /><Relationship Type="http://schemas.openxmlformats.org/officeDocument/2006/relationships/slide" Target="/ppt/slides/slide57.xml" Id="Rb07e1b0f4469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fbb9791cf0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3297fa6d54c6d" /><Relationship Type="http://schemas.openxmlformats.org/officeDocument/2006/relationships/notesMaster" Target="/ppt/notesMasters/notesMaster1.xml" Id="Ra0031d91272f4f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93c72df774d91" /><Relationship Type="http://schemas.openxmlformats.org/officeDocument/2006/relationships/notesMaster" Target="/ppt/notesMasters/notesMaster1.xml" Id="R4307be00cd8c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a226956dc4b63" /><Relationship Type="http://schemas.openxmlformats.org/officeDocument/2006/relationships/notesMaster" Target="/ppt/notesMasters/notesMaster1.xml" Id="Rdc95e0c7e548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87def8bd74bef" /><Relationship Type="http://schemas.openxmlformats.org/officeDocument/2006/relationships/notesMaster" Target="/ppt/notesMasters/notesMaster1.xml" Id="R78f359d21623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fe7b3b62347e2" /><Relationship Type="http://schemas.openxmlformats.org/officeDocument/2006/relationships/notesMaster" Target="/ppt/notesMasters/notesMaster1.xml" Id="R78895cb821b047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dec988eca0485b" /><Relationship Type="http://schemas.openxmlformats.org/officeDocument/2006/relationships/notesMaster" Target="/ppt/notesMasters/notesMaster1.xml" Id="R49da2008840f49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7f07e8733e4423" /><Relationship Type="http://schemas.openxmlformats.org/officeDocument/2006/relationships/notesMaster" Target="/ppt/notesMasters/notesMaster1.xml" Id="R102e9acc028642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2d633cc62540a5" /><Relationship Type="http://schemas.openxmlformats.org/officeDocument/2006/relationships/notesMaster" Target="/ppt/notesMasters/notesMaster1.xml" Id="R626753f706ea4a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c589e91dc645b1" /><Relationship Type="http://schemas.openxmlformats.org/officeDocument/2006/relationships/notesMaster" Target="/ppt/notesMasters/notesMaster1.xml" Id="R8cf7dab87c1144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5b08a332504734" /><Relationship Type="http://schemas.openxmlformats.org/officeDocument/2006/relationships/notesMaster" Target="/ppt/notesMasters/notesMaster1.xml" Id="R5d2acec0d21247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a9c77e295f4382" /><Relationship Type="http://schemas.openxmlformats.org/officeDocument/2006/relationships/notesMaster" Target="/ppt/notesMasters/notesMaster1.xml" Id="R4b934da7a8d741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62aefc438d4994" /><Relationship Type="http://schemas.openxmlformats.org/officeDocument/2006/relationships/notesMaster" Target="/ppt/notesMasters/notesMaster1.xml" Id="R2054434950674e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3de6c254324d38" /><Relationship Type="http://schemas.openxmlformats.org/officeDocument/2006/relationships/notesMaster" Target="/ppt/notesMasters/notesMaster1.xml" Id="Rffd74c6fc0c349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67a33292074cbf" /><Relationship Type="http://schemas.openxmlformats.org/officeDocument/2006/relationships/notesMaster" Target="/ppt/notesMasters/notesMaster1.xml" Id="R91322ad19e2b48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588a2d8aab4ad0" /><Relationship Type="http://schemas.openxmlformats.org/officeDocument/2006/relationships/notesMaster" Target="/ppt/notesMasters/notesMaster1.xml" Id="R39f9b5426feb46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b18cae6d6e481d" /><Relationship Type="http://schemas.openxmlformats.org/officeDocument/2006/relationships/notesMaster" Target="/ppt/notesMasters/notesMaster1.xml" Id="R088f1e711a4248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4380675cb64bfb" /><Relationship Type="http://schemas.openxmlformats.org/officeDocument/2006/relationships/notesMaster" Target="/ppt/notesMasters/notesMaster1.xml" Id="R8d3a7bdb3f754b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84e4809cf64755" /><Relationship Type="http://schemas.openxmlformats.org/officeDocument/2006/relationships/notesMaster" Target="/ppt/notesMasters/notesMaster1.xml" Id="R2593745613ce42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6aaf1ab45d44bf" /><Relationship Type="http://schemas.openxmlformats.org/officeDocument/2006/relationships/notesMaster" Target="/ppt/notesMasters/notesMaster1.xml" Id="Rc10544c3759b46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a8cc0a139249de" /><Relationship Type="http://schemas.openxmlformats.org/officeDocument/2006/relationships/notesMaster" Target="/ppt/notesMasters/notesMaster1.xml" Id="Rb0672b1ddffa4e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f78bed913647fc" /><Relationship Type="http://schemas.openxmlformats.org/officeDocument/2006/relationships/notesMaster" Target="/ppt/notesMasters/notesMaster1.xml" Id="Rc4c9bf627da946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96165403944b25" /><Relationship Type="http://schemas.openxmlformats.org/officeDocument/2006/relationships/notesMaster" Target="/ppt/notesMasters/notesMaster1.xml" Id="R1b52ab4b4e654c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b54203b5a34796" /><Relationship Type="http://schemas.openxmlformats.org/officeDocument/2006/relationships/notesMaster" Target="/ppt/notesMasters/notesMaster1.xml" Id="R115cd0f0715f40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1e2f38f3b0485e" /><Relationship Type="http://schemas.openxmlformats.org/officeDocument/2006/relationships/notesMaster" Target="/ppt/notesMasters/notesMaster1.xml" Id="Rda43f1f9561f4d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55553f3edd421e" /><Relationship Type="http://schemas.openxmlformats.org/officeDocument/2006/relationships/notesMaster" Target="/ppt/notesMasters/notesMaster1.xml" Id="R8dd67fc7005543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5839ddbcc04898" /><Relationship Type="http://schemas.openxmlformats.org/officeDocument/2006/relationships/notesMaster" Target="/ppt/notesMasters/notesMaster1.xml" Id="Rd2ac829758214d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a83c5895194906" /><Relationship Type="http://schemas.openxmlformats.org/officeDocument/2006/relationships/notesMaster" Target="/ppt/notesMasters/notesMaster1.xml" Id="Rca44e8c3907745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49fa6e39794701" /><Relationship Type="http://schemas.openxmlformats.org/officeDocument/2006/relationships/notesMaster" Target="/ppt/notesMasters/notesMaster1.xml" Id="R7e7e138fa60a45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d33dcc6f0a44d9" /><Relationship Type="http://schemas.openxmlformats.org/officeDocument/2006/relationships/notesMaster" Target="/ppt/notesMasters/notesMaster1.xml" Id="Rd3ef9d308f05448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6b45ca7e25c415a" /><Relationship Type="http://schemas.openxmlformats.org/officeDocument/2006/relationships/notesMaster" Target="/ppt/notesMasters/notesMaster1.xml" Id="R7541568b2f3c47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e4bbcade8364c1b" /><Relationship Type="http://schemas.openxmlformats.org/officeDocument/2006/relationships/notesMaster" Target="/ppt/notesMasters/notesMaster1.xml" Id="R89351edf55d541b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52e7b096d54e28" /><Relationship Type="http://schemas.openxmlformats.org/officeDocument/2006/relationships/notesMaster" Target="/ppt/notesMasters/notesMaster1.xml" Id="R52d8539e98d74e3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cc33153e7a44b5" /><Relationship Type="http://schemas.openxmlformats.org/officeDocument/2006/relationships/notesMaster" Target="/ppt/notesMasters/notesMaster1.xml" Id="Rb909ef59dd7340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886d0977cd47c0" /><Relationship Type="http://schemas.openxmlformats.org/officeDocument/2006/relationships/notesMaster" Target="/ppt/notesMasters/notesMaster1.xml" Id="R3a1edea32cd34e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4fae8852ff4ef0" /><Relationship Type="http://schemas.openxmlformats.org/officeDocument/2006/relationships/notesMaster" Target="/ppt/notesMasters/notesMaster1.xml" Id="Rca8c5b31c8cd47f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c0685409ac14029" /><Relationship Type="http://schemas.openxmlformats.org/officeDocument/2006/relationships/notesMaster" Target="/ppt/notesMasters/notesMaster1.xml" Id="R36043691a1d44a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cff116e26f4733" /><Relationship Type="http://schemas.openxmlformats.org/officeDocument/2006/relationships/notesMaster" Target="/ppt/notesMasters/notesMaster1.xml" Id="Ra32da6b847d143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9eb9cb3097544da" /><Relationship Type="http://schemas.openxmlformats.org/officeDocument/2006/relationships/notesMaster" Target="/ppt/notesMasters/notesMaster1.xml" Id="R373b3a919af54fd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294b903c564970" /><Relationship Type="http://schemas.openxmlformats.org/officeDocument/2006/relationships/notesMaster" Target="/ppt/notesMasters/notesMaster1.xml" Id="R84a5726101a440f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34da5e98514944" /><Relationship Type="http://schemas.openxmlformats.org/officeDocument/2006/relationships/notesMaster" Target="/ppt/notesMasters/notesMaster1.xml" Id="R8b93fd4524b74dd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175842cb5f34265" /><Relationship Type="http://schemas.openxmlformats.org/officeDocument/2006/relationships/notesMaster" Target="/ppt/notesMasters/notesMaster1.xml" Id="Rfd0b245d37ad469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9334fcc39d04d73" /><Relationship Type="http://schemas.openxmlformats.org/officeDocument/2006/relationships/notesMaster" Target="/ppt/notesMasters/notesMaster1.xml" Id="R0f51091efe814e9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825c18f17ae4414" /><Relationship Type="http://schemas.openxmlformats.org/officeDocument/2006/relationships/notesMaster" Target="/ppt/notesMasters/notesMaster1.xml" Id="Rad3b30ff2ea34d3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bb1747d210b4031" /><Relationship Type="http://schemas.openxmlformats.org/officeDocument/2006/relationships/notesMaster" Target="/ppt/notesMasters/notesMaster1.xml" Id="R054a960f9d3d461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152499d528d4f98" /><Relationship Type="http://schemas.openxmlformats.org/officeDocument/2006/relationships/notesMaster" Target="/ppt/notesMasters/notesMaster1.xml" Id="R8d8e0cf9e66948d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f2239bdb707406d" /><Relationship Type="http://schemas.openxmlformats.org/officeDocument/2006/relationships/notesMaster" Target="/ppt/notesMasters/notesMaster1.xml" Id="R7d03b38b44884b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fe6271743764611" /><Relationship Type="http://schemas.openxmlformats.org/officeDocument/2006/relationships/notesMaster" Target="/ppt/notesMasters/notesMaster1.xml" Id="Rdc9f90315010463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53493c252904ad2" /><Relationship Type="http://schemas.openxmlformats.org/officeDocument/2006/relationships/notesMaster" Target="/ppt/notesMasters/notesMaster1.xml" Id="R2e118f5e4b004e5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bb59be1e0a449e6" /><Relationship Type="http://schemas.openxmlformats.org/officeDocument/2006/relationships/notesMaster" Target="/ppt/notesMasters/notesMaster1.xml" Id="R6f50bd1679f64a7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846b1b3849f4ef9" /><Relationship Type="http://schemas.openxmlformats.org/officeDocument/2006/relationships/notesMaster" Target="/ppt/notesMasters/notesMaster1.xml" Id="R5dde4f368cb542f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e733c2490084beb" /><Relationship Type="http://schemas.openxmlformats.org/officeDocument/2006/relationships/notesMaster" Target="/ppt/notesMasters/notesMaster1.xml" Id="Re9130625c5e64ac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43e18a30e514d29" /><Relationship Type="http://schemas.openxmlformats.org/officeDocument/2006/relationships/notesMaster" Target="/ppt/notesMasters/notesMaster1.xml" Id="Re02f89095246439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9e751efe2f84ba1" /><Relationship Type="http://schemas.openxmlformats.org/officeDocument/2006/relationships/notesMaster" Target="/ppt/notesMasters/notesMaster1.xml" Id="Ref4db68e116a4d3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4a2827a89ee4e34" /><Relationship Type="http://schemas.openxmlformats.org/officeDocument/2006/relationships/notesMaster" Target="/ppt/notesMasters/notesMaster1.xml" Id="Rec281ff101064b0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bec99a55192462f" /><Relationship Type="http://schemas.openxmlformats.org/officeDocument/2006/relationships/notesMaster" Target="/ppt/notesMasters/notesMaster1.xml" Id="Rabc0629a4429434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f41f45012be4714" /><Relationship Type="http://schemas.openxmlformats.org/officeDocument/2006/relationships/notesMaster" Target="/ppt/notesMasters/notesMaster1.xml" Id="R537cc79b0b194bb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bda8ccc18734ac1" /><Relationship Type="http://schemas.openxmlformats.org/officeDocument/2006/relationships/notesMaster" Target="/ppt/notesMasters/notesMaster1.xml" Id="R14f197f6bf6c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31c56b71c4e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21f75c0af84182" /><Relationship Type="http://schemas.openxmlformats.org/officeDocument/2006/relationships/slideLayout" Target="/ppt/slideLayouts/slideLayout1.xml" Id="Rfd967c8015c2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67c8015c2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cc736672a47f5" /><Relationship Type="http://schemas.openxmlformats.org/officeDocument/2006/relationships/notesSlide" Target="/ppt/notesSlides/notesSlide1.xml" Id="R8dcdf0be936c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3ac3310e94f66" /><Relationship Type="http://schemas.openxmlformats.org/officeDocument/2006/relationships/notesSlide" Target="/ppt/notesSlides/notesSlide2.xml" Id="R3dcd0cf6ceaa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fbae899ac4eac" /><Relationship Type="http://schemas.openxmlformats.org/officeDocument/2006/relationships/notesSlide" Target="/ppt/notesSlides/notesSlide3.xml" Id="R4645e263898e43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dd68244734ddf" /><Relationship Type="http://schemas.openxmlformats.org/officeDocument/2006/relationships/notesSlide" Target="/ppt/notesSlides/notesSlide4.xml" Id="R010adbfba13643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96c93fd4a43aa" /><Relationship Type="http://schemas.openxmlformats.org/officeDocument/2006/relationships/notesSlide" Target="/ppt/notesSlides/notesSlide5.xml" Id="Re6eb3237df6e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294e4c0224982" /><Relationship Type="http://schemas.openxmlformats.org/officeDocument/2006/relationships/notesSlide" Target="/ppt/notesSlides/notesSlide6.xml" Id="Rf58516f5113f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313b6d02f46f1" /><Relationship Type="http://schemas.openxmlformats.org/officeDocument/2006/relationships/notesSlide" Target="/ppt/notesSlides/notesSlide7.xml" Id="R4fff4783488d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cae9b230b44ef" /><Relationship Type="http://schemas.openxmlformats.org/officeDocument/2006/relationships/notesSlide" Target="/ppt/notesSlides/notesSlide8.xml" Id="Rd6fa0ed88b1046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387ca6d98485d" /><Relationship Type="http://schemas.openxmlformats.org/officeDocument/2006/relationships/notesSlide" Target="/ppt/notesSlides/notesSlide9.xml" Id="R3b3b84b499004c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6f4181486438e" /><Relationship Type="http://schemas.openxmlformats.org/officeDocument/2006/relationships/notesSlide" Target="/ppt/notesSlides/notesSlide10.xml" Id="Re955df01095948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5e5fe133d4f1f" /><Relationship Type="http://schemas.openxmlformats.org/officeDocument/2006/relationships/notesSlide" Target="/ppt/notesSlides/notesSlide11.xml" Id="R04a2f8d247eb41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b157c182b4db0" /><Relationship Type="http://schemas.openxmlformats.org/officeDocument/2006/relationships/notesSlide" Target="/ppt/notesSlides/notesSlide12.xml" Id="Rd8bb58eab23844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2a9f6e4744a8e" /><Relationship Type="http://schemas.openxmlformats.org/officeDocument/2006/relationships/notesSlide" Target="/ppt/notesSlides/notesSlide13.xml" Id="R92921e7d53174d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fde5c98d84a25" /><Relationship Type="http://schemas.openxmlformats.org/officeDocument/2006/relationships/notesSlide" Target="/ppt/notesSlides/notesSlide14.xml" Id="R1c96b26ca21e45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821f4e4840ef" /><Relationship Type="http://schemas.openxmlformats.org/officeDocument/2006/relationships/notesSlide" Target="/ppt/notesSlides/notesSlide15.xml" Id="Rc9d97a71b40644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7cc5472b9464f" /><Relationship Type="http://schemas.openxmlformats.org/officeDocument/2006/relationships/notesSlide" Target="/ppt/notesSlides/notesSlide16.xml" Id="Rc71c5132b3514a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ba0ee561e4409" /><Relationship Type="http://schemas.openxmlformats.org/officeDocument/2006/relationships/notesSlide" Target="/ppt/notesSlides/notesSlide17.xml" Id="R0bba9317b6e247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44a600234b1c" /><Relationship Type="http://schemas.openxmlformats.org/officeDocument/2006/relationships/notesSlide" Target="/ppt/notesSlides/notesSlide18.xml" Id="R5a064ae4c4ac4c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c603cede54203" /><Relationship Type="http://schemas.openxmlformats.org/officeDocument/2006/relationships/notesSlide" Target="/ppt/notesSlides/notesSlide19.xml" Id="R67919cdc4a454c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0b3870ce54fbc" /><Relationship Type="http://schemas.openxmlformats.org/officeDocument/2006/relationships/notesSlide" Target="/ppt/notesSlides/notesSlide20.xml" Id="R66bf1844291e4f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098b6f4324340" /><Relationship Type="http://schemas.openxmlformats.org/officeDocument/2006/relationships/notesSlide" Target="/ppt/notesSlides/notesSlide21.xml" Id="R9a3742a6d59b40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afca302964f17" /><Relationship Type="http://schemas.openxmlformats.org/officeDocument/2006/relationships/notesSlide" Target="/ppt/notesSlides/notesSlide22.xml" Id="R520043ca244547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06d6ec1246b0" /><Relationship Type="http://schemas.openxmlformats.org/officeDocument/2006/relationships/notesSlide" Target="/ppt/notesSlides/notesSlide23.xml" Id="Re8a7efc8825b49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1a110dd7a4c0e" /><Relationship Type="http://schemas.openxmlformats.org/officeDocument/2006/relationships/notesSlide" Target="/ppt/notesSlides/notesSlide24.xml" Id="Rffe02ee0962a4c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284ebe24e4996" /><Relationship Type="http://schemas.openxmlformats.org/officeDocument/2006/relationships/notesSlide" Target="/ppt/notesSlides/notesSlide25.xml" Id="Rf321fbc4645143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da5c67be44194" /><Relationship Type="http://schemas.openxmlformats.org/officeDocument/2006/relationships/notesSlide" Target="/ppt/notesSlides/notesSlide26.xml" Id="Rd17f4712626f4d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db87c32794185" /><Relationship Type="http://schemas.openxmlformats.org/officeDocument/2006/relationships/notesSlide" Target="/ppt/notesSlides/notesSlide27.xml" Id="R800a074534464c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8526d783749d4" /><Relationship Type="http://schemas.openxmlformats.org/officeDocument/2006/relationships/notesSlide" Target="/ppt/notesSlides/notesSlide28.xml" Id="Rdea301d404ca42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17bf1a0724733" /><Relationship Type="http://schemas.openxmlformats.org/officeDocument/2006/relationships/notesSlide" Target="/ppt/notesSlides/notesSlide29.xml" Id="Raedfa7f3704d4fe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f751d5fd64723" /><Relationship Type="http://schemas.openxmlformats.org/officeDocument/2006/relationships/notesSlide" Target="/ppt/notesSlides/notesSlide30.xml" Id="Ra9bfc2ad61d744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1c306ee694fca" /><Relationship Type="http://schemas.openxmlformats.org/officeDocument/2006/relationships/notesSlide" Target="/ppt/notesSlides/notesSlide31.xml" Id="R65d4d6b053a2414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7b5b27ac24794" /><Relationship Type="http://schemas.openxmlformats.org/officeDocument/2006/relationships/notesSlide" Target="/ppt/notesSlides/notesSlide32.xml" Id="Rc3c384d845eb497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9c1ba712f49f1" /><Relationship Type="http://schemas.openxmlformats.org/officeDocument/2006/relationships/notesSlide" Target="/ppt/notesSlides/notesSlide33.xml" Id="Rfe83760e6674485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2983a5c2a4526" /><Relationship Type="http://schemas.openxmlformats.org/officeDocument/2006/relationships/notesSlide" Target="/ppt/notesSlides/notesSlide34.xml" Id="Rd0c6158cf6c845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1956023f740ee" /><Relationship Type="http://schemas.openxmlformats.org/officeDocument/2006/relationships/notesSlide" Target="/ppt/notesSlides/notesSlide35.xml" Id="R33547385096549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67d6efab24ffd" /><Relationship Type="http://schemas.openxmlformats.org/officeDocument/2006/relationships/notesSlide" Target="/ppt/notesSlides/notesSlide36.xml" Id="R2448594bfff34fe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3d409f49e4cb8" /><Relationship Type="http://schemas.openxmlformats.org/officeDocument/2006/relationships/notesSlide" Target="/ppt/notesSlides/notesSlide37.xml" Id="Rf75e476f75fe49b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45fcd78774b7f" /><Relationship Type="http://schemas.openxmlformats.org/officeDocument/2006/relationships/notesSlide" Target="/ppt/notesSlides/notesSlide38.xml" Id="Rde282a8397f34de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bfe2c5b6043dd" /><Relationship Type="http://schemas.openxmlformats.org/officeDocument/2006/relationships/notesSlide" Target="/ppt/notesSlides/notesSlide39.xml" Id="R62abd8b994fa461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751acf4d423e" /><Relationship Type="http://schemas.openxmlformats.org/officeDocument/2006/relationships/notesSlide" Target="/ppt/notesSlides/notesSlide40.xml" Id="Rac86fa62a63349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c447a9d0a4e68" /><Relationship Type="http://schemas.openxmlformats.org/officeDocument/2006/relationships/notesSlide" Target="/ppt/notesSlides/notesSlide41.xml" Id="R186387018d9b435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0c20439ad4cb5" /><Relationship Type="http://schemas.openxmlformats.org/officeDocument/2006/relationships/notesSlide" Target="/ppt/notesSlides/notesSlide42.xml" Id="Rb32dc3b84dc64be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ed42a4d1046e3" /><Relationship Type="http://schemas.openxmlformats.org/officeDocument/2006/relationships/notesSlide" Target="/ppt/notesSlides/notesSlide43.xml" Id="Rc176fd36e9244f8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8c319a9974e71" /><Relationship Type="http://schemas.openxmlformats.org/officeDocument/2006/relationships/notesSlide" Target="/ppt/notesSlides/notesSlide44.xml" Id="R4a648198c3cd48e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a1933f8f644ff" /><Relationship Type="http://schemas.openxmlformats.org/officeDocument/2006/relationships/notesSlide" Target="/ppt/notesSlides/notesSlide45.xml" Id="R9ba62c5f52e8444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9196cf2104fe3" /><Relationship Type="http://schemas.openxmlformats.org/officeDocument/2006/relationships/notesSlide" Target="/ppt/notesSlides/notesSlide46.xml" Id="Rc5075c13314f4a4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055523f04897" /><Relationship Type="http://schemas.openxmlformats.org/officeDocument/2006/relationships/notesSlide" Target="/ppt/notesSlides/notesSlide47.xml" Id="Rb4bc124e14f1485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aeff669624058" /><Relationship Type="http://schemas.openxmlformats.org/officeDocument/2006/relationships/notesSlide" Target="/ppt/notesSlides/notesSlide48.xml" Id="Raa2af0adc867497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a5653cfe147ed" /><Relationship Type="http://schemas.openxmlformats.org/officeDocument/2006/relationships/notesSlide" Target="/ppt/notesSlides/notesSlide49.xml" Id="R7dbea283fc484a0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f2dd807204eac" /><Relationship Type="http://schemas.openxmlformats.org/officeDocument/2006/relationships/notesSlide" Target="/ppt/notesSlides/notesSlide50.xml" Id="R9c10f0af9d4e428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98770f524f07" /><Relationship Type="http://schemas.openxmlformats.org/officeDocument/2006/relationships/notesSlide" Target="/ppt/notesSlides/notesSlide51.xml" Id="Rb61b06d6fc0341a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7fb903fe4a96" /><Relationship Type="http://schemas.openxmlformats.org/officeDocument/2006/relationships/notesSlide" Target="/ppt/notesSlides/notesSlide52.xml" Id="R77efd977e2304c8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194f17cf34992" /><Relationship Type="http://schemas.openxmlformats.org/officeDocument/2006/relationships/notesSlide" Target="/ppt/notesSlides/notesSlide53.xml" Id="R1d8e588513ea407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591a65f914d5d" /><Relationship Type="http://schemas.openxmlformats.org/officeDocument/2006/relationships/notesSlide" Target="/ppt/notesSlides/notesSlide54.xml" Id="Radd09dad3aec438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cb8e0448415d" /><Relationship Type="http://schemas.openxmlformats.org/officeDocument/2006/relationships/notesSlide" Target="/ppt/notesSlides/notesSlide55.xml" Id="R0c5c8e59fd604b9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870155cf445c2" /><Relationship Type="http://schemas.openxmlformats.org/officeDocument/2006/relationships/notesSlide" Target="/ppt/notesSlides/notesSlide56.xml" Id="R851bfea7884947f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27ab7e37a4652" /><Relationship Type="http://schemas.openxmlformats.org/officeDocument/2006/relationships/notesSlide" Target="/ppt/notesSlides/notesSlide57.xml" Id="R758d29687fc4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6D30E-CF78-4104-B209-8267A17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B90DC-8B67-46D0-B408-5653D5A9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01 · ברוכים הבאים · Welcome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589FC-6793-456D-8FFA-35A6842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ברוכים הבאים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B6F97-4860-41FE-BF1D-C2F53C10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לרשת מרכז ישיבות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בני עקיבא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Welcome to Bnei Akiva Yeshiva</a:t>
            </a:r>
          </a:p>
        </p:txBody>
      </p:sp>
    </p:spTree>
    <p:extLst>
      <p:ext uri="{BB962C8B-B14F-4D97-AF65-F5344CB8AC3E}">
        <p14:creationId xmlns:p14="http://schemas.microsoft.com/office/powerpoint/2010/main" val="681759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4DA76-D7B4-44DC-BAE6-6B7AF6E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8FBEB-550A-4A7F-A17B-7F2C919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02 · הנושא שלנו · Our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747B2-F6FA-4FF7-A192-A89FCCD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TO 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72E68-84BE-4578-9D4C-2069A2B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הפועל המיוחד ביותר באנגלית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most important verb in English</a:t>
            </a:r>
          </a:p>
        </p:txBody>
      </p:sp>
    </p:spTree>
    <p:extLst>
      <p:ext uri="{BB962C8B-B14F-4D97-AF65-F5344CB8AC3E}">
        <p14:creationId xmlns:p14="http://schemas.microsoft.com/office/powerpoint/2010/main" val="978545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C1F33-BD95-464E-8B14-FA9AC97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B39DF-76BE-4067-A73C-244C03B5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03 · למה הוא מיוחד?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FA9D6-622A-4160-931B-E0F23BD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בעברית הוא נעלם בהווה.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1F4CC-2D26-4759-9104-87B75F8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באנגלית הוא חייב להופיע.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· He is · They are</a:t>
            </a:r>
          </a:p>
        </p:txBody>
      </p:sp>
    </p:spTree>
    <p:extLst>
      <p:ext uri="{BB962C8B-B14F-4D97-AF65-F5344CB8AC3E}">
        <p14:creationId xmlns:p14="http://schemas.microsoft.com/office/powerpoint/2010/main" val="23824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50ECA-AB58-41BD-8A56-FD262ADC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18A9A-1A14-4AD9-B6B6-F3AC0B41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04 · המשימה שלנו · Our 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21E65-0DB3-41F8-A1A8-F06E5440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נמצא את הפועל החסר.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5AB99-104A-470F-8C10-912067A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Find it. Choose it. Use it.</a:t>
            </a:r>
          </a:p>
        </p:txBody>
      </p:sp>
    </p:spTree>
    <p:extLst>
      <p:ext uri="{BB962C8B-B14F-4D97-AF65-F5344CB8AC3E}">
        <p14:creationId xmlns:p14="http://schemas.microsoft.com/office/powerpoint/2010/main" val="564184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6E072-2955-4553-ACA5-7D0D06D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BE49-0E24-487D-99D1-F1B3E099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05 · מתחילים לטפס · The climb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85C02-923B-4980-AEA1-C49441E2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מתחילים למטה.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EA12-1981-4506-9C00-C7ED5F8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מטפסים שלב אחר שלב ומגיעים לפסגה.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 start at the bottom.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 climb one step at a time and reach the top.</a:t>
            </a:r>
          </a:p>
        </p:txBody>
      </p:sp>
    </p:spTree>
    <p:extLst>
      <p:ext uri="{BB962C8B-B14F-4D97-AF65-F5344CB8AC3E}">
        <p14:creationId xmlns:p14="http://schemas.microsoft.com/office/powerpoint/2010/main" val="972865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C6BE0-3C28-473D-B1A6-EAF50753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E6B6E-E313-4AC7-A56E-C0D83B53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06 · עבר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ED37E-C974-4CEB-8739-2C0E14A6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04AC9-4366-42B0-B0BB-18D2DB79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הייתי טוב.</a:t>
            </a:r>
          </a:p>
        </p:txBody>
      </p:sp>
    </p:spTree>
    <p:extLst>
      <p:ext uri="{BB962C8B-B14F-4D97-AF65-F5344CB8AC3E}">
        <p14:creationId xmlns:p14="http://schemas.microsoft.com/office/powerpoint/2010/main" val="1943992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B0237-5037-4165-8392-89C1E8A3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EC9A9-1F86-4B69-B420-1B237BEA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07 · שאלה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5E512-8A9E-4F9F-AEBE-10D2672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091A7-28D7-4791-8BBB-65E4A20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הייתי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כמה מילים יש במשפט?</a:t>
            </a:r>
          </a:p>
        </p:txBody>
      </p:sp>
    </p:spTree>
    <p:extLst>
      <p:ext uri="{BB962C8B-B14F-4D97-AF65-F5344CB8AC3E}">
        <p14:creationId xmlns:p14="http://schemas.microsoft.com/office/powerpoint/2010/main" val="145738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D4E81-8415-4463-870A-1096A2FE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DA430-C5F3-48E6-90C5-4D8C8CDB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08 · תשובה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1BAD9-3A18-4E58-AC28-D8DC9307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F9F4-B263-41E9-AC8C-70ED852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· הייתי · טוב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3 מילים</a:t>
            </a:r>
          </a:p>
        </p:txBody>
      </p:sp>
    </p:spTree>
    <p:extLst>
      <p:ext uri="{BB962C8B-B14F-4D97-AF65-F5344CB8AC3E}">
        <p14:creationId xmlns:p14="http://schemas.microsoft.com/office/powerpoint/2010/main" val="2132018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753A8-A1CD-45B1-8E84-A11E485B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3E5B8-EF6D-4BF3-8C8D-723BAF5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09 · עוברים לעתיד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6D64-1DA0-4275-8CEB-2B9A647D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281C6-D5C9-4D87-8374-5DFB0B83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הייתי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איך אומרים את המשפט בעתיד?</a:t>
            </a:r>
          </a:p>
        </p:txBody>
      </p:sp>
    </p:spTree>
    <p:extLst>
      <p:ext uri="{BB962C8B-B14F-4D97-AF65-F5344CB8AC3E}">
        <p14:creationId xmlns:p14="http://schemas.microsoft.com/office/powerpoint/2010/main" val="737904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6C18E-5CDC-4AA8-B21A-5967A327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17F34-5797-49C0-A734-66490BEB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10 · עתיד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48019-D837-47AD-81A0-047BAE0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BCEC0-46B5-47B3-93A3-2B668CE4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אהיה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כמה מילים יש במשפט?</a:t>
            </a:r>
          </a:p>
        </p:txBody>
      </p:sp>
    </p:spTree>
    <p:extLst>
      <p:ext uri="{BB962C8B-B14F-4D97-AF65-F5344CB8AC3E}">
        <p14:creationId xmlns:p14="http://schemas.microsoft.com/office/powerpoint/2010/main" val="13150689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5694C-533A-4775-B83F-D155BBF5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5889F-13DA-464A-84E4-0777A1A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11 · תשובה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7EC8A-7AD2-4FBF-9138-6E78DCB1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FF973-BB82-4170-BF46-6A7055AD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· אהיה · טוב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3 מילים</a:t>
            </a:r>
          </a:p>
        </p:txBody>
      </p:sp>
    </p:spTree>
    <p:extLst>
      <p:ext uri="{BB962C8B-B14F-4D97-AF65-F5344CB8AC3E}">
        <p14:creationId xmlns:p14="http://schemas.microsoft.com/office/powerpoint/2010/main" val="1459573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49D1F-8999-423E-ADC1-7BA39122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65962-1B27-44A5-8921-B474DBA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12 · עוברים לאנגלית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C5207-BCAE-4813-AAE6-FB83D9C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בואו נעבור לאנגלית.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7A96E-551E-4A8E-BB06-44E759A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1333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C90C7-1181-4D78-B683-B197B12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78A76-A832-4CF3-81AB-22D7EC5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13 · שאלה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38EA9-305B-4B9C-A855-77CD771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A928E-AC0B-43E6-BF85-7AFB24E9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הייתי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איך אומרים באנגלית?</a:t>
            </a:r>
          </a:p>
        </p:txBody>
      </p:sp>
    </p:spTree>
    <p:extLst>
      <p:ext uri="{BB962C8B-B14F-4D97-AF65-F5344CB8AC3E}">
        <p14:creationId xmlns:p14="http://schemas.microsoft.com/office/powerpoint/2010/main" val="5163354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40F0-19E9-426A-8D5A-C9D3E42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D711B-07C3-479F-8F78-BE2EB6F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14 · תשובה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9DDD4-932C-48BA-8CFB-F4791B8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76103-28AB-48EF-A28B-1F881E9E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הייתי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was good.</a:t>
            </a:r>
          </a:p>
        </p:txBody>
      </p:sp>
    </p:spTree>
    <p:extLst>
      <p:ext uri="{BB962C8B-B14F-4D97-AF65-F5344CB8AC3E}">
        <p14:creationId xmlns:p14="http://schemas.microsoft.com/office/powerpoint/2010/main" val="10178403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017D5-6A91-4993-9C0E-EFD6B57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498B6-1862-47AB-A3C0-1F3C40A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15 · שאלה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E2517-57CE-4486-A271-1039071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F6A5E-14C6-4E80-905E-1604B13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אהיה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איך אומרים באנגלית?</a:t>
            </a:r>
          </a:p>
        </p:txBody>
      </p:sp>
    </p:spTree>
    <p:extLst>
      <p:ext uri="{BB962C8B-B14F-4D97-AF65-F5344CB8AC3E}">
        <p14:creationId xmlns:p14="http://schemas.microsoft.com/office/powerpoint/2010/main" val="3793618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394DF-6D4B-41D1-8217-464D0B2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A50F7-F32F-4522-B1D7-CC752AB0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16 · תשובה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0C5BA-9CCB-4497-AD21-EA14F33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0DCC-0812-4E44-879A-0EA7E0E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אהיה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will be good.</a:t>
            </a:r>
          </a:p>
        </p:txBody>
      </p:sp>
    </p:spTree>
    <p:extLst>
      <p:ext uri="{BB962C8B-B14F-4D97-AF65-F5344CB8AC3E}">
        <p14:creationId xmlns:p14="http://schemas.microsoft.com/office/powerpoint/2010/main" val="78129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DC146-9D54-401C-8947-18053E84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5CFCF-CD37-421C-A662-7E22618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17 · שאלה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60572-D8F4-4571-B7E2-56970A8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399FE-7B96-4D9D-BC85-5019692B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איך אומרים באנגלית?</a:t>
            </a:r>
          </a:p>
        </p:txBody>
      </p:sp>
    </p:spTree>
    <p:extLst>
      <p:ext uri="{BB962C8B-B14F-4D97-AF65-F5344CB8AC3E}">
        <p14:creationId xmlns:p14="http://schemas.microsoft.com/office/powerpoint/2010/main" val="19413710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B0C61-0912-4431-8F13-1FF73CDA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126C1-2166-4B4B-8F35-918DCB71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18 · תשובה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9A082-C2CB-4519-8CF8-2D48E3CE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F39CB-2883-48E5-B026-6F8C7693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good.</a:t>
            </a:r>
          </a:p>
        </p:txBody>
      </p:sp>
    </p:spTree>
    <p:extLst>
      <p:ext uri="{BB962C8B-B14F-4D97-AF65-F5344CB8AC3E}">
        <p14:creationId xmlns:p14="http://schemas.microsoft.com/office/powerpoint/2010/main" val="20150343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84F55-49D2-4AE0-8FD7-933F33E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A66D8-BF8F-4AFA-8521-A38DBD67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19 · מה חסר בעברית?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394AC-A305-4BC7-A98E-87468D1C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D145-0888-467E-9217-D20FF155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∅ טוב.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בעברית אין מילה שפירושה להיות בהווה.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good.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באנגלית חייבים להשתמש ב־ am .</a:t>
            </a:r>
          </a:p>
        </p:txBody>
      </p:sp>
    </p:spTree>
    <p:extLst>
      <p:ext uri="{BB962C8B-B14F-4D97-AF65-F5344CB8AC3E}">
        <p14:creationId xmlns:p14="http://schemas.microsoft.com/office/powerpoint/2010/main" val="178840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DB682-8A79-474A-97ED-06ED247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BA42-524A-4E71-8431-2A8996B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20 · Three zones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A8C23-5EE1-4631-AE11-BF8B470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PAST was · were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A1C3F-9FDE-4222-B522-2C070437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PRESENT am · is · are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FUTURE will be</a:t>
            </a:r>
          </a:p>
        </p:txBody>
      </p:sp>
    </p:spTree>
    <p:extLst>
      <p:ext uri="{BB962C8B-B14F-4D97-AF65-F5344CB8AC3E}">
        <p14:creationId xmlns:p14="http://schemas.microsoft.com/office/powerpoint/2010/main" val="9254992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31BB1-2702-4298-9152-C5479C4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08341-57BA-48E3-88B8-1ED66C66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21 ·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B02F9-972C-49BB-B669-93AB3EB7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98CE6-FAB5-4D66-BE9B-C0832F24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ready.</a:t>
            </a:r>
          </a:p>
        </p:txBody>
      </p:sp>
    </p:spTree>
    <p:extLst>
      <p:ext uri="{BB962C8B-B14F-4D97-AF65-F5344CB8AC3E}">
        <p14:creationId xmlns:p14="http://schemas.microsoft.com/office/powerpoint/2010/main" val="845682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08F5-9910-4BE1-8C9D-BD76750C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75D23-B31A-4A52-9DEF-381671D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22 · He · She ·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39BEC-4F16-4F3A-940F-4B99F60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1AD71-5A64-46D7-9577-F4F61DD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He is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is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It is</a:t>
            </a:r>
          </a:p>
        </p:txBody>
      </p:sp>
    </p:spTree>
    <p:extLst>
      <p:ext uri="{BB962C8B-B14F-4D97-AF65-F5344CB8AC3E}">
        <p14:creationId xmlns:p14="http://schemas.microsoft.com/office/powerpoint/2010/main" val="5734180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73997-2F1C-4BA3-BC9D-610E5B5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2841-BDBE-4331-A4CF-9875915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23 · You · We · They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75DC3-6EDA-4317-8D38-D02D039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875B3-0D17-4FC5-BC2E-85F3F62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 are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 are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They are</a:t>
            </a:r>
          </a:p>
        </p:txBody>
      </p:sp>
    </p:spTree>
    <p:extLst>
      <p:ext uri="{BB962C8B-B14F-4D97-AF65-F5344CB8AC3E}">
        <p14:creationId xmlns:p14="http://schemas.microsoft.com/office/powerpoint/2010/main" val="19545896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BECCE-1BB7-4802-8B26-B1E78C8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CCAEB-5FFC-4D10-B241-2E7FB58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24 · חריג חשוב · Important exception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7E71-D158-4F14-A276-A634080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8E4D7-0FCF-4101-B631-6347F2E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משטרה — יחיד בעברית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Police — plural in English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באנגלית המילה police מקבלת פועל ברבים.</a:t>
            </a:r>
          </a:p>
        </p:txBody>
      </p:sp>
    </p:spTree>
    <p:extLst>
      <p:ext uri="{BB962C8B-B14F-4D97-AF65-F5344CB8AC3E}">
        <p14:creationId xmlns:p14="http://schemas.microsoft.com/office/powerpoint/2010/main" val="19289831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207AA-F763-4EFA-B894-AE16B79D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46741-62E3-4FA1-BB4E-EBC2ED78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25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6AF36-C26A-41FF-88BB-1019FE7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3E979-27F1-43B8-90E2-B3D8E48C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police ___ here.</a:t>
            </a:r>
          </a:p>
        </p:txBody>
      </p:sp>
    </p:spTree>
    <p:extLst>
      <p:ext uri="{BB962C8B-B14F-4D97-AF65-F5344CB8AC3E}">
        <p14:creationId xmlns:p14="http://schemas.microsoft.com/office/powerpoint/2010/main" val="13285487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4671-5597-4DD1-A6A0-2F934425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E63F0-C145-44A7-97C9-62EC56A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26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63C92-07BF-409E-A076-DA18C86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39A8D-DD6A-432E-B264-A4B61C9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police are here.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Not: The police is here.</a:t>
            </a:r>
          </a:p>
        </p:txBody>
      </p:sp>
    </p:spTree>
    <p:extLst>
      <p:ext uri="{BB962C8B-B14F-4D97-AF65-F5344CB8AC3E}">
        <p14:creationId xmlns:p14="http://schemas.microsoft.com/office/powerpoint/2010/main" val="17618874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317BE-3769-47AC-929E-4C14073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9B5DB-6BDF-4191-A2DF-99A00E23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27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BD58F-981D-4F0B-B35E-8B9B66BA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0BE6-3170-4130-B9ED-E4119BD4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___ ready.</a:t>
            </a:r>
          </a:p>
        </p:txBody>
      </p:sp>
    </p:spTree>
    <p:extLst>
      <p:ext uri="{BB962C8B-B14F-4D97-AF65-F5344CB8AC3E}">
        <p14:creationId xmlns:p14="http://schemas.microsoft.com/office/powerpoint/2010/main" val="11805185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61189-4D6F-411B-B91B-371F307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CA428-B0FC-44A9-BA5A-60D24711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28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DC15F-AF8D-4F91-88A1-6757558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8B0A0-FE9B-411D-BCB4-AE8126E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ready.</a:t>
            </a:r>
          </a:p>
        </p:txBody>
      </p:sp>
    </p:spTree>
    <p:extLst>
      <p:ext uri="{BB962C8B-B14F-4D97-AF65-F5344CB8AC3E}">
        <p14:creationId xmlns:p14="http://schemas.microsoft.com/office/powerpoint/2010/main" val="20899800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D00A3-7D57-45FB-A02E-8905746B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60BF-3126-4AAB-821D-EF607493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29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40C09-E7CA-48B6-8FCA-BD757ED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D0167-F6D8-4D9A-ADF2-F0D718D0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___ ready.</a:t>
            </a:r>
          </a:p>
        </p:txBody>
      </p:sp>
    </p:spTree>
    <p:extLst>
      <p:ext uri="{BB962C8B-B14F-4D97-AF65-F5344CB8AC3E}">
        <p14:creationId xmlns:p14="http://schemas.microsoft.com/office/powerpoint/2010/main" val="1875433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D99A2-BB85-43E3-87AA-2306C21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6A07-DB77-4901-A71D-EC685EB8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30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C1FB4-6870-4183-908E-4DA510C0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9A43F-19F2-499C-90BD-89942DF7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is ready.</a:t>
            </a:r>
          </a:p>
        </p:txBody>
      </p:sp>
    </p:spTree>
    <p:extLst>
      <p:ext uri="{BB962C8B-B14F-4D97-AF65-F5344CB8AC3E}">
        <p14:creationId xmlns:p14="http://schemas.microsoft.com/office/powerpoint/2010/main" val="69803794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93E00-4962-4F85-B85D-59DB0611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A5D8-3A8F-4F1A-8578-4A185AE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31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73AC5-3BC9-43E8-A3E9-594990D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A28D3-F8F2-450A-A5B1-ED6EF73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They ___ ready.</a:t>
            </a:r>
          </a:p>
        </p:txBody>
      </p:sp>
    </p:spTree>
    <p:extLst>
      <p:ext uri="{BB962C8B-B14F-4D97-AF65-F5344CB8AC3E}">
        <p14:creationId xmlns:p14="http://schemas.microsoft.com/office/powerpoint/2010/main" val="9296253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EA7C5-0731-4C5A-AF16-9B8EE0A3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56D82-F6CD-4D03-8DAF-FAB6443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32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B0261-B52E-4F14-A08A-470A0B6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91BAA-9448-40D9-9183-BEB62C2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They are ready.</a:t>
            </a:r>
          </a:p>
        </p:txBody>
      </p:sp>
    </p:spTree>
    <p:extLst>
      <p:ext uri="{BB962C8B-B14F-4D97-AF65-F5344CB8AC3E}">
        <p14:creationId xmlns:p14="http://schemas.microsoft.com/office/powerpoint/2010/main" val="11506907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A47EB-4A20-4BA4-9432-0ACB527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B8AFF-B75D-45AB-ADEC-A56D227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33 · Was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975C-7B27-413E-B9B3-1BC6B816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7F2B2-5C43-4B7A-B904-25029F4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was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He · She · It was</a:t>
            </a:r>
          </a:p>
        </p:txBody>
      </p:sp>
    </p:spTree>
    <p:extLst>
      <p:ext uri="{BB962C8B-B14F-4D97-AF65-F5344CB8AC3E}">
        <p14:creationId xmlns:p14="http://schemas.microsoft.com/office/powerpoint/2010/main" val="13072234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AFE26-89A0-490A-A72E-378A9260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05447-90FA-429F-8D12-DA60253B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34 · Were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AAA59-8234-445B-8345-3B85C82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028F8-DAC6-4292-AF52-9DEDBF2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 were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 · They were</a:t>
            </a:r>
          </a:p>
        </p:txBody>
      </p:sp>
    </p:spTree>
    <p:extLst>
      <p:ext uri="{BB962C8B-B14F-4D97-AF65-F5344CB8AC3E}">
        <p14:creationId xmlns:p14="http://schemas.microsoft.com/office/powerpoint/2010/main" val="20499038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6F04C-EA84-40B0-91A4-BFE4117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84F7B-30E8-48A3-8F6B-A81E022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35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53987-BB17-4389-A6B0-30D4068C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101A-A0AD-4D82-884E-6D23CBE0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boy ___ tired.</a:t>
            </a:r>
          </a:p>
        </p:txBody>
      </p:sp>
    </p:spTree>
    <p:extLst>
      <p:ext uri="{BB962C8B-B14F-4D97-AF65-F5344CB8AC3E}">
        <p14:creationId xmlns:p14="http://schemas.microsoft.com/office/powerpoint/2010/main" val="1448570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79605-9915-4D34-BE84-BD20A5A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4005-0CB7-4CFB-B851-714977F7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36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8254C-29BE-4A29-966E-B17627A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1DD4-5A55-413C-9A15-5B9E0FEA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boy was tired.</a:t>
            </a:r>
          </a:p>
        </p:txBody>
      </p:sp>
    </p:spTree>
    <p:extLst>
      <p:ext uri="{BB962C8B-B14F-4D97-AF65-F5344CB8AC3E}">
        <p14:creationId xmlns:p14="http://schemas.microsoft.com/office/powerpoint/2010/main" val="13537236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B160-3960-4778-9792-25B9983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20AA3-B643-4C94-9807-296E2E7B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37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6B60-156D-4A11-85F0-2D3B23B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1568C-B957-486F-8F7B-D7E6EC7C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children ___ tired.</a:t>
            </a:r>
          </a:p>
        </p:txBody>
      </p:sp>
    </p:spTree>
    <p:extLst>
      <p:ext uri="{BB962C8B-B14F-4D97-AF65-F5344CB8AC3E}">
        <p14:creationId xmlns:p14="http://schemas.microsoft.com/office/powerpoint/2010/main" val="12219657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7B89-E9C6-484A-8E27-91FCB623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1CAF7-DC7E-4DBD-8E9C-C42D4A3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38 ·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3AF09-8602-475A-A539-451299F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4874-BF33-4904-8656-3E353A2E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children were tired.</a:t>
            </a:r>
          </a:p>
        </p:txBody>
      </p:sp>
    </p:spTree>
    <p:extLst>
      <p:ext uri="{BB962C8B-B14F-4D97-AF65-F5344CB8AC3E}">
        <p14:creationId xmlns:p14="http://schemas.microsoft.com/office/powerpoint/2010/main" val="20135763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B1D49-9453-4B8C-9A6D-FF294D6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03CB-77AB-4B05-9203-875EE3B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39 · One form for everyone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C510-3E93-4742-932C-963C6866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81CE1-DFDF-477E-AB20-5C43B5B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· You · He · She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We · They will be</a:t>
            </a:r>
          </a:p>
        </p:txBody>
      </p:sp>
    </p:spTree>
    <p:extLst>
      <p:ext uri="{BB962C8B-B14F-4D97-AF65-F5344CB8AC3E}">
        <p14:creationId xmlns:p14="http://schemas.microsoft.com/office/powerpoint/2010/main" val="2412020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E44A1-59C4-4861-85A5-A842DE85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7736A-FBC8-4E10-815D-C7BA73B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40 · The complete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C057-12F0-4C24-983A-3DB1F08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Subject Present Past Future I am was will be You are were will be He / She / It is was will be We / They are were will 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A8FA2-BDDF-4CA9-86EA-2AB40DE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201930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FD829-D910-45C2-823C-3E38FF70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106C7-9531-41B8-A09D-F95CF50D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41 · My First Day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D836-FC75-4D55-991D-18158E5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F08D4-D7CD-463F-86EF-E34F75F5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My name ___ Daniel.</a:t>
            </a:r>
          </a:p>
        </p:txBody>
      </p:sp>
    </p:spTree>
    <p:extLst>
      <p:ext uri="{BB962C8B-B14F-4D97-AF65-F5344CB8AC3E}">
        <p14:creationId xmlns:p14="http://schemas.microsoft.com/office/powerpoint/2010/main" val="69346035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CD8AA-4E74-4B14-AF54-34AE8A5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2DA52-F3BA-4167-8711-4D670019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42 · My First Day ·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062E8-E32D-4395-A659-F75ABFC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FA74-B1F8-471C-AFB9-83D720F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My name is Daniel.</a:t>
            </a:r>
          </a:p>
        </p:txBody>
      </p:sp>
    </p:spTree>
    <p:extLst>
      <p:ext uri="{BB962C8B-B14F-4D97-AF65-F5344CB8AC3E}">
        <p14:creationId xmlns:p14="http://schemas.microsoft.com/office/powerpoint/2010/main" val="193513842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6B561-2A0C-4464-812D-069D2036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7788F-D286-41A1-A4D2-DE0B659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43 · My First Day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506DE-E5D9-4B65-B9C0-B39ECE59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8646C-9377-4901-B576-339143C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___ new at Green Hill School.</a:t>
            </a:r>
          </a:p>
        </p:txBody>
      </p:sp>
    </p:spTree>
    <p:extLst>
      <p:ext uri="{BB962C8B-B14F-4D97-AF65-F5344CB8AC3E}">
        <p14:creationId xmlns:p14="http://schemas.microsoft.com/office/powerpoint/2010/main" val="19685095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F2F05-19D5-4BFA-9A24-9D923E6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E5B4D-6C60-4613-9204-CA11FD6E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44 · My First Day ·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78293-BB3B-4FC3-989E-40074F8E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A8C1-43A6-49A6-BB31-3297CAD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new at Green Hill School.</a:t>
            </a:r>
          </a:p>
        </p:txBody>
      </p:sp>
    </p:spTree>
    <p:extLst>
      <p:ext uri="{BB962C8B-B14F-4D97-AF65-F5344CB8AC3E}">
        <p14:creationId xmlns:p14="http://schemas.microsoft.com/office/powerpoint/2010/main" val="2054827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58B59-73DE-4A83-8E42-00FE897B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1412C-D22E-4F60-A7EB-35CF4F11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45 · My First Day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2976B-EF3C-400A-A56D-ECF7DE28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30A29-AEAB-4F66-8E5E-970AA91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Yesterday ___ my first day.</a:t>
            </a:r>
          </a:p>
        </p:txBody>
      </p:sp>
    </p:spTree>
    <p:extLst>
      <p:ext uri="{BB962C8B-B14F-4D97-AF65-F5344CB8AC3E}">
        <p14:creationId xmlns:p14="http://schemas.microsoft.com/office/powerpoint/2010/main" val="164700549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09C6F-4F5A-4426-913F-0C60E80C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BC84E-49B8-423D-9328-F54CE6E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46 · My First Day ·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35D26-D60D-4E08-BB58-8217559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B8F0A-B556-4363-96AC-AE04E39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Yesterday was my first day.</a:t>
            </a:r>
          </a:p>
        </p:txBody>
      </p:sp>
    </p:spTree>
    <p:extLst>
      <p:ext uri="{BB962C8B-B14F-4D97-AF65-F5344CB8AC3E}">
        <p14:creationId xmlns:p14="http://schemas.microsoft.com/office/powerpoint/2010/main" val="20263547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65DDF-A0D3-402E-BE34-830CCC30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02C9-500A-4C3B-8B4C-238CE49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47 · My First Day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5918A-8DDD-40BC-B789-06E3B60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03F8D-AA40-4904-A129-8278FF4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classrooms ___ bright and modern.</a:t>
            </a:r>
          </a:p>
        </p:txBody>
      </p:sp>
    </p:spTree>
    <p:extLst>
      <p:ext uri="{BB962C8B-B14F-4D97-AF65-F5344CB8AC3E}">
        <p14:creationId xmlns:p14="http://schemas.microsoft.com/office/powerpoint/2010/main" val="66086105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173D1-5BB9-4187-8921-91F9D760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8C6B5-6775-4C4A-A344-3A938638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48 · My First Day ·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52FF4-FA4C-4924-91A1-024BF36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עבר · Past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7219F-A8BB-4F37-A01B-8E45E406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classrooms were bright and modern.</a:t>
            </a:r>
          </a:p>
        </p:txBody>
      </p:sp>
    </p:spTree>
    <p:extLst>
      <p:ext uri="{BB962C8B-B14F-4D97-AF65-F5344CB8AC3E}">
        <p14:creationId xmlns:p14="http://schemas.microsoft.com/office/powerpoint/2010/main" val="104273401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C7B53-8FD6-41CD-88DD-06535531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C8B63-67A9-4869-9C7C-19061807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49 · My First Day ·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816AB-BA92-4CE8-8644-FBA1E23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610FA-5AE1-4833-9FF8-CCCFCBA7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Today I ___ more relaxed.</a:t>
            </a:r>
          </a:p>
        </p:txBody>
      </p:sp>
    </p:spTree>
    <p:extLst>
      <p:ext uri="{BB962C8B-B14F-4D97-AF65-F5344CB8AC3E}">
        <p14:creationId xmlns:p14="http://schemas.microsoft.com/office/powerpoint/2010/main" val="75180017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3396C-465D-459D-9C75-247A9636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39CA8-BBAA-4450-A98C-D0F1555E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50 · My First Day ·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AB54-D889-446F-8288-E90728B9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71C52-2FFB-49B0-B424-2AC3BAA1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Today I am more relaxed.</a:t>
            </a:r>
          </a:p>
        </p:txBody>
      </p:sp>
    </p:spTree>
    <p:extLst>
      <p:ext uri="{BB962C8B-B14F-4D97-AF65-F5344CB8AC3E}">
        <p14:creationId xmlns:p14="http://schemas.microsoft.com/office/powerpoint/2010/main" val="171304906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6AA1-82C2-44CE-97C3-62104E98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B548D-D11A-46B3-A8BE-AD357EF2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51 · My First Day ·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513BD-FDF9-45D7-A59B-BD8CC930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F5C4-4A53-42AD-AD97-AFD9A721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Tomorrow my friends ___ there with me.</a:t>
            </a:r>
          </a:p>
        </p:txBody>
      </p:sp>
    </p:spTree>
    <p:extLst>
      <p:ext uri="{BB962C8B-B14F-4D97-AF65-F5344CB8AC3E}">
        <p14:creationId xmlns:p14="http://schemas.microsoft.com/office/powerpoint/2010/main" val="17531623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DF90-347D-4703-B290-7844C5AE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069AC-D173-4DE0-85CC-7A56DD2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52 · My First Day ·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78215-F9DA-4945-BED5-49EACDE2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עתיד · Future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16403-18BB-4139-BBCA-775E1AD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Tomorrow my friends will be there with me.</a:t>
            </a:r>
          </a:p>
        </p:txBody>
      </p:sp>
    </p:spTree>
    <p:extLst>
      <p:ext uri="{BB962C8B-B14F-4D97-AF65-F5344CB8AC3E}">
        <p14:creationId xmlns:p14="http://schemas.microsoft.com/office/powerpoint/2010/main" val="97965475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A8FA6-19FA-496D-B8A4-9FAEE494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E6E5B-18F5-44D8-AEC9-396E3F89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53 · State or action?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FFD6D-D77F-4B04-BC76-651FF54C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30531-4AFA-4D32-8803-F245F742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good.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reading .</a:t>
            </a:r>
          </a:p>
        </p:txBody>
      </p:sp>
    </p:spTree>
    <p:extLst>
      <p:ext uri="{BB962C8B-B14F-4D97-AF65-F5344CB8AC3E}">
        <p14:creationId xmlns:p14="http://schemas.microsoft.com/office/powerpoint/2010/main" val="58930147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D207E-2420-4E83-B662-3C8A52C8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3284B-AA33-4364-A3E0-C76B21C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54 · The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1AA21-7E2E-436E-8406-FCD0A2D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2CC2-A3E0-4E85-A527-7C3939CD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Subject + BE + verb ing</a:t>
            </a:r>
          </a:p>
        </p:txBody>
      </p:sp>
    </p:spTree>
    <p:extLst>
      <p:ext uri="{BB962C8B-B14F-4D97-AF65-F5344CB8AC3E}">
        <p14:creationId xmlns:p14="http://schemas.microsoft.com/office/powerpoint/2010/main" val="170442751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CB866-BEAD-4644-A537-1EE22973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86FF0-1375-444D-A5E1-8662CED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55 · Watch it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11A1E-F1CF-4492-9AD0-916012F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C49B5-C234-46EC-B72B-1AD08EEA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 am reading 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is writing 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They are playing .</a:t>
            </a:r>
          </a:p>
        </p:txBody>
      </p:sp>
    </p:spTree>
    <p:extLst>
      <p:ext uri="{BB962C8B-B14F-4D97-AF65-F5344CB8AC3E}">
        <p14:creationId xmlns:p14="http://schemas.microsoft.com/office/powerpoint/2010/main" val="100985957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3CA0D-5649-489A-8D40-83850F8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053B0-4740-4FE2-BBE0-B3412D4D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56 · Final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B2394-446A-44D7-8E84-6D07299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B873-A4FE-4E49-BAFC-3B1501A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boy ___ running.</a:t>
            </a:r>
          </a:p>
        </p:txBody>
      </p:sp>
    </p:spTree>
    <p:extLst>
      <p:ext uri="{BB962C8B-B14F-4D97-AF65-F5344CB8AC3E}">
        <p14:creationId xmlns:p14="http://schemas.microsoft.com/office/powerpoint/2010/main" val="64558489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5AD08-D399-4999-80E8-C79C11B2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A9FBE-BD12-4699-82E4-473BB03A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57 · The summit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64187-0339-4E4A-AF40-4D68F293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הווה ·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2BF3E-7CF7-4F39-8AD5-A94B4FCB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⛰️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boy is running.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 reached the top.</a:t>
            </a:r>
          </a:p>
        </p:txBody>
      </p:sp>
    </p:spTree>
    <p:extLst>
      <p:ext uri="{BB962C8B-B14F-4D97-AF65-F5344CB8AC3E}">
        <p14:creationId xmlns:p14="http://schemas.microsoft.com/office/powerpoint/2010/main" val="181517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2026-09-01T14:55:38.2420000Z</dcterms:created>
  <dcterms:modified xsi:type="dcterms:W3CDTF">2026-09-01T14:55:38.2420000Z</dcterms:modified>
</coreProperties>
</file>