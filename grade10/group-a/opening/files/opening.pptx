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50b273dca6b403b" /><Relationship Type="http://schemas.openxmlformats.org/officeDocument/2006/relationships/extended-properties" Target="/docProps/app.xml" Id="Rd6f9ec9ac33a4789" /><Relationship Type="http://schemas.openxmlformats.org/officeDocument/2006/relationships/officeDocument" Target="/ppt/presentation.xml" Id="R90b90ee3a05744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cbdbd04d814bdc"/>
  </p:sldMasterIdLst>
  <p:notesMasterIdLst>
    <p:notesMasterId xmlns:r="http://schemas.openxmlformats.org/officeDocument/2006/relationships" r:id="R136010a680dd41cf"/>
  </p:notesMasterIdLst>
  <p:sldIdLst>
    <p:sldId xmlns:r="http://schemas.openxmlformats.org/officeDocument/2006/relationships" id="256" r:id="R49fd75daa56f4244"/>
    <p:sldId xmlns:r="http://schemas.openxmlformats.org/officeDocument/2006/relationships" id="257" r:id="Rdbcc0fbab5524db3"/>
    <p:sldId xmlns:r="http://schemas.openxmlformats.org/officeDocument/2006/relationships" id="258" r:id="Ra6d098f00a6947d1"/>
    <p:sldId xmlns:r="http://schemas.openxmlformats.org/officeDocument/2006/relationships" id="259" r:id="R751dde5f84b74d9b"/>
    <p:sldId xmlns:r="http://schemas.openxmlformats.org/officeDocument/2006/relationships" id="260" r:id="R380ba8d96ca24bce"/>
    <p:sldId xmlns:r="http://schemas.openxmlformats.org/officeDocument/2006/relationships" id="261" r:id="Rc3b8931f620441f2"/>
    <p:sldId xmlns:r="http://schemas.openxmlformats.org/officeDocument/2006/relationships" id="262" r:id="R54dfd4c055a14bfb"/>
    <p:sldId xmlns:r="http://schemas.openxmlformats.org/officeDocument/2006/relationships" id="263" r:id="R8f3cc495743e4da7"/>
    <p:sldId xmlns:r="http://schemas.openxmlformats.org/officeDocument/2006/relationships" id="264" r:id="R673961d237ed419f"/>
    <p:sldId xmlns:r="http://schemas.openxmlformats.org/officeDocument/2006/relationships" id="265" r:id="Rcefd7ba588f442b9"/>
    <p:sldId xmlns:r="http://schemas.openxmlformats.org/officeDocument/2006/relationships" id="266" r:id="R6326a45c7fd8453f"/>
    <p:sldId xmlns:r="http://schemas.openxmlformats.org/officeDocument/2006/relationships" id="267" r:id="R3c486e225c614289"/>
    <p:sldId xmlns:r="http://schemas.openxmlformats.org/officeDocument/2006/relationships" id="268" r:id="R39c1054753924863"/>
    <p:sldId xmlns:r="http://schemas.openxmlformats.org/officeDocument/2006/relationships" id="269" r:id="R71fd2d5bee0a4e93"/>
    <p:sldId xmlns:r="http://schemas.openxmlformats.org/officeDocument/2006/relationships" id="270" r:id="R7c22bea72ae44630"/>
    <p:sldId xmlns:r="http://schemas.openxmlformats.org/officeDocument/2006/relationships" id="271" r:id="R4d4fd8874b964402"/>
    <p:sldId xmlns:r="http://schemas.openxmlformats.org/officeDocument/2006/relationships" id="272" r:id="R9d6c1b5d70ed45fb"/>
    <p:sldId xmlns:r="http://schemas.openxmlformats.org/officeDocument/2006/relationships" id="273" r:id="R7ee1131f1c3f4474"/>
    <p:sldId xmlns:r="http://schemas.openxmlformats.org/officeDocument/2006/relationships" id="274" r:id="Rf88721ce12214d81"/>
    <p:sldId xmlns:r="http://schemas.openxmlformats.org/officeDocument/2006/relationships" id="275" r:id="R28b79620cbb54526"/>
    <p:sldId xmlns:r="http://schemas.openxmlformats.org/officeDocument/2006/relationships" id="276" r:id="Rae63e1eab9f74aaf"/>
    <p:sldId xmlns:r="http://schemas.openxmlformats.org/officeDocument/2006/relationships" id="277" r:id="R648098374468467a"/>
    <p:sldId xmlns:r="http://schemas.openxmlformats.org/officeDocument/2006/relationships" id="278" r:id="R3449dbfbb4494f3d"/>
    <p:sldId xmlns:r="http://schemas.openxmlformats.org/officeDocument/2006/relationships" id="279" r:id="R7cc9462f91a64b49"/>
    <p:sldId xmlns:r="http://schemas.openxmlformats.org/officeDocument/2006/relationships" id="280" r:id="R85a03c966aa14175"/>
    <p:sldId xmlns:r="http://schemas.openxmlformats.org/officeDocument/2006/relationships" id="281" r:id="R6c88259dec6f44f2"/>
    <p:sldId xmlns:r="http://schemas.openxmlformats.org/officeDocument/2006/relationships" id="282" r:id="Rf23bc283d6f34efa"/>
    <p:sldId xmlns:r="http://schemas.openxmlformats.org/officeDocument/2006/relationships" id="283" r:id="Ra4b77395d3ec4892"/>
    <p:sldId xmlns:r="http://schemas.openxmlformats.org/officeDocument/2006/relationships" id="284" r:id="Rcc411365f68b4dda"/>
    <p:sldId xmlns:r="http://schemas.openxmlformats.org/officeDocument/2006/relationships" id="285" r:id="R40469f6645854ef3"/>
    <p:sldId xmlns:r="http://schemas.openxmlformats.org/officeDocument/2006/relationships" id="286" r:id="R856eebf0115843dc"/>
    <p:sldId xmlns:r="http://schemas.openxmlformats.org/officeDocument/2006/relationships" id="287" r:id="Rf5c9a2dc264345de"/>
    <p:sldId xmlns:r="http://schemas.openxmlformats.org/officeDocument/2006/relationships" id="288" r:id="Rb102005f2f704766"/>
    <p:sldId xmlns:r="http://schemas.openxmlformats.org/officeDocument/2006/relationships" id="289" r:id="R562f7c4252504d95"/>
    <p:sldId xmlns:r="http://schemas.openxmlformats.org/officeDocument/2006/relationships" id="290" r:id="R797a83555f714b58"/>
    <p:sldId xmlns:r="http://schemas.openxmlformats.org/officeDocument/2006/relationships" id="291" r:id="R51c4ca9b75034a6f"/>
    <p:sldId xmlns:r="http://schemas.openxmlformats.org/officeDocument/2006/relationships" id="292" r:id="R9af50494f5a14945"/>
    <p:sldId xmlns:r="http://schemas.openxmlformats.org/officeDocument/2006/relationships" id="293" r:id="R0b5e8a8062e7443c"/>
    <p:sldId xmlns:r="http://schemas.openxmlformats.org/officeDocument/2006/relationships" id="294" r:id="Ra5fda120b2134a82"/>
    <p:sldId xmlns:r="http://schemas.openxmlformats.org/officeDocument/2006/relationships" id="295" r:id="R59f402d36cbe47ad"/>
    <p:sldId xmlns:r="http://schemas.openxmlformats.org/officeDocument/2006/relationships" id="296" r:id="R02d4ec70dad3412b"/>
    <p:sldId xmlns:r="http://schemas.openxmlformats.org/officeDocument/2006/relationships" id="297" r:id="Rd4f02de8c1c5439b"/>
    <p:sldId xmlns:r="http://schemas.openxmlformats.org/officeDocument/2006/relationships" id="298" r:id="R8aae6b3f70234947"/>
    <p:sldId xmlns:r="http://schemas.openxmlformats.org/officeDocument/2006/relationships" id="299" r:id="Rc8d263a1b1804a01"/>
    <p:sldId xmlns:r="http://schemas.openxmlformats.org/officeDocument/2006/relationships" id="300" r:id="Ree21219511e2493f"/>
    <p:sldId xmlns:r="http://schemas.openxmlformats.org/officeDocument/2006/relationships" id="301" r:id="R6e48a6d5f1f8405a"/>
    <p:sldId xmlns:r="http://schemas.openxmlformats.org/officeDocument/2006/relationships" id="302" r:id="Raef09980acce4e3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f477e30cd5e4dc4" /><Relationship Type="http://schemas.openxmlformats.org/officeDocument/2006/relationships/slideMaster" Target="/ppt/slideMasters/slideMaster1.xml" Id="R9fcbdbd04d814bdc" /><Relationship Type="http://schemas.openxmlformats.org/officeDocument/2006/relationships/notesMaster" Target="/ppt/notesMasters/notesMaster1.xml" Id="R136010a680dd41cf" /><Relationship Type="http://schemas.openxmlformats.org/officeDocument/2006/relationships/presProps" Target="/ppt/presProps.xml" Id="R10cccbab57c54591" /><Relationship Type="http://schemas.openxmlformats.org/officeDocument/2006/relationships/tableStyles" Target="/ppt/tableStyles.xml" Id="Rc8a05654796f4894" /><Relationship Type="http://schemas.openxmlformats.org/officeDocument/2006/relationships/slide" Target="/ppt/slides/slide1.xml" Id="R49fd75daa56f4244" /><Relationship Type="http://schemas.openxmlformats.org/officeDocument/2006/relationships/slide" Target="/ppt/slides/slide2.xml" Id="Rdbcc0fbab5524db3" /><Relationship Type="http://schemas.openxmlformats.org/officeDocument/2006/relationships/slide" Target="/ppt/slides/slide3.xml" Id="Ra6d098f00a6947d1" /><Relationship Type="http://schemas.openxmlformats.org/officeDocument/2006/relationships/slide" Target="/ppt/slides/slide4.xml" Id="R751dde5f84b74d9b" /><Relationship Type="http://schemas.openxmlformats.org/officeDocument/2006/relationships/slide" Target="/ppt/slides/slide5.xml" Id="R380ba8d96ca24bce" /><Relationship Type="http://schemas.openxmlformats.org/officeDocument/2006/relationships/slide" Target="/ppt/slides/slide6.xml" Id="Rc3b8931f620441f2" /><Relationship Type="http://schemas.openxmlformats.org/officeDocument/2006/relationships/slide" Target="/ppt/slides/slide7.xml" Id="R54dfd4c055a14bfb" /><Relationship Type="http://schemas.openxmlformats.org/officeDocument/2006/relationships/slide" Target="/ppt/slides/slide8.xml" Id="R8f3cc495743e4da7" /><Relationship Type="http://schemas.openxmlformats.org/officeDocument/2006/relationships/slide" Target="/ppt/slides/slide9.xml" Id="R673961d237ed419f" /><Relationship Type="http://schemas.openxmlformats.org/officeDocument/2006/relationships/slide" Target="/ppt/slides/slide10.xml" Id="Rcefd7ba588f442b9" /><Relationship Type="http://schemas.openxmlformats.org/officeDocument/2006/relationships/slide" Target="/ppt/slides/slide11.xml" Id="R6326a45c7fd8453f" /><Relationship Type="http://schemas.openxmlformats.org/officeDocument/2006/relationships/slide" Target="/ppt/slides/slide12.xml" Id="R3c486e225c614289" /><Relationship Type="http://schemas.openxmlformats.org/officeDocument/2006/relationships/slide" Target="/ppt/slides/slide13.xml" Id="R39c1054753924863" /><Relationship Type="http://schemas.openxmlformats.org/officeDocument/2006/relationships/slide" Target="/ppt/slides/slide14.xml" Id="R71fd2d5bee0a4e93" /><Relationship Type="http://schemas.openxmlformats.org/officeDocument/2006/relationships/slide" Target="/ppt/slides/slide15.xml" Id="R7c22bea72ae44630" /><Relationship Type="http://schemas.openxmlformats.org/officeDocument/2006/relationships/slide" Target="/ppt/slides/slide16.xml" Id="R4d4fd8874b964402" /><Relationship Type="http://schemas.openxmlformats.org/officeDocument/2006/relationships/slide" Target="/ppt/slides/slide17.xml" Id="R9d6c1b5d70ed45fb" /><Relationship Type="http://schemas.openxmlformats.org/officeDocument/2006/relationships/slide" Target="/ppt/slides/slide18.xml" Id="R7ee1131f1c3f4474" /><Relationship Type="http://schemas.openxmlformats.org/officeDocument/2006/relationships/slide" Target="/ppt/slides/slide19.xml" Id="Rf88721ce12214d81" /><Relationship Type="http://schemas.openxmlformats.org/officeDocument/2006/relationships/slide" Target="/ppt/slides/slide20.xml" Id="R28b79620cbb54526" /><Relationship Type="http://schemas.openxmlformats.org/officeDocument/2006/relationships/slide" Target="/ppt/slides/slide21.xml" Id="Rae63e1eab9f74aaf" /><Relationship Type="http://schemas.openxmlformats.org/officeDocument/2006/relationships/slide" Target="/ppt/slides/slide22.xml" Id="R648098374468467a" /><Relationship Type="http://schemas.openxmlformats.org/officeDocument/2006/relationships/slide" Target="/ppt/slides/slide23.xml" Id="R3449dbfbb4494f3d" /><Relationship Type="http://schemas.openxmlformats.org/officeDocument/2006/relationships/slide" Target="/ppt/slides/slide24.xml" Id="R7cc9462f91a64b49" /><Relationship Type="http://schemas.openxmlformats.org/officeDocument/2006/relationships/slide" Target="/ppt/slides/slide25.xml" Id="R85a03c966aa14175" /><Relationship Type="http://schemas.openxmlformats.org/officeDocument/2006/relationships/slide" Target="/ppt/slides/slide26.xml" Id="R6c88259dec6f44f2" /><Relationship Type="http://schemas.openxmlformats.org/officeDocument/2006/relationships/slide" Target="/ppt/slides/slide27.xml" Id="Rf23bc283d6f34efa" /><Relationship Type="http://schemas.openxmlformats.org/officeDocument/2006/relationships/slide" Target="/ppt/slides/slide28.xml" Id="Ra4b77395d3ec4892" /><Relationship Type="http://schemas.openxmlformats.org/officeDocument/2006/relationships/slide" Target="/ppt/slides/slide29.xml" Id="Rcc411365f68b4dda" /><Relationship Type="http://schemas.openxmlformats.org/officeDocument/2006/relationships/slide" Target="/ppt/slides/slide30.xml" Id="R40469f6645854ef3" /><Relationship Type="http://schemas.openxmlformats.org/officeDocument/2006/relationships/slide" Target="/ppt/slides/slide31.xml" Id="R856eebf0115843dc" /><Relationship Type="http://schemas.openxmlformats.org/officeDocument/2006/relationships/slide" Target="/ppt/slides/slide32.xml" Id="Rf5c9a2dc264345de" /><Relationship Type="http://schemas.openxmlformats.org/officeDocument/2006/relationships/slide" Target="/ppt/slides/slide33.xml" Id="Rb102005f2f704766" /><Relationship Type="http://schemas.openxmlformats.org/officeDocument/2006/relationships/slide" Target="/ppt/slides/slide34.xml" Id="R562f7c4252504d95" /><Relationship Type="http://schemas.openxmlformats.org/officeDocument/2006/relationships/slide" Target="/ppt/slides/slide35.xml" Id="R797a83555f714b58" /><Relationship Type="http://schemas.openxmlformats.org/officeDocument/2006/relationships/slide" Target="/ppt/slides/slide36.xml" Id="R51c4ca9b75034a6f" /><Relationship Type="http://schemas.openxmlformats.org/officeDocument/2006/relationships/slide" Target="/ppt/slides/slide37.xml" Id="R9af50494f5a14945" /><Relationship Type="http://schemas.openxmlformats.org/officeDocument/2006/relationships/slide" Target="/ppt/slides/slide38.xml" Id="R0b5e8a8062e7443c" /><Relationship Type="http://schemas.openxmlformats.org/officeDocument/2006/relationships/slide" Target="/ppt/slides/slide39.xml" Id="Ra5fda120b2134a82" /><Relationship Type="http://schemas.openxmlformats.org/officeDocument/2006/relationships/slide" Target="/ppt/slides/slide40.xml" Id="R59f402d36cbe47ad" /><Relationship Type="http://schemas.openxmlformats.org/officeDocument/2006/relationships/slide" Target="/ppt/slides/slide41.xml" Id="R02d4ec70dad3412b" /><Relationship Type="http://schemas.openxmlformats.org/officeDocument/2006/relationships/slide" Target="/ppt/slides/slide42.xml" Id="Rd4f02de8c1c5439b" /><Relationship Type="http://schemas.openxmlformats.org/officeDocument/2006/relationships/slide" Target="/ppt/slides/slide43.xml" Id="R8aae6b3f70234947" /><Relationship Type="http://schemas.openxmlformats.org/officeDocument/2006/relationships/slide" Target="/ppt/slides/slide44.xml" Id="Rc8d263a1b1804a01" /><Relationship Type="http://schemas.openxmlformats.org/officeDocument/2006/relationships/slide" Target="/ppt/slides/slide45.xml" Id="Ree21219511e2493f" /><Relationship Type="http://schemas.openxmlformats.org/officeDocument/2006/relationships/slide" Target="/ppt/slides/slide46.xml" Id="R6e48a6d5f1f8405a" /><Relationship Type="http://schemas.openxmlformats.org/officeDocument/2006/relationships/slide" Target="/ppt/slides/slide47.xml" Id="Raef09980acce4e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c105068610c43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898c477d3648a6" /><Relationship Type="http://schemas.openxmlformats.org/officeDocument/2006/relationships/notesMaster" Target="/ppt/notesMasters/notesMaster1.xml" Id="R4caae2eb9d2f4f2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1b73f43c96f4a61" /><Relationship Type="http://schemas.openxmlformats.org/officeDocument/2006/relationships/notesMaster" Target="/ppt/notesMasters/notesMaster1.xml" Id="R18fdfb37d60f474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2ae2828cf24403" /><Relationship Type="http://schemas.openxmlformats.org/officeDocument/2006/relationships/notesMaster" Target="/ppt/notesMasters/notesMaster1.xml" Id="Re4a2ee0de1f4468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f6111d566c64227" /><Relationship Type="http://schemas.openxmlformats.org/officeDocument/2006/relationships/notesMaster" Target="/ppt/notesMasters/notesMaster1.xml" Id="R8727af9b014c442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839a60492a041cc" /><Relationship Type="http://schemas.openxmlformats.org/officeDocument/2006/relationships/notesMaster" Target="/ppt/notesMasters/notesMaster1.xml" Id="R04a7221dacc3413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c7e542a40704743" /><Relationship Type="http://schemas.openxmlformats.org/officeDocument/2006/relationships/notesMaster" Target="/ppt/notesMasters/notesMaster1.xml" Id="R7ff66e62ff5e49b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cd6696d6a4440fd" /><Relationship Type="http://schemas.openxmlformats.org/officeDocument/2006/relationships/notesMaster" Target="/ppt/notesMasters/notesMaster1.xml" Id="R0e9c9cedd68246a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4834267118a4204" /><Relationship Type="http://schemas.openxmlformats.org/officeDocument/2006/relationships/notesMaster" Target="/ppt/notesMasters/notesMaster1.xml" Id="R5e148271f2e04e6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da803e328f6494c" /><Relationship Type="http://schemas.openxmlformats.org/officeDocument/2006/relationships/notesMaster" Target="/ppt/notesMasters/notesMaster1.xml" Id="R4d7149d2e8c9463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8fec0419a474ec9" /><Relationship Type="http://schemas.openxmlformats.org/officeDocument/2006/relationships/notesMaster" Target="/ppt/notesMasters/notesMaster1.xml" Id="Re1fbc18c48244c8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8f99693567d4562" /><Relationship Type="http://schemas.openxmlformats.org/officeDocument/2006/relationships/notesMaster" Target="/ppt/notesMasters/notesMaster1.xml" Id="R9dc4f6c35149411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e944e8a037a4918" /><Relationship Type="http://schemas.openxmlformats.org/officeDocument/2006/relationships/notesMaster" Target="/ppt/notesMasters/notesMaster1.xml" Id="Rb8fa2cfe01c943c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baa415819714ea5" /><Relationship Type="http://schemas.openxmlformats.org/officeDocument/2006/relationships/notesMaster" Target="/ppt/notesMasters/notesMaster1.xml" Id="Rf40a12e6a85846f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6f20e9df7ba4c6e" /><Relationship Type="http://schemas.openxmlformats.org/officeDocument/2006/relationships/notesMaster" Target="/ppt/notesMasters/notesMaster1.xml" Id="Rb59cdf4508bc4c7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779e5f1491f41ac" /><Relationship Type="http://schemas.openxmlformats.org/officeDocument/2006/relationships/notesMaster" Target="/ppt/notesMasters/notesMaster1.xml" Id="Re67b1a02252246a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c06d97b7e834c7b" /><Relationship Type="http://schemas.openxmlformats.org/officeDocument/2006/relationships/notesMaster" Target="/ppt/notesMasters/notesMaster1.xml" Id="Rdacba4782f75479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0489d4f3d5043ea" /><Relationship Type="http://schemas.openxmlformats.org/officeDocument/2006/relationships/notesMaster" Target="/ppt/notesMasters/notesMaster1.xml" Id="Rd7c68256976947f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90f148245214ec5" /><Relationship Type="http://schemas.openxmlformats.org/officeDocument/2006/relationships/notesMaster" Target="/ppt/notesMasters/notesMaster1.xml" Id="R6f36326abe49466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58ad4a2b4134b39" /><Relationship Type="http://schemas.openxmlformats.org/officeDocument/2006/relationships/notesMaster" Target="/ppt/notesMasters/notesMaster1.xml" Id="R2b81f1c7ac654a4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4b831696cea4575" /><Relationship Type="http://schemas.openxmlformats.org/officeDocument/2006/relationships/notesMaster" Target="/ppt/notesMasters/notesMaster1.xml" Id="Ra2c17f91c2d2486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e9c73bb61f24ca8" /><Relationship Type="http://schemas.openxmlformats.org/officeDocument/2006/relationships/notesMaster" Target="/ppt/notesMasters/notesMaster1.xml" Id="R06e680a7a71e40b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cdc678b288f4a79" /><Relationship Type="http://schemas.openxmlformats.org/officeDocument/2006/relationships/notesMaster" Target="/ppt/notesMasters/notesMaster1.xml" Id="Rf0a8aa57e64441c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65398d04bbc4766" /><Relationship Type="http://schemas.openxmlformats.org/officeDocument/2006/relationships/notesMaster" Target="/ppt/notesMasters/notesMaster1.xml" Id="Rb171adf75a0f4bc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ca088253939408d" /><Relationship Type="http://schemas.openxmlformats.org/officeDocument/2006/relationships/notesMaster" Target="/ppt/notesMasters/notesMaster1.xml" Id="R22d24e778022465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e475c3c4dd14e95" /><Relationship Type="http://schemas.openxmlformats.org/officeDocument/2006/relationships/notesMaster" Target="/ppt/notesMasters/notesMaster1.xml" Id="R2967c0e5db954b3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ff638d2f329421b" /><Relationship Type="http://schemas.openxmlformats.org/officeDocument/2006/relationships/notesMaster" Target="/ppt/notesMasters/notesMaster1.xml" Id="Rb18b2dc519f84dd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eeaefd4c4be4555" /><Relationship Type="http://schemas.openxmlformats.org/officeDocument/2006/relationships/notesMaster" Target="/ppt/notesMasters/notesMaster1.xml" Id="Rb0b532322d2b473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42e4dbfc492406b" /><Relationship Type="http://schemas.openxmlformats.org/officeDocument/2006/relationships/notesMaster" Target="/ppt/notesMasters/notesMaster1.xml" Id="R64f4238464fc49d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3bc4a4928004119" /><Relationship Type="http://schemas.openxmlformats.org/officeDocument/2006/relationships/notesMaster" Target="/ppt/notesMasters/notesMaster1.xml" Id="R534ce578470c488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8c7a16d4fba84f07" /><Relationship Type="http://schemas.openxmlformats.org/officeDocument/2006/relationships/notesMaster" Target="/ppt/notesMasters/notesMaster1.xml" Id="Ra4f8e3d03f664e8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6fe7cd6988440f5" /><Relationship Type="http://schemas.openxmlformats.org/officeDocument/2006/relationships/notesMaster" Target="/ppt/notesMasters/notesMaster1.xml" Id="Rccade61547f04924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c94f22998e5f47c1" /><Relationship Type="http://schemas.openxmlformats.org/officeDocument/2006/relationships/notesMaster" Target="/ppt/notesMasters/notesMaster1.xml" Id="R990cbe23e428422a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e7ef82c8d4674832" /><Relationship Type="http://schemas.openxmlformats.org/officeDocument/2006/relationships/notesMaster" Target="/ppt/notesMasters/notesMaster1.xml" Id="R36bd346151ad4c14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7e18d84ee4ae42dc" /><Relationship Type="http://schemas.openxmlformats.org/officeDocument/2006/relationships/notesMaster" Target="/ppt/notesMasters/notesMaster1.xml" Id="R33dd67ac52fd480e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824ad626aafe4a90" /><Relationship Type="http://schemas.openxmlformats.org/officeDocument/2006/relationships/notesMaster" Target="/ppt/notesMasters/notesMaster1.xml" Id="Receea333829f4b4d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846f3d834bd249cb" /><Relationship Type="http://schemas.openxmlformats.org/officeDocument/2006/relationships/notesMaster" Target="/ppt/notesMasters/notesMaster1.xml" Id="R9625f5660db741b4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43232d3e10a14176" /><Relationship Type="http://schemas.openxmlformats.org/officeDocument/2006/relationships/notesMaster" Target="/ppt/notesMasters/notesMaster1.xml" Id="R9623069198384eb6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76685dc30e3c4b2f" /><Relationship Type="http://schemas.openxmlformats.org/officeDocument/2006/relationships/notesMaster" Target="/ppt/notesMasters/notesMaster1.xml" Id="Ref74632294784d82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006a139932ba411f" /><Relationship Type="http://schemas.openxmlformats.org/officeDocument/2006/relationships/notesMaster" Target="/ppt/notesMasters/notesMaster1.xml" Id="R8c592d3166a7418d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c2d439b04d8e4e48" /><Relationship Type="http://schemas.openxmlformats.org/officeDocument/2006/relationships/notesMaster" Target="/ppt/notesMasters/notesMaster1.xml" Id="R46387008806b40d2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61d1f620dded480b" /><Relationship Type="http://schemas.openxmlformats.org/officeDocument/2006/relationships/notesMaster" Target="/ppt/notesMasters/notesMaster1.xml" Id="R7462d8ed932c4ec5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180611ef8bc34d26" /><Relationship Type="http://schemas.openxmlformats.org/officeDocument/2006/relationships/notesMaster" Target="/ppt/notesMasters/notesMaster1.xml" Id="R982d72370520494c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9cbcb3878a864856" /><Relationship Type="http://schemas.openxmlformats.org/officeDocument/2006/relationships/notesMaster" Target="/ppt/notesMasters/notesMaster1.xml" Id="R6383b3b5957048de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8830eee5fb1e454b" /><Relationship Type="http://schemas.openxmlformats.org/officeDocument/2006/relationships/notesMaster" Target="/ppt/notesMasters/notesMaster1.xml" Id="R362ba589330b4110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3f353568505646c6" /><Relationship Type="http://schemas.openxmlformats.org/officeDocument/2006/relationships/notesMaster" Target="/ppt/notesMasters/notesMaster1.xml" Id="Rfa2026bf5dd94255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e63cea2198d947b6" /><Relationship Type="http://schemas.openxmlformats.org/officeDocument/2006/relationships/notesMaster" Target="/ppt/notesMasters/notesMaster1.xml" Id="R75ab4dd0b3154d9b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2bc1391415cd4528" /><Relationship Type="http://schemas.openxmlformats.org/officeDocument/2006/relationships/notesMaster" Target="/ppt/notesMasters/notesMaster1.xml" Id="R1ae1b36c43274c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910bf2474c4e0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3302fece9924434" /><Relationship Type="http://schemas.openxmlformats.org/officeDocument/2006/relationships/slideLayout" Target="/ppt/slideLayouts/slideLayout1.xml" Id="Rde80c3a8cd2d4d3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80c3a8cd2d4d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010c76b9624cee" /><Relationship Type="http://schemas.openxmlformats.org/officeDocument/2006/relationships/notesSlide" Target="/ppt/notesSlides/notesSlide1.xml" Id="R3fd3aac73c9f43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4e275821ba4640" /><Relationship Type="http://schemas.openxmlformats.org/officeDocument/2006/relationships/notesSlide" Target="/ppt/notesSlides/notesSlide2.xml" Id="Rd893ea8f4e2544a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99eec4cc3a46ca" /><Relationship Type="http://schemas.openxmlformats.org/officeDocument/2006/relationships/notesSlide" Target="/ppt/notesSlides/notesSlide3.xml" Id="R008f8f6eb3a54be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8e6c367136410f" /><Relationship Type="http://schemas.openxmlformats.org/officeDocument/2006/relationships/notesSlide" Target="/ppt/notesSlides/notesSlide4.xml" Id="R57594703421f41e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47adaa86f344dd" /><Relationship Type="http://schemas.openxmlformats.org/officeDocument/2006/relationships/notesSlide" Target="/ppt/notesSlides/notesSlide5.xml" Id="R19f2ef7a70da4f1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bb3d30cc434dd3" /><Relationship Type="http://schemas.openxmlformats.org/officeDocument/2006/relationships/notesSlide" Target="/ppt/notesSlides/notesSlide6.xml" Id="R4e5029d3c6a64ff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34cb4fd11547a3" /><Relationship Type="http://schemas.openxmlformats.org/officeDocument/2006/relationships/notesSlide" Target="/ppt/notesSlides/notesSlide7.xml" Id="Rc0d17ac5a648444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50207618a145d1" /><Relationship Type="http://schemas.openxmlformats.org/officeDocument/2006/relationships/notesSlide" Target="/ppt/notesSlides/notesSlide8.xml" Id="Ra06474373e7b4ac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254968c88a4216" /><Relationship Type="http://schemas.openxmlformats.org/officeDocument/2006/relationships/notesSlide" Target="/ppt/notesSlides/notesSlide9.xml" Id="R716996aa79fc411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a3d7bca8844d82" /><Relationship Type="http://schemas.openxmlformats.org/officeDocument/2006/relationships/notesSlide" Target="/ppt/notesSlides/notesSlide10.xml" Id="R4ec890b713f3464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d90cba7c354184" /><Relationship Type="http://schemas.openxmlformats.org/officeDocument/2006/relationships/notesSlide" Target="/ppt/notesSlides/notesSlide11.xml" Id="R90d8666309004d5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a2d6e7a0fb4cb1" /><Relationship Type="http://schemas.openxmlformats.org/officeDocument/2006/relationships/notesSlide" Target="/ppt/notesSlides/notesSlide12.xml" Id="Rc02de47cc3a341e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0b866e91124650" /><Relationship Type="http://schemas.openxmlformats.org/officeDocument/2006/relationships/notesSlide" Target="/ppt/notesSlides/notesSlide13.xml" Id="Rdd9efd9054d5498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8d0c9635b44d5f" /><Relationship Type="http://schemas.openxmlformats.org/officeDocument/2006/relationships/notesSlide" Target="/ppt/notesSlides/notesSlide14.xml" Id="R0cd136e5a7734a6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e1105d80e94c69" /><Relationship Type="http://schemas.openxmlformats.org/officeDocument/2006/relationships/notesSlide" Target="/ppt/notesSlides/notesSlide15.xml" Id="Rd73f6857473c487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23a43b3c6a413d" /><Relationship Type="http://schemas.openxmlformats.org/officeDocument/2006/relationships/notesSlide" Target="/ppt/notesSlides/notesSlide16.xml" Id="Rc2544293e8ef4be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4768fc6bca4a78" /><Relationship Type="http://schemas.openxmlformats.org/officeDocument/2006/relationships/notesSlide" Target="/ppt/notesSlides/notesSlide17.xml" Id="R06adf10fea1640c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03732901b84ad6" /><Relationship Type="http://schemas.openxmlformats.org/officeDocument/2006/relationships/notesSlide" Target="/ppt/notesSlides/notesSlide18.xml" Id="Rb4c02472e55943d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5bb161a53d4129" /><Relationship Type="http://schemas.openxmlformats.org/officeDocument/2006/relationships/notesSlide" Target="/ppt/notesSlides/notesSlide19.xml" Id="R3bff493a163c43e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31a1c604d048ee" /><Relationship Type="http://schemas.openxmlformats.org/officeDocument/2006/relationships/notesSlide" Target="/ppt/notesSlides/notesSlide20.xml" Id="Rbc94af13aeac4f6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c54ad0e54b4b17" /><Relationship Type="http://schemas.openxmlformats.org/officeDocument/2006/relationships/notesSlide" Target="/ppt/notesSlides/notesSlide21.xml" Id="Reccd8937b14a4b5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4360632d5b4e7a" /><Relationship Type="http://schemas.openxmlformats.org/officeDocument/2006/relationships/notesSlide" Target="/ppt/notesSlides/notesSlide22.xml" Id="R3ac525f39c60480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4c9d5d9d454584" /><Relationship Type="http://schemas.openxmlformats.org/officeDocument/2006/relationships/notesSlide" Target="/ppt/notesSlides/notesSlide23.xml" Id="Red54daa4b21647a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d23ecd958d4c76" /><Relationship Type="http://schemas.openxmlformats.org/officeDocument/2006/relationships/notesSlide" Target="/ppt/notesSlides/notesSlide24.xml" Id="Re3a91b25ad82491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7263c954c04b81" /><Relationship Type="http://schemas.openxmlformats.org/officeDocument/2006/relationships/notesSlide" Target="/ppt/notesSlides/notesSlide25.xml" Id="R09103e58720d422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669da487ff4bc6" /><Relationship Type="http://schemas.openxmlformats.org/officeDocument/2006/relationships/notesSlide" Target="/ppt/notesSlides/notesSlide26.xml" Id="R3f9bcbb75f23434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76dd9c96494c34" /><Relationship Type="http://schemas.openxmlformats.org/officeDocument/2006/relationships/notesSlide" Target="/ppt/notesSlides/notesSlide27.xml" Id="Rb554c666d0634c1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8a50ee898d42e9" /><Relationship Type="http://schemas.openxmlformats.org/officeDocument/2006/relationships/notesSlide" Target="/ppt/notesSlides/notesSlide28.xml" Id="Rdad65e1c19604bb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2f060473cc4baf" /><Relationship Type="http://schemas.openxmlformats.org/officeDocument/2006/relationships/notesSlide" Target="/ppt/notesSlides/notesSlide29.xml" Id="R31184159f344430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3de7db4c27484a" /><Relationship Type="http://schemas.openxmlformats.org/officeDocument/2006/relationships/notesSlide" Target="/ppt/notesSlides/notesSlide30.xml" Id="R8eeb63af3632428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26b54a61a646ee" /><Relationship Type="http://schemas.openxmlformats.org/officeDocument/2006/relationships/notesSlide" Target="/ppt/notesSlides/notesSlide31.xml" Id="Rca3d82ca4f9642f7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ff696e735040d2" /><Relationship Type="http://schemas.openxmlformats.org/officeDocument/2006/relationships/notesSlide" Target="/ppt/notesSlides/notesSlide32.xml" Id="R7055a854670848cf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004ed1927f465f" /><Relationship Type="http://schemas.openxmlformats.org/officeDocument/2006/relationships/notesSlide" Target="/ppt/notesSlides/notesSlide33.xml" Id="R4d397f36063c4c8a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c2748b30084a03" /><Relationship Type="http://schemas.openxmlformats.org/officeDocument/2006/relationships/notesSlide" Target="/ppt/notesSlides/notesSlide34.xml" Id="R12e9761aa5a14043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b4772fb97c493c" /><Relationship Type="http://schemas.openxmlformats.org/officeDocument/2006/relationships/notesSlide" Target="/ppt/notesSlides/notesSlide35.xml" Id="R9de12f2c65534a8d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4c57c6cc1e4527" /><Relationship Type="http://schemas.openxmlformats.org/officeDocument/2006/relationships/notesSlide" Target="/ppt/notesSlides/notesSlide36.xml" Id="R70e632a6e7144024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6a37f744a74631" /><Relationship Type="http://schemas.openxmlformats.org/officeDocument/2006/relationships/notesSlide" Target="/ppt/notesSlides/notesSlide37.xml" Id="R18e2e3f447f94964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869ddde96b4b41" /><Relationship Type="http://schemas.openxmlformats.org/officeDocument/2006/relationships/notesSlide" Target="/ppt/notesSlides/notesSlide38.xml" Id="Ra4ff843112de45b2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bef10c53eb4bc5" /><Relationship Type="http://schemas.openxmlformats.org/officeDocument/2006/relationships/notesSlide" Target="/ppt/notesSlides/notesSlide39.xml" Id="Rf0b4e0933b4e4c42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be436bdade4c84" /><Relationship Type="http://schemas.openxmlformats.org/officeDocument/2006/relationships/notesSlide" Target="/ppt/notesSlides/notesSlide40.xml" Id="Rf331a967a7284910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7bee87e7014265" /><Relationship Type="http://schemas.openxmlformats.org/officeDocument/2006/relationships/notesSlide" Target="/ppt/notesSlides/notesSlide41.xml" Id="R72ae9dcde7d34fd9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b71bf74deb48d0" /><Relationship Type="http://schemas.openxmlformats.org/officeDocument/2006/relationships/notesSlide" Target="/ppt/notesSlides/notesSlide42.xml" Id="Re9c90560418c4232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71dba0663643be" /><Relationship Type="http://schemas.openxmlformats.org/officeDocument/2006/relationships/notesSlide" Target="/ppt/notesSlides/notesSlide43.xml" Id="R050ce5d2825c4010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592b0fdc8e40d4" /><Relationship Type="http://schemas.openxmlformats.org/officeDocument/2006/relationships/notesSlide" Target="/ppt/notesSlides/notesSlide44.xml" Id="Rfca9ab46d4d1431a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2e004e3bcd495b" /><Relationship Type="http://schemas.openxmlformats.org/officeDocument/2006/relationships/notesSlide" Target="/ppt/notesSlides/notesSlide45.xml" Id="R40a1414daeda4263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fd1b4962034584" /><Relationship Type="http://schemas.openxmlformats.org/officeDocument/2006/relationships/notesSlide" Target="/ppt/notesSlides/notesSlide46.xml" Id="R58f19a056c374ea8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971868e08844fa" /><Relationship Type="http://schemas.openxmlformats.org/officeDocument/2006/relationships/notesSlide" Target="/ppt/notesSlides/notesSlide47.xml" Id="R9943dd2970e848c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3D3073-0457-4B6C-B655-6DAC2FB96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620A59-4BA9-4AF9-8FBF-AC940DA3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כיתה י׳ · הקבצה א׳ · 5 יח״ל WELCOME TO GRADE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3C3F7F-04A6-49BB-9658-DF083B608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7FBFF"/>
                </a:solidFill>
              </a:defRPr>
            </a:pPr>
            <a:r>
              <a:rPr sz="2550" b="1">
                <a:solidFill>
                  <a:srgbClr val="F7FBFF"/>
                </a:solidFill>
              </a:rPr>
              <a:t>Read deeper. Write better. Think independently.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06D09F-86CB-4DFD-B0B2-FFB3F5A5A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3949865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186E53-CFAA-4075-8E98-D74600247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B68C19-F6F8-4825-B71C-90F871AA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READING WRITING VOCABULARY LITERATURE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DB9656-B720-4794-B584-5059D706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OUR GOALS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DE4C72-C470-4213-9ED0-5275B261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המטרות שלנו השנה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READING B1–B2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WRITING Advanced Grammar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LITERATURE Think &amp; Discuss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VOCABULARY Core II → A–D</a:t>
            </a:r>
          </a:p>
        </p:txBody>
      </p:sp>
    </p:spTree>
    <p:extLst>
      <p:ext uri="{BB962C8B-B14F-4D97-AF65-F5344CB8AC3E}">
        <p14:creationId xmlns:p14="http://schemas.microsoft.com/office/powerpoint/2010/main" val="517594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FBA1FB-0E19-4BF0-BD12-8BA63DF6D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ED8EEE-B107-4E8F-9FC2-9D6F5E333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READING WRITING VOCABULARY LITERATURE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87C6A7-8262-44BF-92FD-A73634D6A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READING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8EFB5A-1107-41C2-A6F8-12C5F7617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B1 → B2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טקסטים ארוכים יותר · מידע משתמע · נקודות מבט · דוגמאות מתוך הטקסט</a:t>
            </a:r>
          </a:p>
        </p:txBody>
      </p:sp>
    </p:spTree>
    <p:extLst>
      <p:ext uri="{BB962C8B-B14F-4D97-AF65-F5344CB8AC3E}">
        <p14:creationId xmlns:p14="http://schemas.microsoft.com/office/powerpoint/2010/main" val="10204955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CA8B75-EDDA-41BE-9D77-681C5CC6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489EA4-14A2-457A-B74C-FA98DE08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READING WRITING VOCABULARY LITERATURE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55A06C-17A1-4C12-8B0A-29B75377F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ADVANCED WRITING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E00843-E118-4690-8AD4-8DC85ECD3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כותבים רעיון ברור ומשכנע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Clear paragraphs · Strong arguments · Linking words · Accurate grammar</a:t>
            </a:r>
          </a:p>
        </p:txBody>
      </p:sp>
    </p:spTree>
    <p:extLst>
      <p:ext uri="{BB962C8B-B14F-4D97-AF65-F5344CB8AC3E}">
        <p14:creationId xmlns:p14="http://schemas.microsoft.com/office/powerpoint/2010/main" val="3713716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F9C41A-ECD6-476D-B477-77E5B61A4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05F16B-8467-4331-A315-A7FDC5BD0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READING WRITING VOCABULARY LITERATURE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AC7E6D-F3DC-4010-AC92-34DAB0B7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GRAMMAR WITH A PURPOSE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22D986-C73F-436E-87BD-A856835EB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דקדוק שמשרת את הכתיבה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Perfect Tenses Conditionals Passive Relative Clauses</a:t>
            </a:r>
          </a:p>
        </p:txBody>
      </p:sp>
    </p:spTree>
    <p:extLst>
      <p:ext uri="{BB962C8B-B14F-4D97-AF65-F5344CB8AC3E}">
        <p14:creationId xmlns:p14="http://schemas.microsoft.com/office/powerpoint/2010/main" val="4983117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68385C-5F0A-42DF-BF6D-A01026443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1EB939-11F1-4877-A013-B566B51E5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READING WRITING VOCABULARY LITERATURE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BF9707-B448-4149-A81E-070D0ECE7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OUR LITERATURE JOURNEY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DD4230-81E2-436A-A8AC-487C511CE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מסלול הספרות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The Road Not Taken — this year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A Summer’s Reading — this year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The Split Cherry Tree — this year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The Enemy — this year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Count That Day Lost — this year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The Wave — later</a:t>
            </a:r>
          </a:p>
        </p:txBody>
      </p:sp>
    </p:spTree>
    <p:extLst>
      <p:ext uri="{BB962C8B-B14F-4D97-AF65-F5344CB8AC3E}">
        <p14:creationId xmlns:p14="http://schemas.microsoft.com/office/powerpoint/2010/main" val="11319297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285984-32E9-4736-B6B5-1947A777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D36426-7BEB-4064-A476-EB377812A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READING WRITING VOCABULARY LITERATURE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508838-CD86-495F-881E-01E7852E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THIS YEAR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533B5F-AE72-4490-A40B-823432EA7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חמש יצירות נלמד השנה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Five works. Five perspectives. One growing reader.</a:t>
            </a:r>
          </a:p>
        </p:txBody>
      </p:sp>
    </p:spTree>
    <p:extLst>
      <p:ext uri="{BB962C8B-B14F-4D97-AF65-F5344CB8AC3E}">
        <p14:creationId xmlns:p14="http://schemas.microsoft.com/office/powerpoint/2010/main" val="14770022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0B58C9-2AE0-46C4-BBD7-2EC168A62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08E456-E5FB-491B-9D39-50670BF2F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READING WRITING VOCABULARY LITERATURE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86691D-767C-4441-97A6-8B51881B2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VOCABULARY 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9CFD0C-E61B-43B9-8E7E-049D89048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מחצית א׳: Core II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לאחר מכן עוברים לאוצר המילים לבגרות A–D.</a:t>
            </a:r>
          </a:p>
        </p:txBody>
      </p:sp>
    </p:spTree>
    <p:extLst>
      <p:ext uri="{BB962C8B-B14F-4D97-AF65-F5344CB8AC3E}">
        <p14:creationId xmlns:p14="http://schemas.microsoft.com/office/powerpoint/2010/main" val="2793584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C244A9-1540-49CA-8846-75AB29A32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C91A8B-3093-421F-AD29-5B3165D3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READING WRITING VOCABULARY LITERATURE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DDB739-CCD7-4289-96B1-69940AA65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THE NEXT QUIZ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FC23EA-628F-473C-872B-3772ACB33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הבוחן הקרוב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21 → 22 → 23 → 24 → QUIZ</a:t>
            </a:r>
          </a:p>
        </p:txBody>
      </p:sp>
    </p:spTree>
    <p:extLst>
      <p:ext uri="{BB962C8B-B14F-4D97-AF65-F5344CB8AC3E}">
        <p14:creationId xmlns:p14="http://schemas.microsoft.com/office/powerpoint/2010/main" val="108793217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6D9B63-AF1F-4652-88AF-3F837CCE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A68969-C000-4F4F-9B83-49D035220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READING WRITING VOCABULARY LITERATURE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E60220-9C94-49F3-B4C7-48336232A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OPEN THE WHATSAPP LINK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B50CF0-AFE5-4141-AA5E-02DB46902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הקישור לקבוצה מגיע ב־WhatsApp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המורה שולח קישור ישיר לקבוצה שצריך ללמוד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פותחים את הקישור שנשלח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משתמשים באותו מכשיר ובאותו דפדפן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ממשיכים מהמקום שבו עצרנו</a:t>
            </a:r>
          </a:p>
        </p:txBody>
      </p:sp>
    </p:spTree>
    <p:extLst>
      <p:ext uri="{BB962C8B-B14F-4D97-AF65-F5344CB8AC3E}">
        <p14:creationId xmlns:p14="http://schemas.microsoft.com/office/powerpoint/2010/main" val="962292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16593C-B3A7-49F5-BA05-0E3A1077F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088F27-E9A3-454C-9D5A-A27B7F475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READING WRITING VOCABULARY LITERATURE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676A22-66D1-4B53-98BD-6D24E2696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ONE GROUP AT A TIME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7A47AB-86A8-468E-9DAA-D7ABE137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מסיימים לפני שעוברים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לא מדלגים על מילים קשות · מתקנים טעויות · ממשיכים לקבוצה הבאה</a:t>
            </a:r>
          </a:p>
        </p:txBody>
      </p:sp>
    </p:spTree>
    <p:extLst>
      <p:ext uri="{BB962C8B-B14F-4D97-AF65-F5344CB8AC3E}">
        <p14:creationId xmlns:p14="http://schemas.microsoft.com/office/powerpoint/2010/main" val="149448428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2C91C7-1F91-4BCE-B6A9-0C8B4F662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A85135-F198-4F32-91A3-3527C9C6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READING WRITING VOCABULARY LITERATURE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DA55EB-F279-4588-8FC8-47D5DBDF9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SAVE YOUR PROGRESS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0E253E-D311-46F1-B682-E48AD2962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אותו מכשיר. אותו דפדפן.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מאשרים שמירת התקדמות ולא משתמשים בגלישה פרטית.</a:t>
            </a:r>
          </a:p>
        </p:txBody>
      </p:sp>
    </p:spTree>
    <p:extLst>
      <p:ext uri="{BB962C8B-B14F-4D97-AF65-F5344CB8AC3E}">
        <p14:creationId xmlns:p14="http://schemas.microsoft.com/office/powerpoint/2010/main" val="50046861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5674CD-D5EA-43A1-9126-076CE2B3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A5355A-4A59-4487-820F-0D3BEEE1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READING WRITING VOCABULARY LITERATURE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24B381-D20A-4D90-BD57-CEA3915E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CHECK YOUR PROGRESS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393927-70C4-41C9-81EF-05539937C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SEEN ≠ MASTERED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בודקים מה הושלם, מה עדיין קשה ומהי הקבוצה הבאה.</a:t>
            </a:r>
          </a:p>
        </p:txBody>
      </p:sp>
    </p:spTree>
    <p:extLst>
      <p:ext uri="{BB962C8B-B14F-4D97-AF65-F5344CB8AC3E}">
        <p14:creationId xmlns:p14="http://schemas.microsoft.com/office/powerpoint/2010/main" val="7799052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AEFCA9-D910-49F1-AB73-689E44CF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0E2B60-A7A6-4D40-B489-51B49F8C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READING WRITING VOCABULARY LITERATURE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D3270F-CE72-47C3-8250-063B85B45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WRONG ANSWER?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28B4E7-83CA-4660-88A6-1443145D0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טעות היא חלק מהמסלול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בודקים משמעות · קוראים שוב את ההקשר · ממשיכים ללמוד</a:t>
            </a:r>
          </a:p>
        </p:txBody>
      </p:sp>
    </p:spTree>
    <p:extLst>
      <p:ext uri="{BB962C8B-B14F-4D97-AF65-F5344CB8AC3E}">
        <p14:creationId xmlns:p14="http://schemas.microsoft.com/office/powerpoint/2010/main" val="53929253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03BBF6-9AB4-4CBE-A4BD-F2C0485D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7A8854-C9BF-427B-B15A-7910EE331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READING WRITING VOCABULARY LITERATURE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DD1599-594D-446B-A895-14BD51424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BEFORE THE QUIZ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424708-1CF1-4EAD-94DC-5E1E64503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21 ✓　22 ✓　23 ✓　24 ✓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Four groups completed. One quiz ready.</a:t>
            </a:r>
          </a:p>
        </p:txBody>
      </p:sp>
    </p:spTree>
    <p:extLst>
      <p:ext uri="{BB962C8B-B14F-4D97-AF65-F5344CB8AC3E}">
        <p14:creationId xmlns:p14="http://schemas.microsoft.com/office/powerpoint/2010/main" val="172884058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8E7F8A-A898-429A-B01F-76EC2F9C2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0AA771-2289-4BEE-9C24-3C3BA3B7F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READING WRITING VOCABULARY LITERATURE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83C800-41FD-4678-881B-DBA73BF81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BACK TO LITERATURE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0286FB-5EE5-4EDA-9B8C-1A6F2945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The Road Not Taken — NOW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A Summer’s Reading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The Split Cherry Tree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The Enemy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Count That Day Lost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The Wave — later</a:t>
            </a:r>
          </a:p>
        </p:txBody>
      </p:sp>
    </p:spTree>
    <p:extLst>
      <p:ext uri="{BB962C8B-B14F-4D97-AF65-F5344CB8AC3E}">
        <p14:creationId xmlns:p14="http://schemas.microsoft.com/office/powerpoint/2010/main" val="97918873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5D0823-D30C-4DFB-AA92-FD6623CBB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7F0723-CDC4-4764-8985-1016617A6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READING WRITING VOCABULARY LITERATURE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3DBD54-2694-422B-A9DB-531330E1B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ROBERT FROST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2F0131-035F-4160-AAA3-5CB735148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THE ROAD NOT TAKEN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One traveler. Two roads. One unavoidable choice.</a:t>
            </a:r>
          </a:p>
        </p:txBody>
      </p:sp>
    </p:spTree>
    <p:extLst>
      <p:ext uri="{BB962C8B-B14F-4D97-AF65-F5344CB8AC3E}">
        <p14:creationId xmlns:p14="http://schemas.microsoft.com/office/powerpoint/2010/main" val="75854844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5D2CD4-16C2-4506-8001-37C927E5E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4DCE3D-465D-414E-B8B9-AE924F44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READING WRITING VOCABULARY LITERATURE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72BB1E-3CF3-4501-9E5D-5E77EB986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A YELLOW WOOD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597A5E-1A9F-4085-9528-7A6329769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What is a yellow wood?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יער בשלכת: העלים משתנים מירוק לצהוב, כתום ואדום.</a:t>
            </a:r>
          </a:p>
        </p:txBody>
      </p:sp>
    </p:spTree>
    <p:extLst>
      <p:ext uri="{BB962C8B-B14F-4D97-AF65-F5344CB8AC3E}">
        <p14:creationId xmlns:p14="http://schemas.microsoft.com/office/powerpoint/2010/main" val="190452321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E26018-0E04-49BA-AADB-9B758545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FABFC7-04C5-4FFE-A563-42D1294B4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READING WRITING VOCABULARY LITERATURE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B6FFFA-E576-489F-9AF7-B1B9F3B61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AUTUMN MEANS CHANGE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873B3-BB5D-4944-86F6-8D6F39CD0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תרבות השלכת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Change Time Maturity New Beginnings</a:t>
            </a:r>
          </a:p>
        </p:txBody>
      </p:sp>
    </p:spTree>
    <p:extLst>
      <p:ext uri="{BB962C8B-B14F-4D97-AF65-F5344CB8AC3E}">
        <p14:creationId xmlns:p14="http://schemas.microsoft.com/office/powerpoint/2010/main" val="84854473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77F730-53AD-42D1-88C6-CF78677CC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5D2DC7-01DA-49C1-9C98-5093BEAE7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READING WRITING VOCABULARY LITERATURE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339C58-E217-4800-B7CA-3119F0BD9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A NEW SCHOOL YEAR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20F220-EE6A-4148-AA77-18D9A6D7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גם תחילת השנה היא צומת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What makes a new school year feel like a new road?</a:t>
            </a:r>
          </a:p>
        </p:txBody>
      </p:sp>
    </p:spTree>
    <p:extLst>
      <p:ext uri="{BB962C8B-B14F-4D97-AF65-F5344CB8AC3E}">
        <p14:creationId xmlns:p14="http://schemas.microsoft.com/office/powerpoint/2010/main" val="15536680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E1BB70-34D6-41D7-BE89-6262AF7C3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62B68F-1088-40A4-9F4B-053087DBE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READING WRITING VOCABULARY LITERATURE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6400B4-B6B4-41D5-ACC6-72B48A272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diverged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053355-CDC6-47A3-AF91-D2A46567A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Separated and continued in different directions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התפצלו / נפרדו לכיוונים שונים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הדובר מגיע לנקודה שבה עליו לבחור.</a:t>
            </a:r>
          </a:p>
        </p:txBody>
      </p:sp>
    </p:spTree>
    <p:extLst>
      <p:ext uri="{BB962C8B-B14F-4D97-AF65-F5344CB8AC3E}">
        <p14:creationId xmlns:p14="http://schemas.microsoft.com/office/powerpoint/2010/main" val="69204586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E70FA7-ED7F-4F6F-A589-1D2388927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2D996D-E82C-4813-B067-842A490F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READING WRITING VOCABULARY LITERATURE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95116B-4C7F-405E-BEAB-5745C7CEC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yellow wood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98C38D-3A63-4C7A-9D0A-789337BFA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A forest with yellow autumn leaves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יער צהוב בשלכת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מקום של שינוי ומעבר.</a:t>
            </a:r>
          </a:p>
        </p:txBody>
      </p:sp>
    </p:spTree>
    <p:extLst>
      <p:ext uri="{BB962C8B-B14F-4D97-AF65-F5344CB8AC3E}">
        <p14:creationId xmlns:p14="http://schemas.microsoft.com/office/powerpoint/2010/main" val="33381335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05C69E-539C-4A32-902A-E69D2AA0F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1E2EDB-FC53-482B-8181-E2B6175E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READING WRITING VOCABULARY LITERATURE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AAAA2F-4604-4EA0-8F6F-45512D9E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traveler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B8D3DD-987A-4DC2-A1D9-188308A5E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A person making a journey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נוסע / הולך בדרך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הדובר מייצג אדם שנדרש לבחור.</a:t>
            </a:r>
          </a:p>
        </p:txBody>
      </p:sp>
    </p:spTree>
    <p:extLst>
      <p:ext uri="{BB962C8B-B14F-4D97-AF65-F5344CB8AC3E}">
        <p14:creationId xmlns:p14="http://schemas.microsoft.com/office/powerpoint/2010/main" val="139804570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32C7A3-1C5C-445C-B802-26E97C234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D639D2-FCD7-41A4-B504-14BEC203C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READING WRITING VOCABULARY LITERATURE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368E47-3DA0-42FA-8C48-1646C4AB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looked down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4FC19C-ADF1-453A-983E-0DA1039A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Looked along the road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הביט לאורך הדרך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הוא מנסה להבין את התוצאה מראש.</a:t>
            </a:r>
          </a:p>
        </p:txBody>
      </p:sp>
    </p:spTree>
    <p:extLst>
      <p:ext uri="{BB962C8B-B14F-4D97-AF65-F5344CB8AC3E}">
        <p14:creationId xmlns:p14="http://schemas.microsoft.com/office/powerpoint/2010/main" val="54376010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F6CBD3-4480-491F-B5B9-2340DAAAE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8A13AA-D07E-47D5-B01A-E86A849FD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READING WRITING VOCABULARY LITERATURE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EC4338-862A-4BA5-8686-7C18DD235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bent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336E57-3D36-48B3-A596-1AA5FCE94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Changed direction; curved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התעקלה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הדרך מסתירה את מה שיבוא בהמשך.</a:t>
            </a:r>
          </a:p>
        </p:txBody>
      </p:sp>
    </p:spTree>
    <p:extLst>
      <p:ext uri="{BB962C8B-B14F-4D97-AF65-F5344CB8AC3E}">
        <p14:creationId xmlns:p14="http://schemas.microsoft.com/office/powerpoint/2010/main" val="23740185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6BF98B-9233-4239-91A4-A3DD6DBDF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7EE733-0049-4AEE-85D5-A946BD0F0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READING WRITING VOCABULARY LITERATURE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0B193A-0417-4042-A883-B68D9B604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undergrowth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D4FC3D-9AE7-4215-B4CF-33268DB98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Plants and bushes beneath trees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סבך / צמחייה נמוכה וצפופה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הסבך מסתיר את המשך הדרך.</a:t>
            </a:r>
          </a:p>
        </p:txBody>
      </p:sp>
    </p:spTree>
    <p:extLst>
      <p:ext uri="{BB962C8B-B14F-4D97-AF65-F5344CB8AC3E}">
        <p14:creationId xmlns:p14="http://schemas.microsoft.com/office/powerpoint/2010/main" val="209568554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A4CB43-55BC-4306-9708-9F3CB5F7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F76F87-24DD-4980-AEFB-E97F9ACE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READING WRITING VOCABULARY LITERATURE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8032D7-FCFD-4A92-AFF2-37B1CA751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just as fair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AE16E2-B2A8-43D5-A04F-D7E89DBF4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Equally attractive or suitable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יפה או ראויה באותה מידה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גם הדרך השנייה מושכת.</a:t>
            </a:r>
          </a:p>
        </p:txBody>
      </p:sp>
    </p:spTree>
    <p:extLst>
      <p:ext uri="{BB962C8B-B14F-4D97-AF65-F5344CB8AC3E}">
        <p14:creationId xmlns:p14="http://schemas.microsoft.com/office/powerpoint/2010/main" val="161981417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F96DE3-0AB2-4216-9B6B-FA1AE3ADC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D5F717-FFCA-49AB-B11B-35A6F88FE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READING WRITING VOCABULARY LITERATURE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61E67B-55C1-473B-8876-20FBF0A53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better claim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0241FF-170A-4331-B3BB-B9AE7384C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A stronger reason to be chosen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סיבה טובה יותר להיבחר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הדובר מחפש הצדקה לבחירה.</a:t>
            </a:r>
          </a:p>
        </p:txBody>
      </p:sp>
    </p:spTree>
    <p:extLst>
      <p:ext uri="{BB962C8B-B14F-4D97-AF65-F5344CB8AC3E}">
        <p14:creationId xmlns:p14="http://schemas.microsoft.com/office/powerpoint/2010/main" val="28457551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DF29E7-6E06-4897-87ED-7EAAE494A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A6225C-BC11-4061-A093-60BCEDF0D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READING WRITING VOCABULARY LITERATURE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875F81-EB5D-4F63-AA69-9061E007B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grassy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523A92-025A-4693-ABEA-151FBCD2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Covered with grass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מכוסה עשב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הדרך נראית בתחילה פחות משומשת.</a:t>
            </a:r>
          </a:p>
        </p:txBody>
      </p:sp>
    </p:spTree>
    <p:extLst>
      <p:ext uri="{BB962C8B-B14F-4D97-AF65-F5344CB8AC3E}">
        <p14:creationId xmlns:p14="http://schemas.microsoft.com/office/powerpoint/2010/main" val="122676619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49264D-B0A9-4264-82E4-88ACB3A9B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A5058B-9D53-447A-BD03-B6BF4BAF2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READING WRITING VOCABULARY LITERATURE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F8498F-FB5C-42CC-ABC6-55BCAD788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wanted wear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CE0AB5-29AF-4CB4-9CE6-82CBEBA2F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Seemed to need more people to walk on it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נראתה כאילו כמעט לא הלכו בה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זהו ביטוי, לא תרגום מילולי.</a:t>
            </a:r>
          </a:p>
        </p:txBody>
      </p:sp>
    </p:spTree>
    <p:extLst>
      <p:ext uri="{BB962C8B-B14F-4D97-AF65-F5344CB8AC3E}">
        <p14:creationId xmlns:p14="http://schemas.microsoft.com/office/powerpoint/2010/main" val="92128047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860E12-20D6-4540-942E-E9A01CAE0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983388-FE32-40BF-8C8A-786E547F5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READING WRITING VOCABULARY LITERATURE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EC6281-0A3D-4A25-B319-282AC29B2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passing there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40CA1F-EBBC-47BD-AE24-449F4C14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People walking along the road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המעבר של אנשים בדרך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הדובר מבין שאנשים עברו בשתיהן.</a:t>
            </a:r>
          </a:p>
        </p:txBody>
      </p:sp>
    </p:spTree>
    <p:extLst>
      <p:ext uri="{BB962C8B-B14F-4D97-AF65-F5344CB8AC3E}">
        <p14:creationId xmlns:p14="http://schemas.microsoft.com/office/powerpoint/2010/main" val="172639800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BC6367-C6FF-4600-90C7-DF9B787A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258E9C-6B79-4A6D-AAF5-BE66A98A4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READING WRITING VOCABULARY LITERATURE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9810E0-127D-43E7-BE3E-3FC17D4A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trodden black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4B2B24-9AF7-4871-9584-D5BD06CBB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Darkened by people stepping on leaves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עלים שהשחירו מדריכה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באותו בוקר העלים עדיין טריים.</a:t>
            </a:r>
          </a:p>
        </p:txBody>
      </p:sp>
    </p:spTree>
    <p:extLst>
      <p:ext uri="{BB962C8B-B14F-4D97-AF65-F5344CB8AC3E}">
        <p14:creationId xmlns:p14="http://schemas.microsoft.com/office/powerpoint/2010/main" val="33956877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204852-5EB2-4E2C-8176-0091E19A5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C5A1E9-C3D1-4048-AEA1-C51AB309A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READING WRITING VOCABULARY LITERATURE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3A6746-968C-428C-9AD9-F0E96D254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kept for another day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F296D8-423F-4F62-8486-81EFF6BD9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Planned to choose it in the future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שמר אותה ליום אחר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הדובר רוצה להאמין שיוכל לחזור.</a:t>
            </a:r>
          </a:p>
        </p:txBody>
      </p:sp>
    </p:spTree>
    <p:extLst>
      <p:ext uri="{BB962C8B-B14F-4D97-AF65-F5344CB8AC3E}">
        <p14:creationId xmlns:p14="http://schemas.microsoft.com/office/powerpoint/2010/main" val="130383014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C6CD2C-A5E0-4F8F-855E-FB756FEB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FD483C-2870-467E-895D-30DBC66BE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READING WRITING VOCABULARY LITERATURE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A71B0B-347D-4E68-9DAB-6DFA56443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BUILD THE PHRASE · 1 /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366146-D55E-4124-A69A-C1C27A59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way leads</a:t>
            </a:r>
          </a:p>
        </p:txBody>
      </p:sp>
    </p:spTree>
    <p:extLst>
      <p:ext uri="{BB962C8B-B14F-4D97-AF65-F5344CB8AC3E}">
        <p14:creationId xmlns:p14="http://schemas.microsoft.com/office/powerpoint/2010/main" val="118536428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F5ECB2-EE58-4941-AEFB-6453C0A3A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27D44E-7FA0-47F9-94F5-37808759C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READING WRITING VOCABULARY LITERATURE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2706E4-592F-4F0D-8BEB-6A33E74C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BUILD THE PHRASE · 2 /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696957-7E12-40DC-A3F6-0675CE1DB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way leads on</a:t>
            </a:r>
          </a:p>
        </p:txBody>
      </p:sp>
    </p:spTree>
    <p:extLst>
      <p:ext uri="{BB962C8B-B14F-4D97-AF65-F5344CB8AC3E}">
        <p14:creationId xmlns:p14="http://schemas.microsoft.com/office/powerpoint/2010/main" val="376963386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9A3C65-AFF3-471D-9FFD-B601E095F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56E44A-0F27-4928-9446-42FAFADA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READING WRITING VOCABULARY LITERATURE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06BB0D-A290-4010-A026-E297228AF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BUILD THE PHRASE · 3 /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384C97-B37E-4BB5-90BD-3091D5F4E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way leads on to</a:t>
            </a:r>
          </a:p>
        </p:txBody>
      </p:sp>
    </p:spTree>
    <p:extLst>
      <p:ext uri="{BB962C8B-B14F-4D97-AF65-F5344CB8AC3E}">
        <p14:creationId xmlns:p14="http://schemas.microsoft.com/office/powerpoint/2010/main" val="149403521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81AB30-DD58-4D52-BFF8-DA23232D9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34B5A5-5601-4736-89E7-A115AA338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READING WRITING VOCABULARY LITERATURE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E02ED4-473B-44D3-9B9A-8C9AC84C0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BUILD THE PHRASE · 4 /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5A5C88-1494-42EF-A5D1-BDFB01811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way leads on to way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One choice creates another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דרך מובילה לדרך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כל החלטה משנה את האפשרויות הבאות.</a:t>
            </a:r>
          </a:p>
        </p:txBody>
      </p:sp>
    </p:spTree>
    <p:extLst>
      <p:ext uri="{BB962C8B-B14F-4D97-AF65-F5344CB8AC3E}">
        <p14:creationId xmlns:p14="http://schemas.microsoft.com/office/powerpoint/2010/main" val="1170813204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F8CE58-228D-492F-9BAA-73AC88FE7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BAD0C3-CAB1-4BE4-AD0C-DD5FFD67D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READING WRITING VOCABULARY LITERATURE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0EBB1D-0D58-43FF-A062-28F8EC6AF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sigh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D0ACEB-40BC-4910-98C0-776463EB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A long, deep breath expressing emotion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אנחה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ייתכן סיפוק, געגוע, חרטה או שילוב.</a:t>
            </a:r>
          </a:p>
        </p:txBody>
      </p:sp>
    </p:spTree>
    <p:extLst>
      <p:ext uri="{BB962C8B-B14F-4D97-AF65-F5344CB8AC3E}">
        <p14:creationId xmlns:p14="http://schemas.microsoft.com/office/powerpoint/2010/main" val="1966590162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2910E9-E415-4E06-B60B-B70E6974E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07D4EB-C08C-4D64-A3DE-D211B5455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READING WRITING VOCABULARY LITERATURE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F7CE66-CD62-4C3A-BEC6-6E7EC709A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made all the difference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BD2694-FC3C-4D66-BADC-E8BE7E938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Changed the direction or result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שינה הכול / חולל את ההבדל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השיר אינו אומר אם ההבדל חיובי.</a:t>
            </a:r>
          </a:p>
        </p:txBody>
      </p:sp>
    </p:spTree>
    <p:extLst>
      <p:ext uri="{BB962C8B-B14F-4D97-AF65-F5344CB8AC3E}">
        <p14:creationId xmlns:p14="http://schemas.microsoft.com/office/powerpoint/2010/main" val="1619603872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4B7F1C-6564-4465-8D25-D6083507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0B906B-71FD-49E5-AF8D-DEE587F77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READING WRITING VOCABULARY LITERATURE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C2171D-ED8F-4D74-8465-5DB9661D9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STANZA ONE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48AB6B-38C2-4D40-BFA2-7F81BE3EA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FB2C8"/>
                </a:solidFill>
              </a:defRPr>
            </a:pPr>
            <a:r>
              <a:rPr sz="1800" b="1">
                <a:solidFill>
                  <a:srgbClr val="9FB2C8"/>
                </a:solidFill>
              </a:rPr>
              <a:t>Two roads diverged in a yellow wood,</a:t>
            </a:r>
          </a:p>
          <a:p xmlns:a="http://schemas.openxmlformats.org/drawingml/2006/main">
            <a:pPr algn="ctr">
              <a:defRPr sz="1800" b="1">
                <a:solidFill>
                  <a:srgbClr val="9FB2C8"/>
                </a:solidFill>
              </a:defRPr>
            </a:pPr>
            <a:r>
              <a:rPr sz="1800" b="1">
                <a:solidFill>
                  <a:srgbClr val="9FB2C8"/>
                </a:solidFill>
              </a:rPr>
              <a:t>And sorry I could not travel both</a:t>
            </a:r>
          </a:p>
          <a:p xmlns:a="http://schemas.openxmlformats.org/drawingml/2006/main">
            <a:pPr algn="ctr">
              <a:defRPr sz="1800" b="1">
                <a:solidFill>
                  <a:srgbClr val="9FB2C8"/>
                </a:solidFill>
              </a:defRPr>
            </a:pPr>
            <a:r>
              <a:rPr sz="1800" b="1">
                <a:solidFill>
                  <a:srgbClr val="9FB2C8"/>
                </a:solidFill>
              </a:rPr>
              <a:t>And be one traveler, long I stood</a:t>
            </a:r>
          </a:p>
          <a:p xmlns:a="http://schemas.openxmlformats.org/drawingml/2006/main">
            <a:pPr algn="ctr">
              <a:defRPr sz="1800" b="1">
                <a:solidFill>
                  <a:srgbClr val="9FB2C8"/>
                </a:solidFill>
              </a:defRPr>
            </a:pPr>
            <a:r>
              <a:rPr sz="1800" b="1">
                <a:solidFill>
                  <a:srgbClr val="9FB2C8"/>
                </a:solidFill>
              </a:rPr>
              <a:t>And looked down one as far as I could</a:t>
            </a:r>
          </a:p>
          <a:p xmlns:a="http://schemas.openxmlformats.org/drawingml/2006/main">
            <a:pPr algn="ctr">
              <a:defRPr sz="1800" b="1">
                <a:solidFill>
                  <a:srgbClr val="9FB2C8"/>
                </a:solidFill>
              </a:defRPr>
            </a:pPr>
            <a:r>
              <a:rPr sz="1800" b="1">
                <a:solidFill>
                  <a:srgbClr val="9FB2C8"/>
                </a:solidFill>
              </a:rPr>
              <a:t>To where it bent in the undergrowth;</a:t>
            </a:r>
          </a:p>
          <a:p xmlns:a="http://schemas.openxmlformats.org/drawingml/2006/main">
            <a:pPr algn="ctr">
              <a:defRPr sz="1800" b="1">
                <a:solidFill>
                  <a:srgbClr val="9FB2C8"/>
                </a:solidFill>
              </a:defRPr>
            </a:pPr>
            <a:r>
              <a:rPr sz="1800" b="1">
                <a:solidFill>
                  <a:srgbClr val="9FB2C8"/>
                </a:solidFill>
              </a:rPr>
              <a:t>Why does the speaker stand there for a long time?</a:t>
            </a:r>
          </a:p>
        </p:txBody>
      </p:sp>
    </p:spTree>
    <p:extLst>
      <p:ext uri="{BB962C8B-B14F-4D97-AF65-F5344CB8AC3E}">
        <p14:creationId xmlns:p14="http://schemas.microsoft.com/office/powerpoint/2010/main" val="250573878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DEA2FE-F52D-4566-8244-801AB7FF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A8F1D4-4C90-4898-8FFA-7C2150153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READING WRITING VOCABULARY LITERATURE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3B35B2-A257-4DA2-A0CA-E5A9E1A5F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STANZA TWO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AEB029-9B0B-4FF3-AD0E-A858F8B9E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FB2C8"/>
                </a:solidFill>
              </a:defRPr>
            </a:pPr>
            <a:r>
              <a:rPr sz="1800" b="1">
                <a:solidFill>
                  <a:srgbClr val="9FB2C8"/>
                </a:solidFill>
              </a:rPr>
              <a:t>Then took the other, as just as fair,</a:t>
            </a:r>
          </a:p>
          <a:p xmlns:a="http://schemas.openxmlformats.org/drawingml/2006/main">
            <a:pPr algn="ctr">
              <a:defRPr sz="1800" b="1">
                <a:solidFill>
                  <a:srgbClr val="9FB2C8"/>
                </a:solidFill>
              </a:defRPr>
            </a:pPr>
            <a:r>
              <a:rPr sz="1800" b="1">
                <a:solidFill>
                  <a:srgbClr val="9FB2C8"/>
                </a:solidFill>
              </a:rPr>
              <a:t>And having perhaps the better claim,</a:t>
            </a:r>
          </a:p>
          <a:p xmlns:a="http://schemas.openxmlformats.org/drawingml/2006/main">
            <a:pPr algn="ctr">
              <a:defRPr sz="1800" b="1">
                <a:solidFill>
                  <a:srgbClr val="9FB2C8"/>
                </a:solidFill>
              </a:defRPr>
            </a:pPr>
            <a:r>
              <a:rPr sz="1800" b="1">
                <a:solidFill>
                  <a:srgbClr val="9FB2C8"/>
                </a:solidFill>
              </a:rPr>
              <a:t>Because it was grassy and wanted wear;</a:t>
            </a:r>
          </a:p>
          <a:p xmlns:a="http://schemas.openxmlformats.org/drawingml/2006/main">
            <a:pPr algn="ctr">
              <a:defRPr sz="1800" b="1">
                <a:solidFill>
                  <a:srgbClr val="9FB2C8"/>
                </a:solidFill>
              </a:defRPr>
            </a:pPr>
            <a:r>
              <a:rPr sz="1800" b="1">
                <a:solidFill>
                  <a:srgbClr val="9FB2C8"/>
                </a:solidFill>
              </a:rPr>
              <a:t>Though as for that the passing there</a:t>
            </a:r>
          </a:p>
          <a:p xmlns:a="http://schemas.openxmlformats.org/drawingml/2006/main">
            <a:pPr algn="ctr">
              <a:defRPr sz="1800" b="1">
                <a:solidFill>
                  <a:srgbClr val="9FB2C8"/>
                </a:solidFill>
              </a:defRPr>
            </a:pPr>
            <a:r>
              <a:rPr sz="1800" b="1">
                <a:solidFill>
                  <a:srgbClr val="9FB2C8"/>
                </a:solidFill>
              </a:rPr>
              <a:t>Had worn them really about the same,</a:t>
            </a:r>
          </a:p>
          <a:p xmlns:a="http://schemas.openxmlformats.org/drawingml/2006/main">
            <a:pPr algn="ctr">
              <a:defRPr sz="1800" b="1">
                <a:solidFill>
                  <a:srgbClr val="9FB2C8"/>
                </a:solidFill>
              </a:defRPr>
            </a:pPr>
            <a:r>
              <a:rPr sz="1800" b="1">
                <a:solidFill>
                  <a:srgbClr val="9FB2C8"/>
                </a:solidFill>
              </a:rPr>
              <a:t>Does the speaker finally believe that one road is better?</a:t>
            </a:r>
          </a:p>
        </p:txBody>
      </p:sp>
    </p:spTree>
    <p:extLst>
      <p:ext uri="{BB962C8B-B14F-4D97-AF65-F5344CB8AC3E}">
        <p14:creationId xmlns:p14="http://schemas.microsoft.com/office/powerpoint/2010/main" val="1693549076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57832D-9E64-4973-9388-415C7405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BA2AA0-7E05-4548-8F6B-5B624851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READING WRITING VOCABULARY LITERATURE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27C989-1EE0-4E4D-B8DE-8F552A79F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STANZA THREE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7980C1-BE8B-40E3-91F5-498FF9535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And both that morning equally lay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In leaves no step had trodden black.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Oh, I kept the first for another day!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Yet knowing how way leads on to way,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I doubted if I should ever come back.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Why is returning unlikely?</a:t>
            </a:r>
          </a:p>
        </p:txBody>
      </p:sp>
    </p:spTree>
    <p:extLst>
      <p:ext uri="{BB962C8B-B14F-4D97-AF65-F5344CB8AC3E}">
        <p14:creationId xmlns:p14="http://schemas.microsoft.com/office/powerpoint/2010/main" val="1930332465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18F567-6FF2-4B83-9F43-C664EA7F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7712EB-A9C8-4EC2-8BDF-30BBCB316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READING WRITING VOCABULARY LITERATURE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4A6A00-7FCC-4943-BE3C-4E8C71174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STANZA FOUR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8732C1-8FD4-43DA-AC83-3A62F9EA8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I shall be telling this with a sigh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Somewhere ages and ages hence: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Two roads diverged in a wood, and I—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I took the one less traveled by,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And that has made all the difference.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What might the sigh mean?</a:t>
            </a:r>
          </a:p>
        </p:txBody>
      </p:sp>
    </p:spTree>
    <p:extLst>
      <p:ext uri="{BB962C8B-B14F-4D97-AF65-F5344CB8AC3E}">
        <p14:creationId xmlns:p14="http://schemas.microsoft.com/office/powerpoint/2010/main" val="895867460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1B3099-94D3-4ED4-A65D-967F71846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E80DB7-D561-4EAD-BC01-6544D2CA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READING WRITING VOCABULARY LITERATURE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0AB1DB-D3EF-4120-B615-AF303A2B3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LOOK AGAIN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A139BC-2D86-4B78-80F6-14482A747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Were the roads really different?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One looked grassier — but both were worn almost the same.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Why might memory change the story of a choice?</a:t>
            </a:r>
          </a:p>
        </p:txBody>
      </p:sp>
    </p:spTree>
    <p:extLst>
      <p:ext uri="{BB962C8B-B14F-4D97-AF65-F5344CB8AC3E}">
        <p14:creationId xmlns:p14="http://schemas.microsoft.com/office/powerpoint/2010/main" val="2013808763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63F482-DEF4-4715-8DA9-6359E61DC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679FFF-CBC6-44E5-A96E-3FE277F81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READING WRITING VOCABULARY LITERATURE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A3EFC6-A3AD-4C72-BAC7-CAC9B6257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CHOICE, MEMORY AND MEANING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FAB5A7-A672-42C9-B5CD-F4D376C0C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אנחנו בוחרים — ואז מעניקים לבחירה משמעות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Do our choices shape our lives, or do we shape the story of our choices?</a:t>
            </a:r>
          </a:p>
        </p:txBody>
      </p:sp>
    </p:spTree>
    <p:extLst>
      <p:ext uri="{BB962C8B-B14F-4D97-AF65-F5344CB8AC3E}">
        <p14:creationId xmlns:p14="http://schemas.microsoft.com/office/powerpoint/2010/main" val="2120383333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D58C05-57EB-4AD0-949F-8784857D5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03DA8C-7229-4680-9E6A-34BC50285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READING WRITING VOCABULARY LITERATURE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B188FE-5D76-45A4-B482-202BEE093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FINAL RESPONSE · 80–100 WORDS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E12A72-E249-4DAD-BC1C-D7E6EC687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Is the speaker satisfied with his choice?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Present a clear opinion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Use two details from the poem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Include a linking word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Include one complex sentence</a:t>
            </a:r>
          </a:p>
        </p:txBody>
      </p:sp>
    </p:spTree>
    <p:extLst>
      <p:ext uri="{BB962C8B-B14F-4D97-AF65-F5344CB8AC3E}">
        <p14:creationId xmlns:p14="http://schemas.microsoft.com/office/powerpoint/2010/main" val="1091126414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2269CE-2058-40FA-84A7-A6F50A694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1E3EC6-5E9E-4033-B311-87769ABB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READING WRITING VOCABULARY LITERATURE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845314-01C3-437D-841D-CB6AB8E5C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OUR GOALS IN ACTION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58E63C-5EAF-400F-881C-A61110991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שיר אחד חיבר את כל המטרות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READING Examples from the poem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VOCABULARY Context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LITERATURE Interpretation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WRITING Response</a:t>
            </a:r>
          </a:p>
        </p:txBody>
      </p:sp>
    </p:spTree>
    <p:extLst>
      <p:ext uri="{BB962C8B-B14F-4D97-AF65-F5344CB8AC3E}">
        <p14:creationId xmlns:p14="http://schemas.microsoft.com/office/powerpoint/2010/main" val="14212876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2026-09-01T14:55:39.3270000Z</dcterms:created>
  <dcterms:modified xsi:type="dcterms:W3CDTF">2026-09-01T14:55:39.3270000Z</dcterms:modified>
</coreProperties>
</file>