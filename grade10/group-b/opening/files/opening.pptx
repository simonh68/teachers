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96a46f50cd94744" /><Relationship Type="http://schemas.openxmlformats.org/officeDocument/2006/relationships/extended-properties" Target="/docProps/app.xml" Id="R37aab3a73e984074" /><Relationship Type="http://schemas.openxmlformats.org/officeDocument/2006/relationships/officeDocument" Target="/ppt/presentation.xml" Id="R706211023ac0425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6bc98006f994cc6"/>
  </p:sldMasterIdLst>
  <p:notesMasterIdLst>
    <p:notesMasterId xmlns:r="http://schemas.openxmlformats.org/officeDocument/2006/relationships" r:id="R5d88a78a6bbf4081"/>
  </p:notesMasterIdLst>
  <p:sldIdLst>
    <p:sldId xmlns:r="http://schemas.openxmlformats.org/officeDocument/2006/relationships" id="256" r:id="Raf716a82c96643ad"/>
    <p:sldId xmlns:r="http://schemas.openxmlformats.org/officeDocument/2006/relationships" id="257" r:id="R66f29b51a56b4527"/>
    <p:sldId xmlns:r="http://schemas.openxmlformats.org/officeDocument/2006/relationships" id="258" r:id="R2f3ade32a3634d96"/>
    <p:sldId xmlns:r="http://schemas.openxmlformats.org/officeDocument/2006/relationships" id="259" r:id="R18ccf5905eb540ea"/>
    <p:sldId xmlns:r="http://schemas.openxmlformats.org/officeDocument/2006/relationships" id="260" r:id="R2dc9340ea54942dd"/>
    <p:sldId xmlns:r="http://schemas.openxmlformats.org/officeDocument/2006/relationships" id="261" r:id="R194cedc5e41e44ee"/>
    <p:sldId xmlns:r="http://schemas.openxmlformats.org/officeDocument/2006/relationships" id="262" r:id="R74585a61f8f04c6e"/>
    <p:sldId xmlns:r="http://schemas.openxmlformats.org/officeDocument/2006/relationships" id="263" r:id="R96a4068e0a994c3b"/>
    <p:sldId xmlns:r="http://schemas.openxmlformats.org/officeDocument/2006/relationships" id="264" r:id="Rc4cbf6285ac14413"/>
    <p:sldId xmlns:r="http://schemas.openxmlformats.org/officeDocument/2006/relationships" id="265" r:id="Rb77e72d33ea347f6"/>
    <p:sldId xmlns:r="http://schemas.openxmlformats.org/officeDocument/2006/relationships" id="266" r:id="Rde18c295fa1c445c"/>
    <p:sldId xmlns:r="http://schemas.openxmlformats.org/officeDocument/2006/relationships" id="267" r:id="Rcde23bea87264df8"/>
    <p:sldId xmlns:r="http://schemas.openxmlformats.org/officeDocument/2006/relationships" id="268" r:id="Re89eae600d8e46ab"/>
    <p:sldId xmlns:r="http://schemas.openxmlformats.org/officeDocument/2006/relationships" id="269" r:id="R9f25b515f7914cd7"/>
    <p:sldId xmlns:r="http://schemas.openxmlformats.org/officeDocument/2006/relationships" id="270" r:id="R0d155c3906e04a25"/>
    <p:sldId xmlns:r="http://schemas.openxmlformats.org/officeDocument/2006/relationships" id="271" r:id="Rc525629feb114377"/>
    <p:sldId xmlns:r="http://schemas.openxmlformats.org/officeDocument/2006/relationships" id="272" r:id="R2b92c3118d974286"/>
    <p:sldId xmlns:r="http://schemas.openxmlformats.org/officeDocument/2006/relationships" id="273" r:id="R3bf5988b05d846ca"/>
    <p:sldId xmlns:r="http://schemas.openxmlformats.org/officeDocument/2006/relationships" id="274" r:id="Rd93008fa1af843f7"/>
    <p:sldId xmlns:r="http://schemas.openxmlformats.org/officeDocument/2006/relationships" id="275" r:id="R75866aa3aacd4efd"/>
    <p:sldId xmlns:r="http://schemas.openxmlformats.org/officeDocument/2006/relationships" id="276" r:id="Re9b8ca308dd242d5"/>
    <p:sldId xmlns:r="http://schemas.openxmlformats.org/officeDocument/2006/relationships" id="277" r:id="R3ec4d4710573435d"/>
    <p:sldId xmlns:r="http://schemas.openxmlformats.org/officeDocument/2006/relationships" id="278" r:id="R0c6310d5782245cf"/>
    <p:sldId xmlns:r="http://schemas.openxmlformats.org/officeDocument/2006/relationships" id="279" r:id="R18e9fea5c50a4f21"/>
    <p:sldId xmlns:r="http://schemas.openxmlformats.org/officeDocument/2006/relationships" id="280" r:id="Rf136dfc767eb4332"/>
    <p:sldId xmlns:r="http://schemas.openxmlformats.org/officeDocument/2006/relationships" id="281" r:id="R4f7332aa1d084309"/>
    <p:sldId xmlns:r="http://schemas.openxmlformats.org/officeDocument/2006/relationships" id="282" r:id="Re7c5ddc9ac8e4be5"/>
    <p:sldId xmlns:r="http://schemas.openxmlformats.org/officeDocument/2006/relationships" id="283" r:id="Raef5753c974b4cb7"/>
    <p:sldId xmlns:r="http://schemas.openxmlformats.org/officeDocument/2006/relationships" id="284" r:id="Re5e690278bec4495"/>
    <p:sldId xmlns:r="http://schemas.openxmlformats.org/officeDocument/2006/relationships" id="285" r:id="R48d6fcd2278d48b6"/>
    <p:sldId xmlns:r="http://schemas.openxmlformats.org/officeDocument/2006/relationships" id="286" r:id="Rff06c8b037344ee3"/>
    <p:sldId xmlns:r="http://schemas.openxmlformats.org/officeDocument/2006/relationships" id="287" r:id="Re4ea7568f40f43aa"/>
    <p:sldId xmlns:r="http://schemas.openxmlformats.org/officeDocument/2006/relationships" id="288" r:id="Rd362116483f34a2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5777665b0f34c1e" /><Relationship Type="http://schemas.openxmlformats.org/officeDocument/2006/relationships/slideMaster" Target="/ppt/slideMasters/slideMaster1.xml" Id="Rb6bc98006f994cc6" /><Relationship Type="http://schemas.openxmlformats.org/officeDocument/2006/relationships/notesMaster" Target="/ppt/notesMasters/notesMaster1.xml" Id="R5d88a78a6bbf4081" /><Relationship Type="http://schemas.openxmlformats.org/officeDocument/2006/relationships/presProps" Target="/ppt/presProps.xml" Id="Rb2e4037715654e3e" /><Relationship Type="http://schemas.openxmlformats.org/officeDocument/2006/relationships/tableStyles" Target="/ppt/tableStyles.xml" Id="Ra04129caf5964a6a" /><Relationship Type="http://schemas.openxmlformats.org/officeDocument/2006/relationships/slide" Target="/ppt/slides/slide1.xml" Id="Raf716a82c96643ad" /><Relationship Type="http://schemas.openxmlformats.org/officeDocument/2006/relationships/slide" Target="/ppt/slides/slide2.xml" Id="R66f29b51a56b4527" /><Relationship Type="http://schemas.openxmlformats.org/officeDocument/2006/relationships/slide" Target="/ppt/slides/slide3.xml" Id="R2f3ade32a3634d96" /><Relationship Type="http://schemas.openxmlformats.org/officeDocument/2006/relationships/slide" Target="/ppt/slides/slide4.xml" Id="R18ccf5905eb540ea" /><Relationship Type="http://schemas.openxmlformats.org/officeDocument/2006/relationships/slide" Target="/ppt/slides/slide5.xml" Id="R2dc9340ea54942dd" /><Relationship Type="http://schemas.openxmlformats.org/officeDocument/2006/relationships/slide" Target="/ppt/slides/slide6.xml" Id="R194cedc5e41e44ee" /><Relationship Type="http://schemas.openxmlformats.org/officeDocument/2006/relationships/slide" Target="/ppt/slides/slide7.xml" Id="R74585a61f8f04c6e" /><Relationship Type="http://schemas.openxmlformats.org/officeDocument/2006/relationships/slide" Target="/ppt/slides/slide8.xml" Id="R96a4068e0a994c3b" /><Relationship Type="http://schemas.openxmlformats.org/officeDocument/2006/relationships/slide" Target="/ppt/slides/slide9.xml" Id="Rc4cbf6285ac14413" /><Relationship Type="http://schemas.openxmlformats.org/officeDocument/2006/relationships/slide" Target="/ppt/slides/slide10.xml" Id="Rb77e72d33ea347f6" /><Relationship Type="http://schemas.openxmlformats.org/officeDocument/2006/relationships/slide" Target="/ppt/slides/slide11.xml" Id="Rde18c295fa1c445c" /><Relationship Type="http://schemas.openxmlformats.org/officeDocument/2006/relationships/slide" Target="/ppt/slides/slide12.xml" Id="Rcde23bea87264df8" /><Relationship Type="http://schemas.openxmlformats.org/officeDocument/2006/relationships/slide" Target="/ppt/slides/slide13.xml" Id="Re89eae600d8e46ab" /><Relationship Type="http://schemas.openxmlformats.org/officeDocument/2006/relationships/slide" Target="/ppt/slides/slide14.xml" Id="R9f25b515f7914cd7" /><Relationship Type="http://schemas.openxmlformats.org/officeDocument/2006/relationships/slide" Target="/ppt/slides/slide15.xml" Id="R0d155c3906e04a25" /><Relationship Type="http://schemas.openxmlformats.org/officeDocument/2006/relationships/slide" Target="/ppt/slides/slide16.xml" Id="Rc525629feb114377" /><Relationship Type="http://schemas.openxmlformats.org/officeDocument/2006/relationships/slide" Target="/ppt/slides/slide17.xml" Id="R2b92c3118d974286" /><Relationship Type="http://schemas.openxmlformats.org/officeDocument/2006/relationships/slide" Target="/ppt/slides/slide18.xml" Id="R3bf5988b05d846ca" /><Relationship Type="http://schemas.openxmlformats.org/officeDocument/2006/relationships/slide" Target="/ppt/slides/slide19.xml" Id="Rd93008fa1af843f7" /><Relationship Type="http://schemas.openxmlformats.org/officeDocument/2006/relationships/slide" Target="/ppt/slides/slide20.xml" Id="R75866aa3aacd4efd" /><Relationship Type="http://schemas.openxmlformats.org/officeDocument/2006/relationships/slide" Target="/ppt/slides/slide21.xml" Id="Re9b8ca308dd242d5" /><Relationship Type="http://schemas.openxmlformats.org/officeDocument/2006/relationships/slide" Target="/ppt/slides/slide22.xml" Id="R3ec4d4710573435d" /><Relationship Type="http://schemas.openxmlformats.org/officeDocument/2006/relationships/slide" Target="/ppt/slides/slide23.xml" Id="R0c6310d5782245cf" /><Relationship Type="http://schemas.openxmlformats.org/officeDocument/2006/relationships/slide" Target="/ppt/slides/slide24.xml" Id="R18e9fea5c50a4f21" /><Relationship Type="http://schemas.openxmlformats.org/officeDocument/2006/relationships/slide" Target="/ppt/slides/slide25.xml" Id="Rf136dfc767eb4332" /><Relationship Type="http://schemas.openxmlformats.org/officeDocument/2006/relationships/slide" Target="/ppt/slides/slide26.xml" Id="R4f7332aa1d084309" /><Relationship Type="http://schemas.openxmlformats.org/officeDocument/2006/relationships/slide" Target="/ppt/slides/slide27.xml" Id="Re7c5ddc9ac8e4be5" /><Relationship Type="http://schemas.openxmlformats.org/officeDocument/2006/relationships/slide" Target="/ppt/slides/slide28.xml" Id="Raef5753c974b4cb7" /><Relationship Type="http://schemas.openxmlformats.org/officeDocument/2006/relationships/slide" Target="/ppt/slides/slide29.xml" Id="Re5e690278bec4495" /><Relationship Type="http://schemas.openxmlformats.org/officeDocument/2006/relationships/slide" Target="/ppt/slides/slide30.xml" Id="R48d6fcd2278d48b6" /><Relationship Type="http://schemas.openxmlformats.org/officeDocument/2006/relationships/slide" Target="/ppt/slides/slide31.xml" Id="Rff06c8b037344ee3" /><Relationship Type="http://schemas.openxmlformats.org/officeDocument/2006/relationships/slide" Target="/ppt/slides/slide32.xml" Id="Re4ea7568f40f43aa" /><Relationship Type="http://schemas.openxmlformats.org/officeDocument/2006/relationships/slide" Target="/ppt/slides/slide33.xml" Id="Rd362116483f34a2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1057bb6f51f474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423c6fdf22e41b5" /><Relationship Type="http://schemas.openxmlformats.org/officeDocument/2006/relationships/notesMaster" Target="/ppt/notesMasters/notesMaster1.xml" Id="R9190c09150ad49b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03fac7e9ad64f86" /><Relationship Type="http://schemas.openxmlformats.org/officeDocument/2006/relationships/notesMaster" Target="/ppt/notesMasters/notesMaster1.xml" Id="R2b249fe3098c4e1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0266653e22948fa" /><Relationship Type="http://schemas.openxmlformats.org/officeDocument/2006/relationships/notesMaster" Target="/ppt/notesMasters/notesMaster1.xml" Id="R6342f5044f234eb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e03140e2db347f7" /><Relationship Type="http://schemas.openxmlformats.org/officeDocument/2006/relationships/notesMaster" Target="/ppt/notesMasters/notesMaster1.xml" Id="Re9e535d355ff4dd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35ca47276e04a8e" /><Relationship Type="http://schemas.openxmlformats.org/officeDocument/2006/relationships/notesMaster" Target="/ppt/notesMasters/notesMaster1.xml" Id="Recb748cec36b45b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e81ed4d0f4844e6" /><Relationship Type="http://schemas.openxmlformats.org/officeDocument/2006/relationships/notesMaster" Target="/ppt/notesMasters/notesMaster1.xml" Id="R1342a610a960436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2ddd51e960e4a28" /><Relationship Type="http://schemas.openxmlformats.org/officeDocument/2006/relationships/notesMaster" Target="/ppt/notesMasters/notesMaster1.xml" Id="R7b978d0ad3444fe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ec52f87a17d48c7" /><Relationship Type="http://schemas.openxmlformats.org/officeDocument/2006/relationships/notesMaster" Target="/ppt/notesMasters/notesMaster1.xml" Id="R179bf220d9664f2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c34474eb0bd40d8" /><Relationship Type="http://schemas.openxmlformats.org/officeDocument/2006/relationships/notesMaster" Target="/ppt/notesMasters/notesMaster1.xml" Id="Reec397c0e2fe4ba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2a7422bc6d1496c" /><Relationship Type="http://schemas.openxmlformats.org/officeDocument/2006/relationships/notesMaster" Target="/ppt/notesMasters/notesMaster1.xml" Id="R248951484545499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bb04ba09b82425d" /><Relationship Type="http://schemas.openxmlformats.org/officeDocument/2006/relationships/notesMaster" Target="/ppt/notesMasters/notesMaster1.xml" Id="R111ed7df438b4ac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7ad6f7113c34845" /><Relationship Type="http://schemas.openxmlformats.org/officeDocument/2006/relationships/notesMaster" Target="/ppt/notesMasters/notesMaster1.xml" Id="Rdd9767ae1feb49a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9808feea6554cbd" /><Relationship Type="http://schemas.openxmlformats.org/officeDocument/2006/relationships/notesMaster" Target="/ppt/notesMasters/notesMaster1.xml" Id="R9e3e1eca262f429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235b221b3704add" /><Relationship Type="http://schemas.openxmlformats.org/officeDocument/2006/relationships/notesMaster" Target="/ppt/notesMasters/notesMaster1.xml" Id="Re248c4fdc46347e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1cfe8c917504f26" /><Relationship Type="http://schemas.openxmlformats.org/officeDocument/2006/relationships/notesMaster" Target="/ppt/notesMasters/notesMaster1.xml" Id="R9600c9054464449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38bebbbfa9b4a83" /><Relationship Type="http://schemas.openxmlformats.org/officeDocument/2006/relationships/notesMaster" Target="/ppt/notesMasters/notesMaster1.xml" Id="R29dcd27cf6664d4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fef3097779940f9" /><Relationship Type="http://schemas.openxmlformats.org/officeDocument/2006/relationships/notesMaster" Target="/ppt/notesMasters/notesMaster1.xml" Id="Re1ddd66a08cf42a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5e20f631d904564" /><Relationship Type="http://schemas.openxmlformats.org/officeDocument/2006/relationships/notesMaster" Target="/ppt/notesMasters/notesMaster1.xml" Id="R387a058606cc433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7b0560ed61841d1" /><Relationship Type="http://schemas.openxmlformats.org/officeDocument/2006/relationships/notesMaster" Target="/ppt/notesMasters/notesMaster1.xml" Id="R4a228744f18c45e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3f594945e1e40c9" /><Relationship Type="http://schemas.openxmlformats.org/officeDocument/2006/relationships/notesMaster" Target="/ppt/notesMasters/notesMaster1.xml" Id="R36e3dd276a8a4d9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79b2959169f47e1" /><Relationship Type="http://schemas.openxmlformats.org/officeDocument/2006/relationships/notesMaster" Target="/ppt/notesMasters/notesMaster1.xml" Id="Rf3ef2165edf34dd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903559ef56347a3" /><Relationship Type="http://schemas.openxmlformats.org/officeDocument/2006/relationships/notesMaster" Target="/ppt/notesMasters/notesMaster1.xml" Id="Rb030a725253f4b3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592277858e8348c3" /><Relationship Type="http://schemas.openxmlformats.org/officeDocument/2006/relationships/notesMaster" Target="/ppt/notesMasters/notesMaster1.xml" Id="Ra24c4fbd3bc84700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de0d388d41e94cb8" /><Relationship Type="http://schemas.openxmlformats.org/officeDocument/2006/relationships/notesMaster" Target="/ppt/notesMasters/notesMaster1.xml" Id="Re3023809cf014184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170991c9f8134e6e" /><Relationship Type="http://schemas.openxmlformats.org/officeDocument/2006/relationships/notesMaster" Target="/ppt/notesMasters/notesMaster1.xml" Id="R25a37a840a2249a3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e99988f93d9c4254" /><Relationship Type="http://schemas.openxmlformats.org/officeDocument/2006/relationships/notesMaster" Target="/ppt/notesMasters/notesMaster1.xml" Id="Re49c3e16b96f4899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e1e1bcc830ce48b1" /><Relationship Type="http://schemas.openxmlformats.org/officeDocument/2006/relationships/notesMaster" Target="/ppt/notesMasters/notesMaster1.xml" Id="R432bde969b3f4c79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ad071f15d88545aa" /><Relationship Type="http://schemas.openxmlformats.org/officeDocument/2006/relationships/notesMaster" Target="/ppt/notesMasters/notesMaster1.xml" Id="R61233e36adfb4a9f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4903292c0f1c4d6e" /><Relationship Type="http://schemas.openxmlformats.org/officeDocument/2006/relationships/notesMaster" Target="/ppt/notesMasters/notesMaster1.xml" Id="Ra0be08f0fcf7460c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e2a2cf44ad0f45e6" /><Relationship Type="http://schemas.openxmlformats.org/officeDocument/2006/relationships/notesMaster" Target="/ppt/notesMasters/notesMaster1.xml" Id="R92d763b00ed74c04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98e0022c273c4057" /><Relationship Type="http://schemas.openxmlformats.org/officeDocument/2006/relationships/notesMaster" Target="/ppt/notesMasters/notesMaster1.xml" Id="R8d55abb7827d4f92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cff85fa39de74c7f" /><Relationship Type="http://schemas.openxmlformats.org/officeDocument/2006/relationships/notesMaster" Target="/ppt/notesMasters/notesMaster1.xml" Id="R6b8dfd9b6ee64efb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e876a920832247d1" /><Relationship Type="http://schemas.openxmlformats.org/officeDocument/2006/relationships/notesMaster" Target="/ppt/notesMasters/notesMaster1.xml" Id="R33438868f4e347a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14781b060b4f1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530bd22c6bf421e" /><Relationship Type="http://schemas.openxmlformats.org/officeDocument/2006/relationships/slideLayout" Target="/ppt/slideLayouts/slideLayout1.xml" Id="R7c38baa4ce06480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c38baa4ce06480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a22812855b4ec9" /><Relationship Type="http://schemas.openxmlformats.org/officeDocument/2006/relationships/notesSlide" Target="/ppt/notesSlides/notesSlide1.xml" Id="R02a5968640764b7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54d3200295482a" /><Relationship Type="http://schemas.openxmlformats.org/officeDocument/2006/relationships/notesSlide" Target="/ppt/notesSlides/notesSlide2.xml" Id="R57f53e75342e4b0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6b2d68cc2e4e85" /><Relationship Type="http://schemas.openxmlformats.org/officeDocument/2006/relationships/notesSlide" Target="/ppt/notesSlides/notesSlide3.xml" Id="R4e6152b97251491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b636bc70d144e0" /><Relationship Type="http://schemas.openxmlformats.org/officeDocument/2006/relationships/notesSlide" Target="/ppt/notesSlides/notesSlide4.xml" Id="Rea2e5e29d83f4b4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f651389ec74a1c" /><Relationship Type="http://schemas.openxmlformats.org/officeDocument/2006/relationships/notesSlide" Target="/ppt/notesSlides/notesSlide5.xml" Id="R92040422b0c140c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4bd3761e0a4d99" /><Relationship Type="http://schemas.openxmlformats.org/officeDocument/2006/relationships/notesSlide" Target="/ppt/notesSlides/notesSlide6.xml" Id="R1466f908dbdf442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8ccba15faf49b7" /><Relationship Type="http://schemas.openxmlformats.org/officeDocument/2006/relationships/notesSlide" Target="/ppt/notesSlides/notesSlide7.xml" Id="R224f6e85d71e42e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62b33fbd934d94" /><Relationship Type="http://schemas.openxmlformats.org/officeDocument/2006/relationships/notesSlide" Target="/ppt/notesSlides/notesSlide8.xml" Id="R063a0ec6e8134fc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a2a0c0093449e4" /><Relationship Type="http://schemas.openxmlformats.org/officeDocument/2006/relationships/notesSlide" Target="/ppt/notesSlides/notesSlide9.xml" Id="Rba264ce4e9744a8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7fc34ee8664ff5" /><Relationship Type="http://schemas.openxmlformats.org/officeDocument/2006/relationships/notesSlide" Target="/ppt/notesSlides/notesSlide10.xml" Id="R5b25fc3d999740b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e0879c97ba441b" /><Relationship Type="http://schemas.openxmlformats.org/officeDocument/2006/relationships/notesSlide" Target="/ppt/notesSlides/notesSlide11.xml" Id="R2276d6cd98b6447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8f2038e893440a" /><Relationship Type="http://schemas.openxmlformats.org/officeDocument/2006/relationships/notesSlide" Target="/ppt/notesSlides/notesSlide12.xml" Id="R8c4f4bfbde064b4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3b88d90aab4bda" /><Relationship Type="http://schemas.openxmlformats.org/officeDocument/2006/relationships/notesSlide" Target="/ppt/notesSlides/notesSlide13.xml" Id="R19fea520a154430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5922d6a39b4735" /><Relationship Type="http://schemas.openxmlformats.org/officeDocument/2006/relationships/notesSlide" Target="/ppt/notesSlides/notesSlide14.xml" Id="Rd0d45c4274be43d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93f28ddfe444df" /><Relationship Type="http://schemas.openxmlformats.org/officeDocument/2006/relationships/notesSlide" Target="/ppt/notesSlides/notesSlide15.xml" Id="R25168ac12f9249c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3d606693b943b1" /><Relationship Type="http://schemas.openxmlformats.org/officeDocument/2006/relationships/notesSlide" Target="/ppt/notesSlides/notesSlide16.xml" Id="Raf5db6e36e6b4f3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6ddbcb0e17405c" /><Relationship Type="http://schemas.openxmlformats.org/officeDocument/2006/relationships/notesSlide" Target="/ppt/notesSlides/notesSlide17.xml" Id="R303393c422ae4fa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fb841af6574c57" /><Relationship Type="http://schemas.openxmlformats.org/officeDocument/2006/relationships/notesSlide" Target="/ppt/notesSlides/notesSlide18.xml" Id="R676e4326910e45a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887f7ab7974064" /><Relationship Type="http://schemas.openxmlformats.org/officeDocument/2006/relationships/notesSlide" Target="/ppt/notesSlides/notesSlide19.xml" Id="Rd971bd15dafa4ae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01f0c0c89d4e30" /><Relationship Type="http://schemas.openxmlformats.org/officeDocument/2006/relationships/notesSlide" Target="/ppt/notesSlides/notesSlide20.xml" Id="Rc0894d3a7cb440b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8cb2556a1749f1" /><Relationship Type="http://schemas.openxmlformats.org/officeDocument/2006/relationships/notesSlide" Target="/ppt/notesSlides/notesSlide21.xml" Id="R61a1ebefa08144d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13178b0d2f4e51" /><Relationship Type="http://schemas.openxmlformats.org/officeDocument/2006/relationships/notesSlide" Target="/ppt/notesSlides/notesSlide22.xml" Id="Rec4b69007ad3419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4181ce99274ad7" /><Relationship Type="http://schemas.openxmlformats.org/officeDocument/2006/relationships/notesSlide" Target="/ppt/notesSlides/notesSlide23.xml" Id="R57d8b3936465422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3cf3dda8454359" /><Relationship Type="http://schemas.openxmlformats.org/officeDocument/2006/relationships/notesSlide" Target="/ppt/notesSlides/notesSlide24.xml" Id="R333c9f00fc4a4e78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4a0d30f6fe4755" /><Relationship Type="http://schemas.openxmlformats.org/officeDocument/2006/relationships/notesSlide" Target="/ppt/notesSlides/notesSlide25.xml" Id="Ra4a9f79ce6e249b7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957121f1864d39" /><Relationship Type="http://schemas.openxmlformats.org/officeDocument/2006/relationships/notesSlide" Target="/ppt/notesSlides/notesSlide26.xml" Id="Rd61b9138ebb949c7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890d2a73fb4db9" /><Relationship Type="http://schemas.openxmlformats.org/officeDocument/2006/relationships/notesSlide" Target="/ppt/notesSlides/notesSlide27.xml" Id="R3408bfcfc19d4fbe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e20e0e9f444ef0" /><Relationship Type="http://schemas.openxmlformats.org/officeDocument/2006/relationships/notesSlide" Target="/ppt/notesSlides/notesSlide28.xml" Id="R340e14616e2143a3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178adf5e404bb4" /><Relationship Type="http://schemas.openxmlformats.org/officeDocument/2006/relationships/notesSlide" Target="/ppt/notesSlides/notesSlide29.xml" Id="R64a7f93fce874e4b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c335296bc64d10" /><Relationship Type="http://schemas.openxmlformats.org/officeDocument/2006/relationships/notesSlide" Target="/ppt/notesSlides/notesSlide30.xml" Id="Rff0a1645420445cb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b1f9ce43ed47e3" /><Relationship Type="http://schemas.openxmlformats.org/officeDocument/2006/relationships/notesSlide" Target="/ppt/notesSlides/notesSlide31.xml" Id="Re2e620a861754398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a4f0772b2d4a3a" /><Relationship Type="http://schemas.openxmlformats.org/officeDocument/2006/relationships/notesSlide" Target="/ppt/notesSlides/notesSlide32.xml" Id="Ra487ede2d4674dc1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69129f29854aec" /><Relationship Type="http://schemas.openxmlformats.org/officeDocument/2006/relationships/notesSlide" Target="/ppt/notesSlides/notesSlide33.xml" Id="Ra7a0dcb9e1bd4c2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14A589-F726-4159-A065-D2BD32F21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084EEE-36C4-48DB-B9C8-998085415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כיתה י׳ · הקבצה ב׳ · 4 יח״ל WELCOME TO GRADE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FCD09F-99EA-48A3-A52D-122963C9C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7FBFF"/>
                </a:solidFill>
              </a:defRPr>
            </a:pPr>
            <a:r>
              <a:rPr sz="2550" b="1">
                <a:solidFill>
                  <a:srgbClr val="F7FBFF"/>
                </a:solidFill>
              </a:rPr>
              <a:t>Read carefully. Answer clearly. Keep improving.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448198-4145-420E-A769-592B40B02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8040433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8D2595-EC7E-4CE0-B6D3-A0297999F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424103-DFB0-4077-9302-58CE54FAD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OUR ROADMAP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19D6E8-B787-4951-82BE-1CABBF6B5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ארבעה מסלולים — שנה אחת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F10DCE-E681-4F0D-8F6A-1D55D7AD9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MODULE C Reading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CORE II Vocabulary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WRITING BOT Improve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LITERATURE Four works</a:t>
            </a:r>
          </a:p>
        </p:txBody>
      </p:sp>
    </p:spTree>
    <p:extLst>
      <p:ext uri="{BB962C8B-B14F-4D97-AF65-F5344CB8AC3E}">
        <p14:creationId xmlns:p14="http://schemas.microsoft.com/office/powerpoint/2010/main" val="11840075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C02E9A-C3B9-4B53-9709-965423D33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6F1439-379E-42EB-911F-85BC14F5A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MODULE 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614B96-B63F-48B6-935A-E57A718B3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מתכוננים לשאלון 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31E9CE-71E1-40F6-80BA-305A24635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MODULE C Reading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CORE II Vocabulary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WRITING BOT Improve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LITERATURE Four works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Understand the text · Find the answer · Write clearly</a:t>
            </a:r>
          </a:p>
        </p:txBody>
      </p:sp>
    </p:spTree>
    <p:extLst>
      <p:ext uri="{BB962C8B-B14F-4D97-AF65-F5344CB8AC3E}">
        <p14:creationId xmlns:p14="http://schemas.microsoft.com/office/powerpoint/2010/main" val="2755558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E4738A-94F5-4546-A7F3-40BF9A9E6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C4216D-B072-4E7C-B149-44516FA98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READING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A85188-CEFB-4FD0-A5F1-284DCCC73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READ SMART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8CCF8D-81DD-43E4-B401-0E1B1CE68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לא מתרגמים כל מילה. מבינים את הנושא, מחפשים מילות מפתח ומאתרים את החלק המתאים.</a:t>
            </a:r>
          </a:p>
        </p:txBody>
      </p:sp>
    </p:spTree>
    <p:extLst>
      <p:ext uri="{BB962C8B-B14F-4D97-AF65-F5344CB8AC3E}">
        <p14:creationId xmlns:p14="http://schemas.microsoft.com/office/powerpoint/2010/main" val="85956602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DBCBB1-7568-4A49-8FE9-44EC0BEC5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B87340-6BAC-4422-B6BE-369084004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BEFORE YOU READ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251D96-0346-4131-9792-C0648EBD5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Read the title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24B235-553B-40CB-B332-4B4544E8F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Look at the source and headings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Predict the topic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Read the questions</a:t>
            </a:r>
          </a:p>
        </p:txBody>
      </p:sp>
    </p:spTree>
    <p:extLst>
      <p:ext uri="{BB962C8B-B14F-4D97-AF65-F5344CB8AC3E}">
        <p14:creationId xmlns:p14="http://schemas.microsoft.com/office/powerpoint/2010/main" val="208809465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52B769-C0AC-4D0B-8812-6E8F0B8E3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8C29B1-5918-45AC-BA6C-66AE35F25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FIND THE ANSWER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46554C-AFB1-48F5-B1A8-238637A06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QUESTION → KEYWORDS → TEXT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78E18A-7A3C-4444-BEB1-AD2FD239A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מסמנים מילות מפתח בשאלה ומחפשים בטקסט אותן מילים או מילים בעלות משמעות דומה.</a:t>
            </a:r>
          </a:p>
        </p:txBody>
      </p:sp>
    </p:spTree>
    <p:extLst>
      <p:ext uri="{BB962C8B-B14F-4D97-AF65-F5344CB8AC3E}">
        <p14:creationId xmlns:p14="http://schemas.microsoft.com/office/powerpoint/2010/main" val="61824968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C327B5-367C-4F9A-9B89-56092A948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DC5A31-CA1D-48A0-8A7A-0E04C2F80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QUESTION TYPES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637554-A403-4D73-91AA-DD2D4E41E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Open Multiple Choice Complete True / False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005C3A-9413-4C09-9F84-9B702B7CB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30822506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2BA4DA-A546-494A-BCA8-F7DFB5DB2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4212CB-D19D-48E2-A57C-F58D14035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ANSWER CLEARLY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A539A0-D052-4583-9D52-AF029DC64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Answer exactly what the question asks.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6695CE-467A-490A-8A86-0A724A5FC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לא מוסיפים מידע שאינו נדרש, ולא מעתיקים פסקה שלמה כאשר די במשפט אחד.</a:t>
            </a:r>
          </a:p>
        </p:txBody>
      </p:sp>
    </p:spTree>
    <p:extLst>
      <p:ext uri="{BB962C8B-B14F-4D97-AF65-F5344CB8AC3E}">
        <p14:creationId xmlns:p14="http://schemas.microsoft.com/office/powerpoint/2010/main" val="185857204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5DE5BD-4314-417C-B966-4830A4FDB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0632FA-FA97-4DBD-AB6D-25A734966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2C1DC6-4497-407E-A684-49B9C694C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Did I answer the question?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7F573C-0F56-4D89-9FAB-2CE129A69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Is my answer supported by the text?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Is the sentence complete?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Did I copy accurately?</a:t>
            </a:r>
          </a:p>
        </p:txBody>
      </p:sp>
    </p:spTree>
    <p:extLst>
      <p:ext uri="{BB962C8B-B14F-4D97-AF65-F5344CB8AC3E}">
        <p14:creationId xmlns:p14="http://schemas.microsoft.com/office/powerpoint/2010/main" val="14230050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A20B35-5D91-4DFF-80F2-18AA4294F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D51718-1EBC-4BC5-B9DA-293420607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PAST MODULE C EXAMS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BC6861-923E-47B6-BF25-D57E8388A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לומדים מבחינות אמת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687FC9-6AC3-43EE-9EEF-C6E560D0C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הקישור פותח ארכיון של בחינות בגרות משנים קודמות. בוחרים שנה, מאתרים את שאלון C ופותחים את הבחינה לתרגול.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OPEN THE EXAM ARCHIVE ↗</a:t>
            </a:r>
          </a:p>
        </p:txBody>
      </p:sp>
    </p:spTree>
    <p:extLst>
      <p:ext uri="{BB962C8B-B14F-4D97-AF65-F5344CB8AC3E}">
        <p14:creationId xmlns:p14="http://schemas.microsoft.com/office/powerpoint/2010/main" val="146869846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98B7E9-233B-456C-A208-4A2B162A1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1D4EBA-7FF5-45D2-A427-CC2D9E952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OUR MODEL EXAM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6021E3-CDF6-48BE-8EC3-5E7413240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כך נראה שאלון 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B391C4-4007-4F6D-BC38-19B1F318E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Summer 2023 · Moed B · Module C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90 minutes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70 Reading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30 Writing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OPEN THE EXAM PDF ↗ HOW TO PRACTISE →</a:t>
            </a:r>
          </a:p>
        </p:txBody>
      </p:sp>
    </p:spTree>
    <p:extLst>
      <p:ext uri="{BB962C8B-B14F-4D97-AF65-F5344CB8AC3E}">
        <p14:creationId xmlns:p14="http://schemas.microsoft.com/office/powerpoint/2010/main" val="85376661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22C867-D0BA-4D67-8577-30CA0FDCC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E8D78D-B82C-4925-8317-4A21323E0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HOW TO USE 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4CA8EC-FB84-41D5-BBE0-25EFB668E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לא רק פותחים — מתרגלים נכון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5E11A1-2677-43FF-A8B8-0F77897A0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מסתכלים תחילה על מבנה הבחינה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פותרים את קטע הקריאה בזמן מוגדר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כותבים את משימת הכתיבה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בודקים טעויות וחוזרים אליהן</a:t>
            </a:r>
          </a:p>
        </p:txBody>
      </p:sp>
    </p:spTree>
    <p:extLst>
      <p:ext uri="{BB962C8B-B14F-4D97-AF65-F5344CB8AC3E}">
        <p14:creationId xmlns:p14="http://schemas.microsoft.com/office/powerpoint/2010/main" val="121525871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F82EC1-DCBB-4FAF-A0D3-B6C4F8A09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0FD26E-19AE-494A-B108-293AA8801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MODULE C WRITING FOCUS · 1–5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7DCC82-D2FC-4AC2-BF0A-F7175DE0E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נושאי הכתיבה במיקוד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BE0020-F937-414B-9CD1-B5B6A0E46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9FB2C8"/>
                </a:solidFill>
              </a:defRPr>
            </a:pPr>
            <a:r>
              <a:rPr sz="1800" b="1">
                <a:solidFill>
                  <a:srgbClr val="9FB2C8"/>
                </a:solidFill>
              </a:rPr>
              <a:t>Studying at home or studying at school — what do you prefer?</a:t>
            </a:r>
          </a:p>
          <a:p xmlns:a="http://schemas.openxmlformats.org/drawingml/2006/main">
            <a:pPr algn="ctr">
              <a:defRPr sz="1800" b="1">
                <a:solidFill>
                  <a:srgbClr val="9FB2C8"/>
                </a:solidFill>
              </a:defRPr>
            </a:pPr>
            <a:r>
              <a:rPr sz="1800" b="1">
                <a:solidFill>
                  <a:srgbClr val="9FB2C8"/>
                </a:solidFill>
              </a:rPr>
              <a:t>Is childhood the most important time of a person’s life?</a:t>
            </a:r>
          </a:p>
          <a:p xmlns:a="http://schemas.openxmlformats.org/drawingml/2006/main">
            <a:pPr algn="ctr">
              <a:defRPr sz="1800" b="1">
                <a:solidFill>
                  <a:srgbClr val="9FB2C8"/>
                </a:solidFill>
              </a:defRPr>
            </a:pPr>
            <a:r>
              <a:rPr sz="1800" b="1">
                <a:solidFill>
                  <a:srgbClr val="9FB2C8"/>
                </a:solidFill>
              </a:rPr>
              <a:t>What school project could help the environment?</a:t>
            </a:r>
          </a:p>
          <a:p xmlns:a="http://schemas.openxmlformats.org/drawingml/2006/main">
            <a:pPr algn="ctr">
              <a:defRPr sz="1800" b="1">
                <a:solidFill>
                  <a:srgbClr val="9FB2C8"/>
                </a:solidFill>
              </a:defRPr>
            </a:pPr>
            <a:r>
              <a:rPr sz="1800" b="1">
                <a:solidFill>
                  <a:srgbClr val="9FB2C8"/>
                </a:solidFill>
              </a:rPr>
              <a:t>Must every pupil participate in the yearly school trip?</a:t>
            </a:r>
          </a:p>
          <a:p xmlns:a="http://schemas.openxmlformats.org/drawingml/2006/main">
            <a:pPr algn="ctr">
              <a:defRPr sz="1800" b="1">
                <a:solidFill>
                  <a:srgbClr val="9FB2C8"/>
                </a:solidFill>
              </a:defRPr>
            </a:pPr>
            <a:r>
              <a:rPr sz="1800" b="1">
                <a:solidFill>
                  <a:srgbClr val="9FB2C8"/>
                </a:solidFill>
              </a:rPr>
              <a:t>Should there be more school trips?</a:t>
            </a:r>
          </a:p>
        </p:txBody>
      </p:sp>
    </p:spTree>
    <p:extLst>
      <p:ext uri="{BB962C8B-B14F-4D97-AF65-F5344CB8AC3E}">
        <p14:creationId xmlns:p14="http://schemas.microsoft.com/office/powerpoint/2010/main" val="102987303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4CC1B7-B8BD-460E-A80F-8E0435DDD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D4FF63-C87D-42ED-AF99-803407FF8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MODULE C WRITING FOCUS · 6–10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E106B4-50C5-4343-8B12-15EA714D1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WRITE YOUR OPINION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5D8764-FB85-4F61-BE9C-7E40FA732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9FB2C8"/>
                </a:solidFill>
              </a:defRPr>
            </a:pPr>
            <a:r>
              <a:rPr sz="1800" b="1">
                <a:solidFill>
                  <a:srgbClr val="9FB2C8"/>
                </a:solidFill>
              </a:rPr>
              <a:t>Is it a good idea for teenagers to have a job after school?</a:t>
            </a:r>
          </a:p>
          <a:p xmlns:a="http://schemas.openxmlformats.org/drawingml/2006/main">
            <a:pPr algn="ctr">
              <a:defRPr sz="1800" b="1">
                <a:solidFill>
                  <a:srgbClr val="9FB2C8"/>
                </a:solidFill>
              </a:defRPr>
            </a:pPr>
            <a:r>
              <a:rPr sz="1800" b="1">
                <a:solidFill>
                  <a:srgbClr val="9FB2C8"/>
                </a:solidFill>
              </a:rPr>
              <a:t>What changes could make your school a better place to learn?</a:t>
            </a:r>
          </a:p>
          <a:p xmlns:a="http://schemas.openxmlformats.org/drawingml/2006/main">
            <a:pPr algn="ctr">
              <a:defRPr sz="1800" b="1">
                <a:solidFill>
                  <a:srgbClr val="9FB2C8"/>
                </a:solidFill>
              </a:defRPr>
            </a:pPr>
            <a:r>
              <a:rPr sz="1800" b="1">
                <a:solidFill>
                  <a:srgbClr val="9FB2C8"/>
                </a:solidFill>
              </a:rPr>
              <a:t>Is it important to study English?</a:t>
            </a:r>
          </a:p>
          <a:p xmlns:a="http://schemas.openxmlformats.org/drawingml/2006/main">
            <a:pPr algn="ctr">
              <a:defRPr sz="1800" b="1">
                <a:solidFill>
                  <a:srgbClr val="9FB2C8"/>
                </a:solidFill>
              </a:defRPr>
            </a:pPr>
            <a:r>
              <a:rPr sz="1800" b="1">
                <a:solidFill>
                  <a:srgbClr val="9FB2C8"/>
                </a:solidFill>
              </a:rPr>
              <a:t>In addition to English, which language would you like to know?</a:t>
            </a:r>
          </a:p>
          <a:p xmlns:a="http://schemas.openxmlformats.org/drawingml/2006/main">
            <a:pPr algn="ctr">
              <a:defRPr sz="1800" b="1">
                <a:solidFill>
                  <a:srgbClr val="9FB2C8"/>
                </a:solidFill>
              </a:defRPr>
            </a:pPr>
            <a:r>
              <a:rPr sz="1800" b="1">
                <a:solidFill>
                  <a:srgbClr val="9FB2C8"/>
                </a:solidFill>
              </a:rPr>
              <a:t>Is there too much emphasis on tests and grades?</a:t>
            </a:r>
          </a:p>
        </p:txBody>
      </p:sp>
    </p:spTree>
    <p:extLst>
      <p:ext uri="{BB962C8B-B14F-4D97-AF65-F5344CB8AC3E}">
        <p14:creationId xmlns:p14="http://schemas.microsoft.com/office/powerpoint/2010/main" val="24029567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6C096C-7DC3-4D07-B14E-A014D27BD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A9A1D1-A881-4CA1-8DE5-285897848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MODULE C WRITING FOCUS · 11–15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934443-4EBF-4741-9D2E-FB9E67429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WRITE YOUR OPINION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A9F5D4-DF2C-458E-B8D7-AEECC5577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9FB2C8"/>
                </a:solidFill>
              </a:defRPr>
            </a:pPr>
            <a:r>
              <a:rPr sz="1800" b="1">
                <a:solidFill>
                  <a:srgbClr val="9FB2C8"/>
                </a:solidFill>
              </a:rPr>
              <a:t>Which famous person would you like to give a talk at your school?</a:t>
            </a:r>
          </a:p>
          <a:p xmlns:a="http://schemas.openxmlformats.org/drawingml/2006/main">
            <a:pPr algn="ctr">
              <a:defRPr sz="1800" b="1">
                <a:solidFill>
                  <a:srgbClr val="9FB2C8"/>
                </a:solidFill>
              </a:defRPr>
            </a:pPr>
            <a:r>
              <a:rPr sz="1800" b="1">
                <a:solidFill>
                  <a:srgbClr val="9FB2C8"/>
                </a:solidFill>
              </a:rPr>
              <a:t>Should all high school pupils do volunteer work?</a:t>
            </a:r>
          </a:p>
          <a:p xmlns:a="http://schemas.openxmlformats.org/drawingml/2006/main">
            <a:pPr algn="ctr">
              <a:defRPr sz="1800" b="1">
                <a:solidFill>
                  <a:srgbClr val="9FB2C8"/>
                </a:solidFill>
              </a:defRPr>
            </a:pPr>
            <a:r>
              <a:rPr sz="1800" b="1">
                <a:solidFill>
                  <a:srgbClr val="9FB2C8"/>
                </a:solidFill>
              </a:rPr>
              <a:t>What is the best way to spend a vacation?</a:t>
            </a:r>
          </a:p>
          <a:p xmlns:a="http://schemas.openxmlformats.org/drawingml/2006/main">
            <a:pPr algn="ctr">
              <a:defRPr sz="1800" b="1">
                <a:solidFill>
                  <a:srgbClr val="9FB2C8"/>
                </a:solidFill>
              </a:defRPr>
            </a:pPr>
            <a:r>
              <a:rPr sz="1800" b="1">
                <a:solidFill>
                  <a:srgbClr val="9FB2C8"/>
                </a:solidFill>
              </a:rPr>
              <a:t>Should schools be open five days instead of six?</a:t>
            </a:r>
          </a:p>
          <a:p xmlns:a="http://schemas.openxmlformats.org/drawingml/2006/main">
            <a:pPr algn="ctr">
              <a:defRPr sz="1800" b="1">
                <a:solidFill>
                  <a:srgbClr val="9FB2C8"/>
                </a:solidFill>
              </a:defRPr>
            </a:pPr>
            <a:r>
              <a:rPr sz="1800" b="1">
                <a:solidFill>
                  <a:srgbClr val="9FB2C8"/>
                </a:solidFill>
              </a:rPr>
              <a:t>Should the school day begin later in the morning?</a:t>
            </a:r>
          </a:p>
        </p:txBody>
      </p:sp>
    </p:spTree>
    <p:extLst>
      <p:ext uri="{BB962C8B-B14F-4D97-AF65-F5344CB8AC3E}">
        <p14:creationId xmlns:p14="http://schemas.microsoft.com/office/powerpoint/2010/main" val="18354008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49B32B-206F-437B-BC16-EE3F8753D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BF2013-B6A7-479F-8BBF-7A3208F5D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MODULE C WRITING FOCUS · 16–19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6CF899-79E9-4B69-8DD8-976F1A6DC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WRITE YOUR OPINION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AEC51C-435A-4FD5-AFA7-9D3F3A87F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9FB2C8"/>
                </a:solidFill>
              </a:defRPr>
            </a:pPr>
            <a:r>
              <a:rPr sz="1800" b="1">
                <a:solidFill>
                  <a:srgbClr val="9FB2C8"/>
                </a:solidFill>
              </a:rPr>
              <a:t>What should schools do to prevent cheating on tests?</a:t>
            </a:r>
          </a:p>
          <a:p xmlns:a="http://schemas.openxmlformats.org/drawingml/2006/main">
            <a:pPr algn="ctr">
              <a:defRPr sz="1800" b="1">
                <a:solidFill>
                  <a:srgbClr val="9FB2C8"/>
                </a:solidFill>
              </a:defRPr>
            </a:pPr>
            <a:r>
              <a:rPr sz="1800" b="1">
                <a:solidFill>
                  <a:srgbClr val="9FB2C8"/>
                </a:solidFill>
              </a:rPr>
              <a:t>At what age should children have their own cellphone?</a:t>
            </a:r>
          </a:p>
          <a:p xmlns:a="http://schemas.openxmlformats.org/drawingml/2006/main">
            <a:pPr algn="ctr">
              <a:defRPr sz="1800" b="1">
                <a:solidFill>
                  <a:srgbClr val="9FB2C8"/>
                </a:solidFill>
              </a:defRPr>
            </a:pPr>
            <a:r>
              <a:rPr sz="1800" b="1">
                <a:solidFill>
                  <a:srgbClr val="9FB2C8"/>
                </a:solidFill>
              </a:rPr>
              <a:t>What do you think about cameras in public places?</a:t>
            </a:r>
          </a:p>
          <a:p xmlns:a="http://schemas.openxmlformats.org/drawingml/2006/main">
            <a:pPr algn="ctr">
              <a:defRPr sz="1800" b="1">
                <a:solidFill>
                  <a:srgbClr val="9FB2C8"/>
                </a:solidFill>
              </a:defRPr>
            </a:pPr>
            <a:r>
              <a:rPr sz="1800" b="1">
                <a:solidFill>
                  <a:srgbClr val="9FB2C8"/>
                </a:solidFill>
              </a:rPr>
              <a:t>Should the age for a driver’s license be raised to 19?</a:t>
            </a:r>
          </a:p>
          <a:p xmlns:a="http://schemas.openxmlformats.org/drawingml/2006/main">
            <a:pPr algn="ctr">
              <a:defRPr sz="1800" b="1">
                <a:solidFill>
                  <a:srgbClr val="9FB2C8"/>
                </a:solidFill>
              </a:defRPr>
            </a:pPr>
            <a:r>
              <a:rPr sz="1800" b="1">
                <a:solidFill>
                  <a:srgbClr val="9FB2C8"/>
                </a:solidFill>
              </a:rPr>
              <a:t>Give reasons to explain your opinion.</a:t>
            </a:r>
          </a:p>
        </p:txBody>
      </p:sp>
    </p:spTree>
    <p:extLst>
      <p:ext uri="{BB962C8B-B14F-4D97-AF65-F5344CB8AC3E}">
        <p14:creationId xmlns:p14="http://schemas.microsoft.com/office/powerpoint/2010/main" val="89147632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F43C0E-B1B3-4D67-9498-FA3FC4AD9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692608-DEE5-4E4A-882F-5B68F07A1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CORE II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15C9FE-5FA7-4708-A925-2C0C6FAE7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אוצר המילים שלנו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12E2DC-2C0D-4387-8A91-BB248154C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MODULE C Reading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CORE II Vocabulary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WRITING BOT Improve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LITERATURE Four works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Core II עוזר להבין טקסטים, שאלות והוראות בשאלון C.</a:t>
            </a:r>
          </a:p>
        </p:txBody>
      </p:sp>
    </p:spTree>
    <p:extLst>
      <p:ext uri="{BB962C8B-B14F-4D97-AF65-F5344CB8AC3E}">
        <p14:creationId xmlns:p14="http://schemas.microsoft.com/office/powerpoint/2010/main" val="156146246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D91FC8-E520-4BDA-8D84-1AB64162F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BE7FF4-7715-407F-B765-4BE99D2BF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OPEN THE WHATSAPP LINK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404E37-D805-4047-B917-34752AE63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המורה שולח קישור ישיר לקבוצה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47546A-6881-4D5D-BC2E-8A8E64DDA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פותחים את הקישור שנשלח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מתרגלים את הקבוצה שניתנה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משתמשים באותו מכשיר ובאותו דפדפן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ממשיכים מהמקום שבו עצרנו</a:t>
            </a:r>
          </a:p>
        </p:txBody>
      </p:sp>
    </p:spTree>
    <p:extLst>
      <p:ext uri="{BB962C8B-B14F-4D97-AF65-F5344CB8AC3E}">
        <p14:creationId xmlns:p14="http://schemas.microsoft.com/office/powerpoint/2010/main" val="61713730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94A3B7-F63A-4F39-AF21-8C72311C2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49ABA7-39D0-4E2A-9E20-EAD7DC56C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ONE GROUP AT A TIME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8BD7E3-D099-4D12-A1CD-205293ED0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מסיימים לפני שעוברים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3ACA97-DCCA-4CA7-AB05-815FF6624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לא מדלגים על מילים קשות · מתקנים טעויות · משלימים את הקבוצה לפני הבוחן</a:t>
            </a:r>
          </a:p>
        </p:txBody>
      </p:sp>
    </p:spTree>
    <p:extLst>
      <p:ext uri="{BB962C8B-B14F-4D97-AF65-F5344CB8AC3E}">
        <p14:creationId xmlns:p14="http://schemas.microsoft.com/office/powerpoint/2010/main" val="180307510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8FFD4E-5FEF-47CC-BE21-35B053B92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736BDA-E99B-4323-92CC-1FFF56AE5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CHECK YOUR PROGRESS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9DC9C2-8891-4CCC-987B-6B2EA388E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SEEN ≠ MASTERED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91E156-B6DC-4417-B338-7AD73AC71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לראות מילה אינו בהכרח לדעת אותה. בודקים מה הושלם ומה עדיין דורש תרגול.</a:t>
            </a:r>
          </a:p>
        </p:txBody>
      </p:sp>
    </p:spTree>
    <p:extLst>
      <p:ext uri="{BB962C8B-B14F-4D97-AF65-F5344CB8AC3E}">
        <p14:creationId xmlns:p14="http://schemas.microsoft.com/office/powerpoint/2010/main" val="21517786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DA4ECF-C609-49C2-8EC1-817FBA8F3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2F1E26-8C1A-489C-A3B7-81536038D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BEFORE THE QUIZ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65ECE5-18E7-465A-9005-6966B9F39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All assigned groups completed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5F2B72-FC1C-451C-9C22-0EADF0986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Difficult words reviewed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Progress saved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Ready to answer without guessing</a:t>
            </a:r>
          </a:p>
        </p:txBody>
      </p:sp>
    </p:spTree>
    <p:extLst>
      <p:ext uri="{BB962C8B-B14F-4D97-AF65-F5344CB8AC3E}">
        <p14:creationId xmlns:p14="http://schemas.microsoft.com/office/powerpoint/2010/main" val="181460328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43FF08-8C52-44E2-8526-D6A3EE72D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5FFDDB-6483-4130-B20A-EF311AAA0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WRITING PRACTICE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911C10-8C80-40F2-93F1-74035D68B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מתאמנים בכתיבה בעזרת הבוט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D807F2-3C10-4CE2-8FDE-7DCCF9D93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MODULE C Reading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CORE II Vocabulary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WRITING BOT Improve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LITERATURE Four works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You write first. The bot helps you improve.</a:t>
            </a:r>
          </a:p>
        </p:txBody>
      </p:sp>
    </p:spTree>
    <p:extLst>
      <p:ext uri="{BB962C8B-B14F-4D97-AF65-F5344CB8AC3E}">
        <p14:creationId xmlns:p14="http://schemas.microsoft.com/office/powerpoint/2010/main" val="139085091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E35FCA-8CBA-4146-B8FA-01FEE8DCD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5F0FF6-AE38-4A93-BAD6-A6F3312E3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STEP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1BB2A0-64DE-4F07-BF82-557E78C44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WRITE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011AD7-E2B8-4513-9BF9-411882FBD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כותבים טיוטה עצמאית לפני שפונים לבוט.</a:t>
            </a:r>
          </a:p>
        </p:txBody>
      </p:sp>
    </p:spTree>
    <p:extLst>
      <p:ext uri="{BB962C8B-B14F-4D97-AF65-F5344CB8AC3E}">
        <p14:creationId xmlns:p14="http://schemas.microsoft.com/office/powerpoint/2010/main" val="161883410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5825F1-8BF4-4199-A34C-849A6211B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D6CAE1-751D-4CC5-9E43-BB1072857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STEP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1CF45D-A081-4126-A357-35262F464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7FBFF"/>
                </a:solidFill>
              </a:defRPr>
            </a:pPr>
            <a:r>
              <a:rPr sz="2550" b="1">
                <a:solidFill>
                  <a:srgbClr val="F7FBFF"/>
                </a:solidFill>
              </a:rPr>
              <a:t>מבקשים מהבוט לזהות שגיאות, להסביר אותן ולהראות היכן התשובה אינה ברורה.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FA8678-0348-4B30-BF6B-EE89A1020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ASK</a:t>
            </a:r>
          </a:p>
        </p:txBody>
      </p:sp>
    </p:spTree>
    <p:extLst>
      <p:ext uri="{BB962C8B-B14F-4D97-AF65-F5344CB8AC3E}">
        <p14:creationId xmlns:p14="http://schemas.microsoft.com/office/powerpoint/2010/main" val="156871548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274F2C-0348-4431-A1C4-E2A5DE02B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FD901A-57D4-4EC4-8061-832B66E38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STEP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FFAE03-B0C6-4314-9F5F-B5A9C66F7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REWRITE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DD5367-62B0-4A6E-BD1F-54CFF6D48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התלמיד מתקן וכותב גרסה חדשה בעצמו.</a:t>
            </a:r>
          </a:p>
        </p:txBody>
      </p:sp>
    </p:spTree>
    <p:extLst>
      <p:ext uri="{BB962C8B-B14F-4D97-AF65-F5344CB8AC3E}">
        <p14:creationId xmlns:p14="http://schemas.microsoft.com/office/powerpoint/2010/main" val="203262170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29BAEA-F2E7-43D1-96B6-FB3575DAE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1607EC-0447-4B78-9EC0-6DBA0ADB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USEFUL PROMPT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DCB4DD-82B2-41D5-BF21-2B3C36C7A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7FBFF"/>
                </a:solidFill>
              </a:defRPr>
            </a:pPr>
            <a:r>
              <a:rPr sz="2550" b="1">
                <a:solidFill>
                  <a:srgbClr val="F7FBFF"/>
                </a:solidFill>
              </a:rPr>
              <a:t>Do not rewrite my answer. Show me two unclear places and explain one grammar mistake.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F4E5F4-953D-425C-AEEE-D7BBB6589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32737275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BF5BFB-A34E-4ABC-B84F-5A7F4B08B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263EA9-B233-4071-B332-E6B85F78D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THE RULE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792BE3-305E-4327-A063-1115A787A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THE BOT DOES NOT WRITE FOR YOU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C59A5F-E34F-4844-A18E-E2FCA39DA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לא מבקשים תשובה מוכנה ולא מעתיקים. משתמשים במשוב כדי ללמוד ולשפר.</a:t>
            </a:r>
          </a:p>
        </p:txBody>
      </p:sp>
    </p:spTree>
    <p:extLst>
      <p:ext uri="{BB962C8B-B14F-4D97-AF65-F5344CB8AC3E}">
        <p14:creationId xmlns:p14="http://schemas.microsoft.com/office/powerpoint/2010/main" val="135919482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DBD1D5-5141-4EFE-8741-1D0AEAD7A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563121-0D39-4E36-8AF6-3F2824A27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OUR LITERATURE JOURNEY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01D4F0-DC41-4B7D-9992-D043BE497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ארבע יצירות השנה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18BC4E-87EE-468B-B5F2-B16F4BCD2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MODULE C Reading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CORE II Vocabulary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WRITING BOT Improve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LITERATURE Four works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Thank You, Ma’am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Grandmother — NOW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Count That Day Lost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A Summer’s Reading</a:t>
            </a:r>
          </a:p>
        </p:txBody>
      </p:sp>
    </p:spTree>
    <p:extLst>
      <p:ext uri="{BB962C8B-B14F-4D97-AF65-F5344CB8AC3E}">
        <p14:creationId xmlns:p14="http://schemas.microsoft.com/office/powerpoint/2010/main" val="1768003822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DD66A7-C521-4D40-82C0-C6C811EC5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DFC96B-78B4-468D-B8AA-D6610834B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THANK YOU, MA’AM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C6F094-3900-4B3B-BE3E-4A4523953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Kindness and a second chance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FD727D-18B3-4EF8-8AD6-F7D6CD757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919495059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7939C3-AA77-42D9-8767-C8127E79C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67923B-4F8B-4147-9500-9BA8E3E21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GRANDMOTHER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65DA14-1DDA-4E51-83F5-D44D7BF3B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Listening changes understanding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77AE03-A947-49B4-B07F-800DACBFC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ליצירה זו יש מצגת לימוד נפרדת בספריית ההקבצה.</a:t>
            </a:r>
          </a:p>
        </p:txBody>
      </p:sp>
    </p:spTree>
    <p:extLst>
      <p:ext uri="{BB962C8B-B14F-4D97-AF65-F5344CB8AC3E}">
        <p14:creationId xmlns:p14="http://schemas.microsoft.com/office/powerpoint/2010/main" val="795435624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855FB9-30F2-487F-AE2E-E330496D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6A6F0B-3FF4-48ED-BDF1-3629C2084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COUNT THAT DAY LOST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8B2FFA-5207-4B6A-B1B7-F4664DCFF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What makes a day meaningful?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DCDE59-4F9E-438B-BD3E-03018947F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75538838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4B913C-0009-41A7-96BA-BD967BC28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DF3957-779F-4701-B6BC-E1A62D318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A SUMMER’S READING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83AC90-6C7A-4510-B790-E51B50EAA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Reading, dignity and change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478BEB-358D-46B3-91B4-21E70EB4E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730578003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038DCF-02B4-4434-B525-EB5484645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495E9A-FF3D-4211-8F9F-BE0FDF36C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OUR YEAR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697BDC-6826-46FC-9297-579896A07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קוראים. מתרגלים. כותבים. משתפרים.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1D4D75-021E-4963-9B68-E5B5B14BB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Module C · Core II · Writing · Literature</a:t>
            </a:r>
          </a:p>
        </p:txBody>
      </p:sp>
    </p:spTree>
    <p:extLst>
      <p:ext uri="{BB962C8B-B14F-4D97-AF65-F5344CB8AC3E}">
        <p14:creationId xmlns:p14="http://schemas.microsoft.com/office/powerpoint/2010/main" val="21444692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2026-09-01T14:55:39.6870000Z</dcterms:created>
  <dcterms:modified xsi:type="dcterms:W3CDTF">2026-09-01T14:55:39.6870000Z</dcterms:modified>
</coreProperties>
</file>