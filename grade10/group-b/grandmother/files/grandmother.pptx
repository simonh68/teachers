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7efa93b431416c" /><Relationship Type="http://schemas.openxmlformats.org/officeDocument/2006/relationships/extended-properties" Target="/docProps/app.xml" Id="R3773c10f25624be2" /><Relationship Type="http://schemas.openxmlformats.org/officeDocument/2006/relationships/officeDocument" Target="/ppt/presentation.xml" Id="R9f97631cf23d44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8ee26cb5514319"/>
  </p:sldMasterIdLst>
  <p:notesMasterIdLst>
    <p:notesMasterId xmlns:r="http://schemas.openxmlformats.org/officeDocument/2006/relationships" r:id="R974772f1778c42cb"/>
  </p:notesMasterIdLst>
  <p:sldIdLst>
    <p:sldId xmlns:r="http://schemas.openxmlformats.org/officeDocument/2006/relationships" id="256" r:id="R534fc6780e9643e6"/>
    <p:sldId xmlns:r="http://schemas.openxmlformats.org/officeDocument/2006/relationships" id="257" r:id="R78e51ded5bf74d46"/>
    <p:sldId xmlns:r="http://schemas.openxmlformats.org/officeDocument/2006/relationships" id="258" r:id="R9758faf15cf947aa"/>
    <p:sldId xmlns:r="http://schemas.openxmlformats.org/officeDocument/2006/relationships" id="259" r:id="R640d0ab00d2e4bed"/>
    <p:sldId xmlns:r="http://schemas.openxmlformats.org/officeDocument/2006/relationships" id="260" r:id="R87e31c8b35c940da"/>
    <p:sldId xmlns:r="http://schemas.openxmlformats.org/officeDocument/2006/relationships" id="261" r:id="Rd039a39357d44cf8"/>
    <p:sldId xmlns:r="http://schemas.openxmlformats.org/officeDocument/2006/relationships" id="262" r:id="R4ae93e0ac3cf4ec6"/>
    <p:sldId xmlns:r="http://schemas.openxmlformats.org/officeDocument/2006/relationships" id="263" r:id="R086542b2a6ac41d7"/>
    <p:sldId xmlns:r="http://schemas.openxmlformats.org/officeDocument/2006/relationships" id="264" r:id="Rc740b379860a4fb7"/>
    <p:sldId xmlns:r="http://schemas.openxmlformats.org/officeDocument/2006/relationships" id="265" r:id="Rd194237242c844a8"/>
    <p:sldId xmlns:r="http://schemas.openxmlformats.org/officeDocument/2006/relationships" id="266" r:id="Rd43b50f25c044bce"/>
    <p:sldId xmlns:r="http://schemas.openxmlformats.org/officeDocument/2006/relationships" id="267" r:id="R8a3c238ec2a0454f"/>
    <p:sldId xmlns:r="http://schemas.openxmlformats.org/officeDocument/2006/relationships" id="268" r:id="R682cade4cf394e34"/>
    <p:sldId xmlns:r="http://schemas.openxmlformats.org/officeDocument/2006/relationships" id="269" r:id="R894d2f573a944e82"/>
    <p:sldId xmlns:r="http://schemas.openxmlformats.org/officeDocument/2006/relationships" id="270" r:id="R6d7f40735a384037"/>
    <p:sldId xmlns:r="http://schemas.openxmlformats.org/officeDocument/2006/relationships" id="271" r:id="R665448e9d13c438b"/>
    <p:sldId xmlns:r="http://schemas.openxmlformats.org/officeDocument/2006/relationships" id="272" r:id="Re96a63d01fe447e2"/>
    <p:sldId xmlns:r="http://schemas.openxmlformats.org/officeDocument/2006/relationships" id="273" r:id="R43d04d2b07b94555"/>
    <p:sldId xmlns:r="http://schemas.openxmlformats.org/officeDocument/2006/relationships" id="274" r:id="Ra76acd0921ef4adf"/>
    <p:sldId xmlns:r="http://schemas.openxmlformats.org/officeDocument/2006/relationships" id="275" r:id="R82b66b9b44884e7c"/>
    <p:sldId xmlns:r="http://schemas.openxmlformats.org/officeDocument/2006/relationships" id="276" r:id="R18c2af4a3df543d0"/>
    <p:sldId xmlns:r="http://schemas.openxmlformats.org/officeDocument/2006/relationships" id="277" r:id="Rc03fe6f6983f468e"/>
    <p:sldId xmlns:r="http://schemas.openxmlformats.org/officeDocument/2006/relationships" id="278" r:id="Rd4dd4c2916794be6"/>
    <p:sldId xmlns:r="http://schemas.openxmlformats.org/officeDocument/2006/relationships" id="279" r:id="R376cd036a48d4d4e"/>
    <p:sldId xmlns:r="http://schemas.openxmlformats.org/officeDocument/2006/relationships" id="280" r:id="R87a7222ac3b14582"/>
    <p:sldId xmlns:r="http://schemas.openxmlformats.org/officeDocument/2006/relationships" id="281" r:id="Reffe232be4b740b1"/>
    <p:sldId xmlns:r="http://schemas.openxmlformats.org/officeDocument/2006/relationships" id="282" r:id="Rc8e8e9e94ecf4364"/>
    <p:sldId xmlns:r="http://schemas.openxmlformats.org/officeDocument/2006/relationships" id="283" r:id="R6485664f3c404390"/>
    <p:sldId xmlns:r="http://schemas.openxmlformats.org/officeDocument/2006/relationships" id="284" r:id="R3fe0fa7488974e72"/>
    <p:sldId xmlns:r="http://schemas.openxmlformats.org/officeDocument/2006/relationships" id="285" r:id="R829bd5c68d1e4192"/>
    <p:sldId xmlns:r="http://schemas.openxmlformats.org/officeDocument/2006/relationships" id="286" r:id="Rdb23954812364454"/>
    <p:sldId xmlns:r="http://schemas.openxmlformats.org/officeDocument/2006/relationships" id="287" r:id="R91f7c640ec0f4183"/>
    <p:sldId xmlns:r="http://schemas.openxmlformats.org/officeDocument/2006/relationships" id="288" r:id="Rbaafda8ebfd74179"/>
    <p:sldId xmlns:r="http://schemas.openxmlformats.org/officeDocument/2006/relationships" id="289" r:id="R1a01af3f422845b3"/>
    <p:sldId xmlns:r="http://schemas.openxmlformats.org/officeDocument/2006/relationships" id="290" r:id="R8b0278040a4a43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0877c3b82c4071" /><Relationship Type="http://schemas.openxmlformats.org/officeDocument/2006/relationships/slideMaster" Target="/ppt/slideMasters/slideMaster1.xml" Id="R408ee26cb5514319" /><Relationship Type="http://schemas.openxmlformats.org/officeDocument/2006/relationships/notesMaster" Target="/ppt/notesMasters/notesMaster1.xml" Id="R974772f1778c42cb" /><Relationship Type="http://schemas.openxmlformats.org/officeDocument/2006/relationships/presProps" Target="/ppt/presProps.xml" Id="R58ece6f4829d4606" /><Relationship Type="http://schemas.openxmlformats.org/officeDocument/2006/relationships/tableStyles" Target="/ppt/tableStyles.xml" Id="R951849f0dc2d4bca" /><Relationship Type="http://schemas.openxmlformats.org/officeDocument/2006/relationships/slide" Target="/ppt/slides/slide1.xml" Id="R534fc6780e9643e6" /><Relationship Type="http://schemas.openxmlformats.org/officeDocument/2006/relationships/slide" Target="/ppt/slides/slide2.xml" Id="R78e51ded5bf74d46" /><Relationship Type="http://schemas.openxmlformats.org/officeDocument/2006/relationships/slide" Target="/ppt/slides/slide3.xml" Id="R9758faf15cf947aa" /><Relationship Type="http://schemas.openxmlformats.org/officeDocument/2006/relationships/slide" Target="/ppt/slides/slide4.xml" Id="R640d0ab00d2e4bed" /><Relationship Type="http://schemas.openxmlformats.org/officeDocument/2006/relationships/slide" Target="/ppt/slides/slide5.xml" Id="R87e31c8b35c940da" /><Relationship Type="http://schemas.openxmlformats.org/officeDocument/2006/relationships/slide" Target="/ppt/slides/slide6.xml" Id="Rd039a39357d44cf8" /><Relationship Type="http://schemas.openxmlformats.org/officeDocument/2006/relationships/slide" Target="/ppt/slides/slide7.xml" Id="R4ae93e0ac3cf4ec6" /><Relationship Type="http://schemas.openxmlformats.org/officeDocument/2006/relationships/slide" Target="/ppt/slides/slide8.xml" Id="R086542b2a6ac41d7" /><Relationship Type="http://schemas.openxmlformats.org/officeDocument/2006/relationships/slide" Target="/ppt/slides/slide9.xml" Id="Rc740b379860a4fb7" /><Relationship Type="http://schemas.openxmlformats.org/officeDocument/2006/relationships/slide" Target="/ppt/slides/slide10.xml" Id="Rd194237242c844a8" /><Relationship Type="http://schemas.openxmlformats.org/officeDocument/2006/relationships/slide" Target="/ppt/slides/slide11.xml" Id="Rd43b50f25c044bce" /><Relationship Type="http://schemas.openxmlformats.org/officeDocument/2006/relationships/slide" Target="/ppt/slides/slide12.xml" Id="R8a3c238ec2a0454f" /><Relationship Type="http://schemas.openxmlformats.org/officeDocument/2006/relationships/slide" Target="/ppt/slides/slide13.xml" Id="R682cade4cf394e34" /><Relationship Type="http://schemas.openxmlformats.org/officeDocument/2006/relationships/slide" Target="/ppt/slides/slide14.xml" Id="R894d2f573a944e82" /><Relationship Type="http://schemas.openxmlformats.org/officeDocument/2006/relationships/slide" Target="/ppt/slides/slide15.xml" Id="R6d7f40735a384037" /><Relationship Type="http://schemas.openxmlformats.org/officeDocument/2006/relationships/slide" Target="/ppt/slides/slide16.xml" Id="R665448e9d13c438b" /><Relationship Type="http://schemas.openxmlformats.org/officeDocument/2006/relationships/slide" Target="/ppt/slides/slide17.xml" Id="Re96a63d01fe447e2" /><Relationship Type="http://schemas.openxmlformats.org/officeDocument/2006/relationships/slide" Target="/ppt/slides/slide18.xml" Id="R43d04d2b07b94555" /><Relationship Type="http://schemas.openxmlformats.org/officeDocument/2006/relationships/slide" Target="/ppt/slides/slide19.xml" Id="Ra76acd0921ef4adf" /><Relationship Type="http://schemas.openxmlformats.org/officeDocument/2006/relationships/slide" Target="/ppt/slides/slide20.xml" Id="R82b66b9b44884e7c" /><Relationship Type="http://schemas.openxmlformats.org/officeDocument/2006/relationships/slide" Target="/ppt/slides/slide21.xml" Id="R18c2af4a3df543d0" /><Relationship Type="http://schemas.openxmlformats.org/officeDocument/2006/relationships/slide" Target="/ppt/slides/slide22.xml" Id="Rc03fe6f6983f468e" /><Relationship Type="http://schemas.openxmlformats.org/officeDocument/2006/relationships/slide" Target="/ppt/slides/slide23.xml" Id="Rd4dd4c2916794be6" /><Relationship Type="http://schemas.openxmlformats.org/officeDocument/2006/relationships/slide" Target="/ppt/slides/slide24.xml" Id="R376cd036a48d4d4e" /><Relationship Type="http://schemas.openxmlformats.org/officeDocument/2006/relationships/slide" Target="/ppt/slides/slide25.xml" Id="R87a7222ac3b14582" /><Relationship Type="http://schemas.openxmlformats.org/officeDocument/2006/relationships/slide" Target="/ppt/slides/slide26.xml" Id="Reffe232be4b740b1" /><Relationship Type="http://schemas.openxmlformats.org/officeDocument/2006/relationships/slide" Target="/ppt/slides/slide27.xml" Id="Rc8e8e9e94ecf4364" /><Relationship Type="http://schemas.openxmlformats.org/officeDocument/2006/relationships/slide" Target="/ppt/slides/slide28.xml" Id="R6485664f3c404390" /><Relationship Type="http://schemas.openxmlformats.org/officeDocument/2006/relationships/slide" Target="/ppt/slides/slide29.xml" Id="R3fe0fa7488974e72" /><Relationship Type="http://schemas.openxmlformats.org/officeDocument/2006/relationships/slide" Target="/ppt/slides/slide30.xml" Id="R829bd5c68d1e4192" /><Relationship Type="http://schemas.openxmlformats.org/officeDocument/2006/relationships/slide" Target="/ppt/slides/slide31.xml" Id="Rdb23954812364454" /><Relationship Type="http://schemas.openxmlformats.org/officeDocument/2006/relationships/slide" Target="/ppt/slides/slide32.xml" Id="R91f7c640ec0f4183" /><Relationship Type="http://schemas.openxmlformats.org/officeDocument/2006/relationships/slide" Target="/ppt/slides/slide33.xml" Id="Rbaafda8ebfd74179" /><Relationship Type="http://schemas.openxmlformats.org/officeDocument/2006/relationships/slide" Target="/ppt/slides/slide34.xml" Id="R1a01af3f422845b3" /><Relationship Type="http://schemas.openxmlformats.org/officeDocument/2006/relationships/slide" Target="/ppt/slides/slide35.xml" Id="R8b0278040a4a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6a1a41ea145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31e6197624f00" /><Relationship Type="http://schemas.openxmlformats.org/officeDocument/2006/relationships/notesMaster" Target="/ppt/notesMasters/notesMaster1.xml" Id="Rc55021fede87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28773d6f7415a" /><Relationship Type="http://schemas.openxmlformats.org/officeDocument/2006/relationships/notesMaster" Target="/ppt/notesMasters/notesMaster1.xml" Id="Rf9ed043f2971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19d3897de474b" /><Relationship Type="http://schemas.openxmlformats.org/officeDocument/2006/relationships/notesMaster" Target="/ppt/notesMasters/notesMaster1.xml" Id="R8ef9ba74749c45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fc300dd3df474b" /><Relationship Type="http://schemas.openxmlformats.org/officeDocument/2006/relationships/notesMaster" Target="/ppt/notesMasters/notesMaster1.xml" Id="R541f8ab76225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1623b6377f4c09" /><Relationship Type="http://schemas.openxmlformats.org/officeDocument/2006/relationships/notesMaster" Target="/ppt/notesMasters/notesMaster1.xml" Id="R843ccef9b6c3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c546031afe46ee" /><Relationship Type="http://schemas.openxmlformats.org/officeDocument/2006/relationships/notesMaster" Target="/ppt/notesMasters/notesMaster1.xml" Id="Rb620cb8fbae34a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8b39c0cf7b45ee" /><Relationship Type="http://schemas.openxmlformats.org/officeDocument/2006/relationships/notesMaster" Target="/ppt/notesMasters/notesMaster1.xml" Id="Rf44289ecdfbc42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fe3378d4f8419d" /><Relationship Type="http://schemas.openxmlformats.org/officeDocument/2006/relationships/notesMaster" Target="/ppt/notesMasters/notesMaster1.xml" Id="R3e834e3681284a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47f7dfd79f4abc" /><Relationship Type="http://schemas.openxmlformats.org/officeDocument/2006/relationships/notesMaster" Target="/ppt/notesMasters/notesMaster1.xml" Id="Rb847579246b045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ea6364ebed406d" /><Relationship Type="http://schemas.openxmlformats.org/officeDocument/2006/relationships/notesMaster" Target="/ppt/notesMasters/notesMaster1.xml" Id="Rcb3482f6f3f44d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fba31638284fa9" /><Relationship Type="http://schemas.openxmlformats.org/officeDocument/2006/relationships/notesMaster" Target="/ppt/notesMasters/notesMaster1.xml" Id="Rc1f4753c5234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6aaea87514ff1" /><Relationship Type="http://schemas.openxmlformats.org/officeDocument/2006/relationships/notesMaster" Target="/ppt/notesMasters/notesMaster1.xml" Id="Rd2dfed2d191a48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44387ab4bd4906" /><Relationship Type="http://schemas.openxmlformats.org/officeDocument/2006/relationships/notesMaster" Target="/ppt/notesMasters/notesMaster1.xml" Id="R96e313ff0a7a4d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7ecab9aeb2497d" /><Relationship Type="http://schemas.openxmlformats.org/officeDocument/2006/relationships/notesMaster" Target="/ppt/notesMasters/notesMaster1.xml" Id="Ra1adc4e0182f4c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58a3e6dbbd4463" /><Relationship Type="http://schemas.openxmlformats.org/officeDocument/2006/relationships/notesMaster" Target="/ppt/notesMasters/notesMaster1.xml" Id="R2416dc28c29246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4edad1dab4464c" /><Relationship Type="http://schemas.openxmlformats.org/officeDocument/2006/relationships/notesMaster" Target="/ppt/notesMasters/notesMaster1.xml" Id="R2a60c08dd7bb41b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86612b98214fcf" /><Relationship Type="http://schemas.openxmlformats.org/officeDocument/2006/relationships/notesMaster" Target="/ppt/notesMasters/notesMaster1.xml" Id="R69894d154e1348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8b674bd11c4040" /><Relationship Type="http://schemas.openxmlformats.org/officeDocument/2006/relationships/notesMaster" Target="/ppt/notesMasters/notesMaster1.xml" Id="R722fca6aaf6843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f1428db7c74563" /><Relationship Type="http://schemas.openxmlformats.org/officeDocument/2006/relationships/notesMaster" Target="/ppt/notesMasters/notesMaster1.xml" Id="R15161a8bd95a45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65308e7a7544a7" /><Relationship Type="http://schemas.openxmlformats.org/officeDocument/2006/relationships/notesMaster" Target="/ppt/notesMasters/notesMaster1.xml" Id="R848938e96f1841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9531b5a98d42bd" /><Relationship Type="http://schemas.openxmlformats.org/officeDocument/2006/relationships/notesMaster" Target="/ppt/notesMasters/notesMaster1.xml" Id="R753f099b3d844c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0dac5011fc40f6" /><Relationship Type="http://schemas.openxmlformats.org/officeDocument/2006/relationships/notesMaster" Target="/ppt/notesMasters/notesMaster1.xml" Id="Rb96673ad2c204f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d99c7a03af46ef" /><Relationship Type="http://schemas.openxmlformats.org/officeDocument/2006/relationships/notesMaster" Target="/ppt/notesMasters/notesMaster1.xml" Id="Re392853d78bf4a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a2376767e147c6" /><Relationship Type="http://schemas.openxmlformats.org/officeDocument/2006/relationships/notesMaster" Target="/ppt/notesMasters/notesMaster1.xml" Id="Rf4b5eb820be7482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97c685759a4a6f" /><Relationship Type="http://schemas.openxmlformats.org/officeDocument/2006/relationships/notesMaster" Target="/ppt/notesMasters/notesMaster1.xml" Id="R3da5a1fcf7634d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24ce70d00444381" /><Relationship Type="http://schemas.openxmlformats.org/officeDocument/2006/relationships/notesMaster" Target="/ppt/notesMasters/notesMaster1.xml" Id="R5dbada28624240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190429ac474ff6" /><Relationship Type="http://schemas.openxmlformats.org/officeDocument/2006/relationships/notesMaster" Target="/ppt/notesMasters/notesMaster1.xml" Id="R69397ff86de148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a2f62bbd974717" /><Relationship Type="http://schemas.openxmlformats.org/officeDocument/2006/relationships/notesMaster" Target="/ppt/notesMasters/notesMaster1.xml" Id="R3d06532328dc46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6c53beb29684069" /><Relationship Type="http://schemas.openxmlformats.org/officeDocument/2006/relationships/notesMaster" Target="/ppt/notesMasters/notesMaster1.xml" Id="R0efde493df6143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4af374a83847f8" /><Relationship Type="http://schemas.openxmlformats.org/officeDocument/2006/relationships/notesMaster" Target="/ppt/notesMasters/notesMaster1.xml" Id="Rc5309b6c61fa4ae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9d2f3b7d0e54d33" /><Relationship Type="http://schemas.openxmlformats.org/officeDocument/2006/relationships/notesMaster" Target="/ppt/notesMasters/notesMaster1.xml" Id="Red4e2667d0c54b0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90e1465e3d4eaa" /><Relationship Type="http://schemas.openxmlformats.org/officeDocument/2006/relationships/notesMaster" Target="/ppt/notesMasters/notesMaster1.xml" Id="Reab35462805444e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9117f7311654bc3" /><Relationship Type="http://schemas.openxmlformats.org/officeDocument/2006/relationships/notesMaster" Target="/ppt/notesMasters/notesMaster1.xml" Id="Rd7cdfe5bc377426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97609758b994f3c" /><Relationship Type="http://schemas.openxmlformats.org/officeDocument/2006/relationships/notesMaster" Target="/ppt/notesMasters/notesMaster1.xml" Id="Rb478c3022ba7445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1b6e618799d459d" /><Relationship Type="http://schemas.openxmlformats.org/officeDocument/2006/relationships/notesMaster" Target="/ppt/notesMasters/notesMaster1.xml" Id="Rfa1b544c021840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05804e68c47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edc17735d44658" /><Relationship Type="http://schemas.openxmlformats.org/officeDocument/2006/relationships/slideLayout" Target="/ppt/slideLayouts/slideLayout1.xml" Id="Raac397045dac43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397045dac43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53cbdac80470e" /><Relationship Type="http://schemas.openxmlformats.org/officeDocument/2006/relationships/notesSlide" Target="/ppt/notesSlides/notesSlide1.xml" Id="R4098a26b3317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c4c6ec5644ff6" /><Relationship Type="http://schemas.openxmlformats.org/officeDocument/2006/relationships/notesSlide" Target="/ppt/notesSlides/notesSlide2.xml" Id="R1e411a2415ba41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411eea4e4b1a" /><Relationship Type="http://schemas.openxmlformats.org/officeDocument/2006/relationships/notesSlide" Target="/ppt/notesSlides/notesSlide3.xml" Id="Rfe03542232b8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03c6a3bd54102" /><Relationship Type="http://schemas.openxmlformats.org/officeDocument/2006/relationships/notesSlide" Target="/ppt/notesSlides/notesSlide4.xml" Id="Rbeb335ae3697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7e0c017c400c" /><Relationship Type="http://schemas.openxmlformats.org/officeDocument/2006/relationships/notesSlide" Target="/ppt/notesSlides/notesSlide5.xml" Id="R77e6f73d286243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b52e74e9d4179" /><Relationship Type="http://schemas.openxmlformats.org/officeDocument/2006/relationships/notesSlide" Target="/ppt/notesSlides/notesSlide6.xml" Id="R217bb6fbf49d49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b9b73538f41e6" /><Relationship Type="http://schemas.openxmlformats.org/officeDocument/2006/relationships/notesSlide" Target="/ppt/notesSlides/notesSlide7.xml" Id="Re99885c042e145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1510197134d71" /><Relationship Type="http://schemas.openxmlformats.org/officeDocument/2006/relationships/notesSlide" Target="/ppt/notesSlides/notesSlide8.xml" Id="Rda7fbaa69f1b49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1ddfb9fa9443e" /><Relationship Type="http://schemas.openxmlformats.org/officeDocument/2006/relationships/notesSlide" Target="/ppt/notesSlides/notesSlide9.xml" Id="R6509e9fd8ee444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0cfd1e51b489a" /><Relationship Type="http://schemas.openxmlformats.org/officeDocument/2006/relationships/notesSlide" Target="/ppt/notesSlides/notesSlide10.xml" Id="R0cde6e29fb3949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b112db48e4a30" /><Relationship Type="http://schemas.openxmlformats.org/officeDocument/2006/relationships/notesSlide" Target="/ppt/notesSlides/notesSlide11.xml" Id="Rf8205d556cdb43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3a2421e4b4211" /><Relationship Type="http://schemas.openxmlformats.org/officeDocument/2006/relationships/notesSlide" Target="/ppt/notesSlides/notesSlide12.xml" Id="R80802930e70243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7e25f5f7143d1" /><Relationship Type="http://schemas.openxmlformats.org/officeDocument/2006/relationships/notesSlide" Target="/ppt/notesSlides/notesSlide13.xml" Id="R88a5a331c4854b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f05d173414352" /><Relationship Type="http://schemas.openxmlformats.org/officeDocument/2006/relationships/notesSlide" Target="/ppt/notesSlides/notesSlide14.xml" Id="R47d727e6894d40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c2ea36cb14aa1" /><Relationship Type="http://schemas.openxmlformats.org/officeDocument/2006/relationships/notesSlide" Target="/ppt/notesSlides/notesSlide15.xml" Id="R0f3dbcb52f9049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17bb86a3c439a" /><Relationship Type="http://schemas.openxmlformats.org/officeDocument/2006/relationships/notesSlide" Target="/ppt/notesSlides/notesSlide16.xml" Id="R66c885ed1d4b48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79d0089494dc1" /><Relationship Type="http://schemas.openxmlformats.org/officeDocument/2006/relationships/notesSlide" Target="/ppt/notesSlides/notesSlide17.xml" Id="Rb6c563f4fc03492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21bfff730460d" /><Relationship Type="http://schemas.openxmlformats.org/officeDocument/2006/relationships/notesSlide" Target="/ppt/notesSlides/notesSlide18.xml" Id="R70f241a4555444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ce842fe554977" /><Relationship Type="http://schemas.openxmlformats.org/officeDocument/2006/relationships/notesSlide" Target="/ppt/notesSlides/notesSlide19.xml" Id="Rd1f04cdbeb4d4f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22a3c17cc4d87" /><Relationship Type="http://schemas.openxmlformats.org/officeDocument/2006/relationships/notesSlide" Target="/ppt/notesSlides/notesSlide20.xml" Id="R0c3b5d2d124f44a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000fba28f42c6" /><Relationship Type="http://schemas.openxmlformats.org/officeDocument/2006/relationships/notesSlide" Target="/ppt/notesSlides/notesSlide21.xml" Id="Ra09e3438124746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ce4c672bb40ca" /><Relationship Type="http://schemas.openxmlformats.org/officeDocument/2006/relationships/notesSlide" Target="/ppt/notesSlides/notesSlide22.xml" Id="R9565af34fa6948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441ee1e2d4269" /><Relationship Type="http://schemas.openxmlformats.org/officeDocument/2006/relationships/notesSlide" Target="/ppt/notesSlides/notesSlide23.xml" Id="R3ee2e5de6a21421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1d3008b454e7a" /><Relationship Type="http://schemas.openxmlformats.org/officeDocument/2006/relationships/notesSlide" Target="/ppt/notesSlides/notesSlide24.xml" Id="R6f25695512684a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3bcade3d0430e" /><Relationship Type="http://schemas.openxmlformats.org/officeDocument/2006/relationships/notesSlide" Target="/ppt/notesSlides/notesSlide25.xml" Id="R0449cb9afadd45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662daf4d24d6a" /><Relationship Type="http://schemas.openxmlformats.org/officeDocument/2006/relationships/notesSlide" Target="/ppt/notesSlides/notesSlide26.xml" Id="Rec22ff2704f347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42dc5777947c6" /><Relationship Type="http://schemas.openxmlformats.org/officeDocument/2006/relationships/notesSlide" Target="/ppt/notesSlides/notesSlide27.xml" Id="R2793975df23240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72c06eba742b6" /><Relationship Type="http://schemas.openxmlformats.org/officeDocument/2006/relationships/notesSlide" Target="/ppt/notesSlides/notesSlide28.xml" Id="Re18361022d4d4b3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cad3ac3c14a04" /><Relationship Type="http://schemas.openxmlformats.org/officeDocument/2006/relationships/notesSlide" Target="/ppt/notesSlides/notesSlide29.xml" Id="Rb17402757d3b44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661d0621a4a2f" /><Relationship Type="http://schemas.openxmlformats.org/officeDocument/2006/relationships/notesSlide" Target="/ppt/notesSlides/notesSlide30.xml" Id="Rf3092f886dce4a2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370a07b0f4df3" /><Relationship Type="http://schemas.openxmlformats.org/officeDocument/2006/relationships/notesSlide" Target="/ppt/notesSlides/notesSlide31.xml" Id="R15cbbc45be2544b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1a37afef64e72" /><Relationship Type="http://schemas.openxmlformats.org/officeDocument/2006/relationships/notesSlide" Target="/ppt/notesSlides/notesSlide32.xml" Id="Ra4053eb1261c4a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cd40905894dec" /><Relationship Type="http://schemas.openxmlformats.org/officeDocument/2006/relationships/notesSlide" Target="/ppt/notesSlides/notesSlide33.xml" Id="R7f04014391f748d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49724517c42d7" /><Relationship Type="http://schemas.openxmlformats.org/officeDocument/2006/relationships/notesSlide" Target="/ppt/notesSlides/notesSlide34.xml" Id="R219982a5640146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e01a9a2b4aa5" /><Relationship Type="http://schemas.openxmlformats.org/officeDocument/2006/relationships/notesSlide" Target="/ppt/notesSlides/notesSlide35.xml" Id="Ra430fd2437fa45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1AA1A-EA79-4CCE-BC8D-CAA95E9E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A6486-E563-4AA3-B92B-F186C354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GRADE 10 · GROUP B · 4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13A71-CBE1-4704-9850-4163FEB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GRANDMOTHER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432E6-61F2-4B3B-8A56-E8F84C8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Sameeneh Shirazie</a:t>
            </a:r>
          </a:p>
        </p:txBody>
      </p:sp>
    </p:spTree>
    <p:extLst>
      <p:ext uri="{BB962C8B-B14F-4D97-AF65-F5344CB8AC3E}">
        <p14:creationId xmlns:p14="http://schemas.microsoft.com/office/powerpoint/2010/main" val="774861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1E557-BEFF-48CF-968B-A60F6822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48767-F624-4A83-A1CB-F64102BF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OUR LITERATURE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11631-F516-4C0A-8E74-02BDDC8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ארבע היצירות שלנו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ED37F-4D88-487A-AAFE-A5795D82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Thank You, Ma’am Kindness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Grandmother Listening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Count That Day Lost Meaningful action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Summer’s Reading Change</a:t>
            </a:r>
          </a:p>
        </p:txBody>
      </p:sp>
    </p:spTree>
    <p:extLst>
      <p:ext uri="{BB962C8B-B14F-4D97-AF65-F5344CB8AC3E}">
        <p14:creationId xmlns:p14="http://schemas.microsoft.com/office/powerpoint/2010/main" val="1551506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628A8-16EC-4E66-9BFD-BD89D882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5FB77-C93D-4618-8589-B8F73229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TODAY'S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FD9E1-EC7C-4CA7-B6F0-68D58B6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Understand What happens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6FDAD-0C11-4EBF-AFD2-D0605CD0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Infer What is not stated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Connect Family and listening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Write A personal response</a:t>
            </a:r>
          </a:p>
        </p:txBody>
      </p:sp>
    </p:spTree>
    <p:extLst>
      <p:ext uri="{BB962C8B-B14F-4D97-AF65-F5344CB8AC3E}">
        <p14:creationId xmlns:p14="http://schemas.microsoft.com/office/powerpoint/2010/main" val="1466212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276DF-34F5-4573-9582-358EC17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15343-FFD4-4645-AC4A-0F42D74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BEFORE 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1F6FC-F0E9-41DB-8F14-CC89BD52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When did you last stop and really listen to an older person?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F99A9-6962-43D4-9B96-3D902D1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7871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6510A-BC4A-4D62-A1DA-5D99596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42787-BB74-4CDB-91F6-AE53C23B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POET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32F8-A68D-4E3B-97F4-2907726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Sameeneh Shirazie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A1C49-D555-467B-BD0F-79C75506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משוררת ילידת קראצ׳י שבפקיסטן. השיר מתמקד ברגע קטן של הקשבה שהופך להבנה משמעותית.</a:t>
            </a:r>
          </a:p>
        </p:txBody>
      </p:sp>
    </p:spTree>
    <p:extLst>
      <p:ext uri="{BB962C8B-B14F-4D97-AF65-F5344CB8AC3E}">
        <p14:creationId xmlns:p14="http://schemas.microsoft.com/office/powerpoint/2010/main" val="965078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41158-E8D6-4A73-91ED-CFAD8D09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689EC-AC01-4047-AE5A-1E68DDF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COMPLETE POEM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50154-033C-46C8-B09C-0613BB6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קוראים את השיר בחמישה חלקים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682CC-E862-4823-A060-8A188B75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בכל חלק עוצרים, מבינים את הפרטים ועונים על שאלה קצרה באנגלית.</a:t>
            </a:r>
          </a:p>
        </p:txBody>
      </p:sp>
    </p:spTree>
    <p:extLst>
      <p:ext uri="{BB962C8B-B14F-4D97-AF65-F5344CB8AC3E}">
        <p14:creationId xmlns:p14="http://schemas.microsoft.com/office/powerpoint/2010/main" val="546256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40118-7832-4A69-B91D-F3D3B69F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ED6AB-F362-44AB-9A45-CD874994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0FBB6-9B3F-46A6-B846-4A7C84FA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sheets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36F0F-9FCE-44EB-AB35-655DBD88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large pieces of cloth used on a bed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סדינים</a:t>
            </a:r>
          </a:p>
        </p:txBody>
      </p:sp>
    </p:spTree>
    <p:extLst>
      <p:ext uri="{BB962C8B-B14F-4D97-AF65-F5344CB8AC3E}">
        <p14:creationId xmlns:p14="http://schemas.microsoft.com/office/powerpoint/2010/main" val="1470363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79302-C099-41ED-A55F-3FB99012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90E0B-D46A-434F-B583-8C057B03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0C6C-34FF-48CB-A571-8F4585BB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towel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9F83-FB47-4640-9419-56D92C01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cloth used for drying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מגבת</a:t>
            </a:r>
          </a:p>
        </p:txBody>
      </p:sp>
    </p:spTree>
    <p:extLst>
      <p:ext uri="{BB962C8B-B14F-4D97-AF65-F5344CB8AC3E}">
        <p14:creationId xmlns:p14="http://schemas.microsoft.com/office/powerpoint/2010/main" val="1845991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3CFEA-F4DE-47BD-8DB9-68559D34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7CE08-D3B6-49B0-8165-ABA79509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10E67-2208-40C1-989A-71CAEBF9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heavy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CADF-0592-4BCA-973B-CD77F2E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difficult to lift or carry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כבד</a:t>
            </a:r>
          </a:p>
        </p:txBody>
      </p:sp>
    </p:spTree>
    <p:extLst>
      <p:ext uri="{BB962C8B-B14F-4D97-AF65-F5344CB8AC3E}">
        <p14:creationId xmlns:p14="http://schemas.microsoft.com/office/powerpoint/2010/main" val="352100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98FF3-C2E1-40F0-BD17-E5C97BB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52417-7BB9-41B4-8EA8-D33AC2F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09FBB-D584-47E6-A23E-965B4CAB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chores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4FF62-2962-46D7-AE08-75C084DF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regular jobs around the house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מטלות הבית</a:t>
            </a:r>
          </a:p>
        </p:txBody>
      </p:sp>
    </p:spTree>
    <p:extLst>
      <p:ext uri="{BB962C8B-B14F-4D97-AF65-F5344CB8AC3E}">
        <p14:creationId xmlns:p14="http://schemas.microsoft.com/office/powerpoint/2010/main" val="530368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0C75A-68D9-4209-A14D-A00F120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EAFCA-EF11-4E64-87DC-D039F8EB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4A1BF-B55B-4F1B-AE0C-E565908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complain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A7DE8-9E19-4A3E-8E4B-1B71916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say that something is wrong or difficult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להתלונן</a:t>
            </a:r>
          </a:p>
        </p:txBody>
      </p:sp>
    </p:spTree>
    <p:extLst>
      <p:ext uri="{BB962C8B-B14F-4D97-AF65-F5344CB8AC3E}">
        <p14:creationId xmlns:p14="http://schemas.microsoft.com/office/powerpoint/2010/main" val="1407664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56BC9-9978-40EE-B239-93C7243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25093-684D-4FB6-BC4C-8F86D5D6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9C2CC-0B9F-468D-B066-2328769F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notice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70A67-0BFE-4734-9C68-5F1B63F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become aware of something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להבחין</a:t>
            </a:r>
          </a:p>
        </p:txBody>
      </p:sp>
    </p:spTree>
    <p:extLst>
      <p:ext uri="{BB962C8B-B14F-4D97-AF65-F5344CB8AC3E}">
        <p14:creationId xmlns:p14="http://schemas.microsoft.com/office/powerpoint/2010/main" val="1943343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BE826-29FF-480F-9442-1384FE4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A8F34-15C1-42D8-A086-6E909E54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D450-D7EB-4AE4-911E-4EAC45D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listen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4F32E-3B92-4A8B-B2A4-1D15F45C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give attention to someone speaking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להקשיב</a:t>
            </a:r>
          </a:p>
        </p:txBody>
      </p:sp>
    </p:spTree>
    <p:extLst>
      <p:ext uri="{BB962C8B-B14F-4D97-AF65-F5344CB8AC3E}">
        <p14:creationId xmlns:p14="http://schemas.microsoft.com/office/powerpoint/2010/main" val="1333625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D2AEF-5EFF-499A-9A07-674702A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EEDA3-819F-43DC-8A01-CC4620AA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KEY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EC123-1DAE-4C5E-ACE0-F57FC31A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miss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18008-A6D4-4D56-A7C5-B429D27F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to fail to notice or experience something important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להחמיץ / לא להבחין</a:t>
            </a:r>
          </a:p>
        </p:txBody>
      </p:sp>
    </p:spTree>
    <p:extLst>
      <p:ext uri="{BB962C8B-B14F-4D97-AF65-F5344CB8AC3E}">
        <p14:creationId xmlns:p14="http://schemas.microsoft.com/office/powerpoint/2010/main" val="3567847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1602C-4399-47A1-B4C3-EC6D9058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94528-DDB7-4808-B478-8C58837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614B4-7C71-4872-AB72-6F02DFFE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I hadn’t asked her much, just how she felt, and she told me all about her day,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5B07A-F0A1-4283-B2BE-91D750E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kind of answer did the speaker expect?</a:t>
            </a:r>
          </a:p>
        </p:txBody>
      </p:sp>
    </p:spTree>
    <p:extLst>
      <p:ext uri="{BB962C8B-B14F-4D97-AF65-F5344CB8AC3E}">
        <p14:creationId xmlns:p14="http://schemas.microsoft.com/office/powerpoint/2010/main" val="20910910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45A24-D8BD-47BA-8A81-B604118D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EA6FA-286F-4779-8EC8-B612135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95A7-0B1C-46A4-8C61-CE1ED48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and how she’d washed the sheets, and how she could not understand why the towel got so heavy when it was wet.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3807E-C682-4C79-8741-392DE0D0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 these ordinary details tell us about the grandmother?</a:t>
            </a:r>
          </a:p>
        </p:txBody>
      </p:sp>
    </p:spTree>
    <p:extLst>
      <p:ext uri="{BB962C8B-B14F-4D97-AF65-F5344CB8AC3E}">
        <p14:creationId xmlns:p14="http://schemas.microsoft.com/office/powerpoint/2010/main" val="5386822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0EE01-1AA9-4FC8-9D7F-DBC103BA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28627-0F66-4FA9-B9EB-2766AC54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06D4F-9644-4175-92D0-A9DD01F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She’d also sunned the mattresses, such tired bones and so much to do,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3085A-03D7-4A82-ADBC-7BB37589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contrast appears in this part?</a:t>
            </a:r>
          </a:p>
        </p:txBody>
      </p:sp>
    </p:spTree>
    <p:extLst>
      <p:ext uri="{BB962C8B-B14F-4D97-AF65-F5344CB8AC3E}">
        <p14:creationId xmlns:p14="http://schemas.microsoft.com/office/powerpoint/2010/main" val="6231014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BC1D2-9C27-4931-8504-25EB2E8E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C3DE1-5068-497C-9930-E16F2417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912DF-F2FD-4987-AF0E-A2CA4569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and my eyes filled with tears when I thought of how I was simply going to say “Salaam” and walk away and so many words would have been trapped inside 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C248E-A4EB-4E98-A795-5FC27A8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do the speaker’s eyes fill with tears?</a:t>
            </a:r>
          </a:p>
        </p:txBody>
      </p:sp>
    </p:spTree>
    <p:extLst>
      <p:ext uri="{BB962C8B-B14F-4D97-AF65-F5344CB8AC3E}">
        <p14:creationId xmlns:p14="http://schemas.microsoft.com/office/powerpoint/2010/main" val="4441467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DBDB8-ACAC-44CE-A557-3D1E2166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91D5E-D81C-4385-AE01-FD2BEBE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GRANDMOTHER · PART 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FBFFD-E65C-4CFB-AF12-4B9AE7AE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I would have passed by as if what lay between those bedclothes was just old life and not really my grandmother.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C04A2-AA14-4CA8-B8FA-DB85CDAD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does the speaker finally understand?</a:t>
            </a:r>
          </a:p>
        </p:txBody>
      </p:sp>
    </p:spTree>
    <p:extLst>
      <p:ext uri="{BB962C8B-B14F-4D97-AF65-F5344CB8AC3E}">
        <p14:creationId xmlns:p14="http://schemas.microsoft.com/office/powerpoint/2010/main" val="1551085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DD82A-BFD2-4B12-9328-F5951C7B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5DE1C-5D27-4F31-A65E-A2EB49CE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FIRST READING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637A8-0C95-4152-8BF0-6823CA4A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מה קורה בשיר?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B1A60-EFD2-421B-99B1-C40BB91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asks a simple question.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grandmother answers with details from her day.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begins to listen differently.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 routine conversation becomes an important moment.</a:t>
            </a:r>
          </a:p>
        </p:txBody>
      </p:sp>
    </p:spTree>
    <p:extLst>
      <p:ext uri="{BB962C8B-B14F-4D97-AF65-F5344CB8AC3E}">
        <p14:creationId xmlns:p14="http://schemas.microsoft.com/office/powerpoint/2010/main" val="6992012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265F4-0A6B-49D4-9FE4-D5534D8F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E51EA-9467-4B56-8849-52531394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A SMALL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44E9C-394C-4E55-8C43-78ED091F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“just how she felt”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F3FD1-F3E5-4839-A43B-2E745A24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does this simple question become important?</a:t>
            </a:r>
          </a:p>
        </p:txBody>
      </p:sp>
    </p:spTree>
    <p:extLst>
      <p:ext uri="{BB962C8B-B14F-4D97-AF65-F5344CB8AC3E}">
        <p14:creationId xmlns:p14="http://schemas.microsoft.com/office/powerpoint/2010/main" val="8762935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78F9B-3741-4856-8C43-8B33150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6E302-C4EB-4910-A1F2-71E15B6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GRANDMOTHER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2A7BE-EAE9-42B6-A667-00D9CB1D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She talks about ordinary household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F9C22-93E9-4B2F-9EBB-836665D9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Her body is becoming weaker.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wants someone to hear the details of her life.</a:t>
            </a:r>
          </a:p>
        </p:txBody>
      </p:sp>
    </p:spTree>
    <p:extLst>
      <p:ext uri="{BB962C8B-B14F-4D97-AF65-F5344CB8AC3E}">
        <p14:creationId xmlns:p14="http://schemas.microsoft.com/office/powerpoint/2010/main" val="16433579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43B92-86FD-4FBB-95B6-A9CB5ADF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26C37-9725-41F6-B385-1820C6B2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THE GRANDDAUGHTER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1EEFA-2107-41ED-AFA7-C0FFA79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At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8170F-11FA-4D78-A2D5-9EA136D5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asks casually and does not expect a long answer.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By the end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understands that listening reveals a life she has not fully noticed.</a:t>
            </a:r>
          </a:p>
        </p:txBody>
      </p:sp>
    </p:spTree>
    <p:extLst>
      <p:ext uri="{BB962C8B-B14F-4D97-AF65-F5344CB8AC3E}">
        <p14:creationId xmlns:p14="http://schemas.microsoft.com/office/powerpoint/2010/main" val="3110526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2CCB5-3CD2-4C08-8AB8-98FCFA3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B65C1-7474-4081-8DF7-B387823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5BAD5-42E4-4066-BD52-833874D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What can we infer about the grandmother’s need to talk?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418A3-60ED-40DD-8CAB-A15B6D7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details from the poem, not only your opinion.</a:t>
            </a:r>
          </a:p>
        </p:txBody>
      </p:sp>
    </p:spTree>
    <p:extLst>
      <p:ext uri="{BB962C8B-B14F-4D97-AF65-F5344CB8AC3E}">
        <p14:creationId xmlns:p14="http://schemas.microsoft.com/office/powerpoint/2010/main" val="20391667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1311E-8DC1-4F4E-A1F7-FD17F766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783C1-A6A0-4E35-9CFB-85A9D255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CAUSE AND EFFECT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1B9C3-7668-49C4-8FFA-1EC30AE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Cause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3AB34-3A77-4D9E-8BEC-3231025F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The granddaughter finally gives her full attention.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Effect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She realizes how much of her grandmother’s inner life she has missed.</a:t>
            </a:r>
          </a:p>
        </p:txBody>
      </p:sp>
    </p:spTree>
    <p:extLst>
      <p:ext uri="{BB962C8B-B14F-4D97-AF65-F5344CB8AC3E}">
        <p14:creationId xmlns:p14="http://schemas.microsoft.com/office/powerpoint/2010/main" val="11620447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2B733-1EA5-472C-8599-6AB0419F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73A9D-671B-44D1-B9A8-6005260B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TITLE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C0EE4-5305-4FFA-A0CA-A20607C7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GRANDMOTHER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880BB-45E7-4D2F-BA49-C6137B79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Why is the title only one word?</a:t>
            </a:r>
          </a:p>
        </p:txBody>
      </p:sp>
    </p:spTree>
    <p:extLst>
      <p:ext uri="{BB962C8B-B14F-4D97-AF65-F5344CB8AC3E}">
        <p14:creationId xmlns:p14="http://schemas.microsoft.com/office/powerpoint/2010/main" val="8809103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C72BB-2EC2-421A-B073-CF1A6DA9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969FF-6C52-41C7-85E2-C3C37417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CENTRAL THEME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B3A56-88FD-4905-9016-221B7815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הקשבה הופכת אדם לנראה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58BFE-A6E8-46ED-92A1-BE370CB6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Ordinary details can reveal loneliness, effort, age and love.</a:t>
            </a:r>
          </a:p>
        </p:txBody>
      </p:sp>
    </p:spTree>
    <p:extLst>
      <p:ext uri="{BB962C8B-B14F-4D97-AF65-F5344CB8AC3E}">
        <p14:creationId xmlns:p14="http://schemas.microsoft.com/office/powerpoint/2010/main" val="3205375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87264-F2F2-471D-BF4B-B6CB86BF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F83ED-7F90-441D-9FFC-036C34E7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LOOK AGAIN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DC264-4CB7-49EF-9721-1A37B374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Which detail changes the granddaughter’s understanding most strongly?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42304-267F-4602-A287-DA2CC662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540833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35F71-F162-405C-A356-A572F2F0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B48F4-A608-47E2-9F62-8AA9DE25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CHARACTERIZATION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23BE2-88D4-4658-BE65-80811C5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What does the grandmother do?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4B42-D940-45A0-B3C6-6C894675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does she say?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What do her words suggest about her feelings?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How does the granddaughter respond?</a:t>
            </a:r>
          </a:p>
        </p:txBody>
      </p:sp>
    </p:spTree>
    <p:extLst>
      <p:ext uri="{BB962C8B-B14F-4D97-AF65-F5344CB8AC3E}">
        <p14:creationId xmlns:p14="http://schemas.microsoft.com/office/powerpoint/2010/main" val="17341503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73543-F886-4FC9-942F-0ED4CDC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54B36-9E49-41B7-A43C-CF0A3C94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C66F9-C6C0-442D-87D7-31DFE38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What does the poem teach us about relationships between generations?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835E8-F7C1-4BBE-B13C-7E160AD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569521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C15C5-3F8A-4244-95E3-809E881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F4636-2326-408B-8522-600E6DE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PERSONAL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89989-4F95-4EB3-99DC-B39768D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Can a short conversation change the way we see someone?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724CF-3FFB-499F-9A08-0521E528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7133710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C5518-D198-4F7E-80EE-7754EA0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EDA81-7713-4615-A02C-DB0C97BB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SHORT RESPONSE · 60–80 WORDS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7F579-9DC2-4B91-84AA-FA53901F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Why is listening important in the poem?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78D2E-9D06-4668-BF81-CC67258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State your answer clearly.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Use two details from the poem.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Explain what the granddaughter learns.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Check spelling and punctuation.</a:t>
            </a:r>
          </a:p>
        </p:txBody>
      </p:sp>
    </p:spTree>
    <p:extLst>
      <p:ext uri="{BB962C8B-B14F-4D97-AF65-F5344CB8AC3E}">
        <p14:creationId xmlns:p14="http://schemas.microsoft.com/office/powerpoint/2010/main" val="11982847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8441E-1943-4690-9707-6AB2DDB8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B6A9C-1675-4CC6-8539-F452208F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WRITING 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8DDA5-524F-4F31-909B-A9E1EBD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כותבים קודם — משפרים אחר כך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2C95A-70DB-49FD-8080-FE7751BF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Write your own first draft.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 the bot to identify two unclear sentences.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Ask for an explanation of one language mistake.</a:t>
            </a:r>
          </a:p>
          <a:p xmlns:a="http://schemas.openxmlformats.org/drawingml/2006/main">
            <a:pPr algn="ctr">
              <a:defRPr sz="2250" b="1">
                <a:solidFill>
                  <a:srgbClr val="9FB2C8"/>
                </a:solidFill>
              </a:defRPr>
            </a:pPr>
            <a:r>
              <a:rPr sz="2250" b="1">
                <a:solidFill>
                  <a:srgbClr val="9FB2C8"/>
                </a:solidFill>
              </a:rPr>
              <a:t>Rewrite the response yourself.</a:t>
            </a:r>
          </a:p>
        </p:txBody>
      </p:sp>
    </p:spTree>
    <p:extLst>
      <p:ext uri="{BB962C8B-B14F-4D97-AF65-F5344CB8AC3E}">
        <p14:creationId xmlns:p14="http://schemas.microsoft.com/office/powerpoint/2010/main" val="1049556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2556-F283-46FC-8E89-9BBBAFBB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3A1A-98B6-4B74-BE06-D1F5724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BOT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5BBE3-252C-4B28-A15D-474D1903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BFF"/>
                </a:solidFill>
              </a:defRPr>
            </a:pPr>
            <a:r>
              <a:rPr sz="2550" b="1">
                <a:solidFill>
                  <a:srgbClr val="F7FBFF"/>
                </a:solidFill>
              </a:rPr>
              <a:t>“Do not rewrite my answer. Show me two places that are unclear and explain one grammar mistake.”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C8084-5E20-4D57-A442-272D3D3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0162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5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2A34C-451B-4E49-BF19-AEEF40B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A4775-95BF-42F8-AE67-E2191379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E5FF"/>
                </a:solidFill>
              </a:defRPr>
            </a:pPr>
            <a:r>
              <a:rPr sz="1125" b="1">
                <a:solidFill>
                  <a:srgbClr val="4EE5FF"/>
                </a:solidFill>
              </a:rPr>
              <a:t>EXIT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87A17-3110-470F-B34C-29D622D4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7FBFF"/>
                </a:solidFill>
              </a:defRPr>
            </a:pPr>
            <a:r>
              <a:rPr sz="3375" b="1">
                <a:solidFill>
                  <a:srgbClr val="F7FBFF"/>
                </a:solidFill>
              </a:rPr>
              <a:t>What will you remember from Grandmother?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7746A-8B59-46E0-AF51-7164024D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2985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2026-09-01T14:55:39.9480000Z</dcterms:created>
  <dcterms:modified xsi:type="dcterms:W3CDTF">2026-09-01T14:55:39.9480000Z</dcterms:modified>
</coreProperties>
</file>