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f4c1130d544289" /><Relationship Type="http://schemas.openxmlformats.org/officeDocument/2006/relationships/extended-properties" Target="/docProps/app.xml" Id="Rdcfb25a452e24d34" /><Relationship Type="http://schemas.openxmlformats.org/officeDocument/2006/relationships/officeDocument" Target="/ppt/presentation.xml" Id="Ra79d6a45419149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034c606d7a4aa0"/>
  </p:sldMasterIdLst>
  <p:notesMasterIdLst>
    <p:notesMasterId xmlns:r="http://schemas.openxmlformats.org/officeDocument/2006/relationships" r:id="R4f48038709cc4845"/>
  </p:notesMasterIdLst>
  <p:sldIdLst>
    <p:sldId xmlns:r="http://schemas.openxmlformats.org/officeDocument/2006/relationships" id="256" r:id="R87e84008a1594752"/>
    <p:sldId xmlns:r="http://schemas.openxmlformats.org/officeDocument/2006/relationships" id="257" r:id="R4216ef1613274558"/>
    <p:sldId xmlns:r="http://schemas.openxmlformats.org/officeDocument/2006/relationships" id="258" r:id="Rbdab467bd4df47ac"/>
    <p:sldId xmlns:r="http://schemas.openxmlformats.org/officeDocument/2006/relationships" id="259" r:id="Rd895c47c9501436b"/>
    <p:sldId xmlns:r="http://schemas.openxmlformats.org/officeDocument/2006/relationships" id="260" r:id="R99d9465158fd4d87"/>
    <p:sldId xmlns:r="http://schemas.openxmlformats.org/officeDocument/2006/relationships" id="261" r:id="Rdf4fbf9551c94542"/>
    <p:sldId xmlns:r="http://schemas.openxmlformats.org/officeDocument/2006/relationships" id="262" r:id="R409a499c1bea45b3"/>
    <p:sldId xmlns:r="http://schemas.openxmlformats.org/officeDocument/2006/relationships" id="263" r:id="R82c72396e0a54597"/>
    <p:sldId xmlns:r="http://schemas.openxmlformats.org/officeDocument/2006/relationships" id="264" r:id="R797edcf5dc254bbf"/>
    <p:sldId xmlns:r="http://schemas.openxmlformats.org/officeDocument/2006/relationships" id="265" r:id="R9b6712b5f4e34279"/>
    <p:sldId xmlns:r="http://schemas.openxmlformats.org/officeDocument/2006/relationships" id="266" r:id="R6ccc8e9eb1a643eb"/>
    <p:sldId xmlns:r="http://schemas.openxmlformats.org/officeDocument/2006/relationships" id="267" r:id="Rde4b9d67c02b48ee"/>
    <p:sldId xmlns:r="http://schemas.openxmlformats.org/officeDocument/2006/relationships" id="268" r:id="Rc9aae1fd05c04420"/>
    <p:sldId xmlns:r="http://schemas.openxmlformats.org/officeDocument/2006/relationships" id="269" r:id="R6fd387eba56a4edf"/>
    <p:sldId xmlns:r="http://schemas.openxmlformats.org/officeDocument/2006/relationships" id="270" r:id="R4ce957e011534f63"/>
    <p:sldId xmlns:r="http://schemas.openxmlformats.org/officeDocument/2006/relationships" id="271" r:id="R35238f8ee8004e79"/>
    <p:sldId xmlns:r="http://schemas.openxmlformats.org/officeDocument/2006/relationships" id="272" r:id="R54a7b6efd13249d9"/>
    <p:sldId xmlns:r="http://schemas.openxmlformats.org/officeDocument/2006/relationships" id="273" r:id="R594db58773994076"/>
    <p:sldId xmlns:r="http://schemas.openxmlformats.org/officeDocument/2006/relationships" id="274" r:id="R7cfa694476694bfb"/>
    <p:sldId xmlns:r="http://schemas.openxmlformats.org/officeDocument/2006/relationships" id="275" r:id="R58fe063662ae40b0"/>
    <p:sldId xmlns:r="http://schemas.openxmlformats.org/officeDocument/2006/relationships" id="276" r:id="R99af4bb218b74e76"/>
    <p:sldId xmlns:r="http://schemas.openxmlformats.org/officeDocument/2006/relationships" id="277" r:id="R346f4a0b99bc434e"/>
    <p:sldId xmlns:r="http://schemas.openxmlformats.org/officeDocument/2006/relationships" id="278" r:id="Rd9586c816d744bd4"/>
    <p:sldId xmlns:r="http://schemas.openxmlformats.org/officeDocument/2006/relationships" id="279" r:id="R1601ddbce6df4e50"/>
    <p:sldId xmlns:r="http://schemas.openxmlformats.org/officeDocument/2006/relationships" id="280" r:id="Rf8aba44d2d934cfc"/>
    <p:sldId xmlns:r="http://schemas.openxmlformats.org/officeDocument/2006/relationships" id="281" r:id="R42b7f07025414112"/>
    <p:sldId xmlns:r="http://schemas.openxmlformats.org/officeDocument/2006/relationships" id="282" r:id="Ree9be3b7dbf545f6"/>
    <p:sldId xmlns:r="http://schemas.openxmlformats.org/officeDocument/2006/relationships" id="283" r:id="Rd178afcdde794df7"/>
    <p:sldId xmlns:r="http://schemas.openxmlformats.org/officeDocument/2006/relationships" id="284" r:id="R549b97ae5d6f4965"/>
    <p:sldId xmlns:r="http://schemas.openxmlformats.org/officeDocument/2006/relationships" id="285" r:id="R53b58024cfa9402b"/>
    <p:sldId xmlns:r="http://schemas.openxmlformats.org/officeDocument/2006/relationships" id="286" r:id="R5f18d18feeca40cc"/>
    <p:sldId xmlns:r="http://schemas.openxmlformats.org/officeDocument/2006/relationships" id="287" r:id="Re7fc1854c6254ddd"/>
    <p:sldId xmlns:r="http://schemas.openxmlformats.org/officeDocument/2006/relationships" id="288" r:id="R8462395f349b4f29"/>
    <p:sldId xmlns:r="http://schemas.openxmlformats.org/officeDocument/2006/relationships" id="289" r:id="Rc57c057e59e543c8"/>
    <p:sldId xmlns:r="http://schemas.openxmlformats.org/officeDocument/2006/relationships" id="290" r:id="R99d48f68a46b4f49"/>
    <p:sldId xmlns:r="http://schemas.openxmlformats.org/officeDocument/2006/relationships" id="291" r:id="R9b63e0ae84c04860"/>
    <p:sldId xmlns:r="http://schemas.openxmlformats.org/officeDocument/2006/relationships" id="292" r:id="R27e0aa5e04bb40f1"/>
    <p:sldId xmlns:r="http://schemas.openxmlformats.org/officeDocument/2006/relationships" id="293" r:id="Rae5dbb2855eb482c"/>
    <p:sldId xmlns:r="http://schemas.openxmlformats.org/officeDocument/2006/relationships" id="294" r:id="Re4e323ca731b4ba3"/>
    <p:sldId xmlns:r="http://schemas.openxmlformats.org/officeDocument/2006/relationships" id="295" r:id="R2c59f1b119a64435"/>
    <p:sldId xmlns:r="http://schemas.openxmlformats.org/officeDocument/2006/relationships" id="296" r:id="R0da1873fba9c453b"/>
    <p:sldId xmlns:r="http://schemas.openxmlformats.org/officeDocument/2006/relationships" id="297" r:id="R1f0165220d68488c"/>
    <p:sldId xmlns:r="http://schemas.openxmlformats.org/officeDocument/2006/relationships" id="298" r:id="R7169e56dc2ca42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63992faa724f6a" /><Relationship Type="http://schemas.openxmlformats.org/officeDocument/2006/relationships/slideMaster" Target="/ppt/slideMasters/slideMaster1.xml" Id="Rc1034c606d7a4aa0" /><Relationship Type="http://schemas.openxmlformats.org/officeDocument/2006/relationships/notesMaster" Target="/ppt/notesMasters/notesMaster1.xml" Id="R4f48038709cc4845" /><Relationship Type="http://schemas.openxmlformats.org/officeDocument/2006/relationships/presProps" Target="/ppt/presProps.xml" Id="R27b2b9dd0e204580" /><Relationship Type="http://schemas.openxmlformats.org/officeDocument/2006/relationships/tableStyles" Target="/ppt/tableStyles.xml" Id="R7b1e462de4254a44" /><Relationship Type="http://schemas.openxmlformats.org/officeDocument/2006/relationships/slide" Target="/ppt/slides/slide1.xml" Id="R87e84008a1594752" /><Relationship Type="http://schemas.openxmlformats.org/officeDocument/2006/relationships/slide" Target="/ppt/slides/slide2.xml" Id="R4216ef1613274558" /><Relationship Type="http://schemas.openxmlformats.org/officeDocument/2006/relationships/slide" Target="/ppt/slides/slide3.xml" Id="Rbdab467bd4df47ac" /><Relationship Type="http://schemas.openxmlformats.org/officeDocument/2006/relationships/slide" Target="/ppt/slides/slide4.xml" Id="Rd895c47c9501436b" /><Relationship Type="http://schemas.openxmlformats.org/officeDocument/2006/relationships/slide" Target="/ppt/slides/slide5.xml" Id="R99d9465158fd4d87" /><Relationship Type="http://schemas.openxmlformats.org/officeDocument/2006/relationships/slide" Target="/ppt/slides/slide6.xml" Id="Rdf4fbf9551c94542" /><Relationship Type="http://schemas.openxmlformats.org/officeDocument/2006/relationships/slide" Target="/ppt/slides/slide7.xml" Id="R409a499c1bea45b3" /><Relationship Type="http://schemas.openxmlformats.org/officeDocument/2006/relationships/slide" Target="/ppt/slides/slide8.xml" Id="R82c72396e0a54597" /><Relationship Type="http://schemas.openxmlformats.org/officeDocument/2006/relationships/slide" Target="/ppt/slides/slide9.xml" Id="R797edcf5dc254bbf" /><Relationship Type="http://schemas.openxmlformats.org/officeDocument/2006/relationships/slide" Target="/ppt/slides/slide10.xml" Id="R9b6712b5f4e34279" /><Relationship Type="http://schemas.openxmlformats.org/officeDocument/2006/relationships/slide" Target="/ppt/slides/slide11.xml" Id="R6ccc8e9eb1a643eb" /><Relationship Type="http://schemas.openxmlformats.org/officeDocument/2006/relationships/slide" Target="/ppt/slides/slide12.xml" Id="Rde4b9d67c02b48ee" /><Relationship Type="http://schemas.openxmlformats.org/officeDocument/2006/relationships/slide" Target="/ppt/slides/slide13.xml" Id="Rc9aae1fd05c04420" /><Relationship Type="http://schemas.openxmlformats.org/officeDocument/2006/relationships/slide" Target="/ppt/slides/slide14.xml" Id="R6fd387eba56a4edf" /><Relationship Type="http://schemas.openxmlformats.org/officeDocument/2006/relationships/slide" Target="/ppt/slides/slide15.xml" Id="R4ce957e011534f63" /><Relationship Type="http://schemas.openxmlformats.org/officeDocument/2006/relationships/slide" Target="/ppt/slides/slide16.xml" Id="R35238f8ee8004e79" /><Relationship Type="http://schemas.openxmlformats.org/officeDocument/2006/relationships/slide" Target="/ppt/slides/slide17.xml" Id="R54a7b6efd13249d9" /><Relationship Type="http://schemas.openxmlformats.org/officeDocument/2006/relationships/slide" Target="/ppt/slides/slide18.xml" Id="R594db58773994076" /><Relationship Type="http://schemas.openxmlformats.org/officeDocument/2006/relationships/slide" Target="/ppt/slides/slide19.xml" Id="R7cfa694476694bfb" /><Relationship Type="http://schemas.openxmlformats.org/officeDocument/2006/relationships/slide" Target="/ppt/slides/slide20.xml" Id="R58fe063662ae40b0" /><Relationship Type="http://schemas.openxmlformats.org/officeDocument/2006/relationships/slide" Target="/ppt/slides/slide21.xml" Id="R99af4bb218b74e76" /><Relationship Type="http://schemas.openxmlformats.org/officeDocument/2006/relationships/slide" Target="/ppt/slides/slide22.xml" Id="R346f4a0b99bc434e" /><Relationship Type="http://schemas.openxmlformats.org/officeDocument/2006/relationships/slide" Target="/ppt/slides/slide23.xml" Id="Rd9586c816d744bd4" /><Relationship Type="http://schemas.openxmlformats.org/officeDocument/2006/relationships/slide" Target="/ppt/slides/slide24.xml" Id="R1601ddbce6df4e50" /><Relationship Type="http://schemas.openxmlformats.org/officeDocument/2006/relationships/slide" Target="/ppt/slides/slide25.xml" Id="Rf8aba44d2d934cfc" /><Relationship Type="http://schemas.openxmlformats.org/officeDocument/2006/relationships/slide" Target="/ppt/slides/slide26.xml" Id="R42b7f07025414112" /><Relationship Type="http://schemas.openxmlformats.org/officeDocument/2006/relationships/slide" Target="/ppt/slides/slide27.xml" Id="Ree9be3b7dbf545f6" /><Relationship Type="http://schemas.openxmlformats.org/officeDocument/2006/relationships/slide" Target="/ppt/slides/slide28.xml" Id="Rd178afcdde794df7" /><Relationship Type="http://schemas.openxmlformats.org/officeDocument/2006/relationships/slide" Target="/ppt/slides/slide29.xml" Id="R549b97ae5d6f4965" /><Relationship Type="http://schemas.openxmlformats.org/officeDocument/2006/relationships/slide" Target="/ppt/slides/slide30.xml" Id="R53b58024cfa9402b" /><Relationship Type="http://schemas.openxmlformats.org/officeDocument/2006/relationships/slide" Target="/ppt/slides/slide31.xml" Id="R5f18d18feeca40cc" /><Relationship Type="http://schemas.openxmlformats.org/officeDocument/2006/relationships/slide" Target="/ppt/slides/slide32.xml" Id="Re7fc1854c6254ddd" /><Relationship Type="http://schemas.openxmlformats.org/officeDocument/2006/relationships/slide" Target="/ppt/slides/slide33.xml" Id="R8462395f349b4f29" /><Relationship Type="http://schemas.openxmlformats.org/officeDocument/2006/relationships/slide" Target="/ppt/slides/slide34.xml" Id="Rc57c057e59e543c8" /><Relationship Type="http://schemas.openxmlformats.org/officeDocument/2006/relationships/slide" Target="/ppt/slides/slide35.xml" Id="R99d48f68a46b4f49" /><Relationship Type="http://schemas.openxmlformats.org/officeDocument/2006/relationships/slide" Target="/ppt/slides/slide36.xml" Id="R9b63e0ae84c04860" /><Relationship Type="http://schemas.openxmlformats.org/officeDocument/2006/relationships/slide" Target="/ppt/slides/slide37.xml" Id="R27e0aa5e04bb40f1" /><Relationship Type="http://schemas.openxmlformats.org/officeDocument/2006/relationships/slide" Target="/ppt/slides/slide38.xml" Id="Rae5dbb2855eb482c" /><Relationship Type="http://schemas.openxmlformats.org/officeDocument/2006/relationships/slide" Target="/ppt/slides/slide39.xml" Id="Re4e323ca731b4ba3" /><Relationship Type="http://schemas.openxmlformats.org/officeDocument/2006/relationships/slide" Target="/ppt/slides/slide40.xml" Id="R2c59f1b119a64435" /><Relationship Type="http://schemas.openxmlformats.org/officeDocument/2006/relationships/slide" Target="/ppt/slides/slide41.xml" Id="R0da1873fba9c453b" /><Relationship Type="http://schemas.openxmlformats.org/officeDocument/2006/relationships/slide" Target="/ppt/slides/slide42.xml" Id="R1f0165220d68488c" /><Relationship Type="http://schemas.openxmlformats.org/officeDocument/2006/relationships/slide" Target="/ppt/slides/slide43.xml" Id="R7169e56dc2ca42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a46a578c854b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1d7bd129b14305" /><Relationship Type="http://schemas.openxmlformats.org/officeDocument/2006/relationships/notesMaster" Target="/ppt/notesMasters/notesMaster1.xml" Id="R746fded26fb946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e6b99d817f44ca" /><Relationship Type="http://schemas.openxmlformats.org/officeDocument/2006/relationships/notesMaster" Target="/ppt/notesMasters/notesMaster1.xml" Id="R6aa62e14d16b46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6d19e9a448466a" /><Relationship Type="http://schemas.openxmlformats.org/officeDocument/2006/relationships/notesMaster" Target="/ppt/notesMasters/notesMaster1.xml" Id="Re7e21b47911542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d8cecc01c64e88" /><Relationship Type="http://schemas.openxmlformats.org/officeDocument/2006/relationships/notesMaster" Target="/ppt/notesMasters/notesMaster1.xml" Id="R03b127ce8fc34e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95fe03565d4685" /><Relationship Type="http://schemas.openxmlformats.org/officeDocument/2006/relationships/notesMaster" Target="/ppt/notesMasters/notesMaster1.xml" Id="Ra31c99708d6547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ccb355fe344ebb" /><Relationship Type="http://schemas.openxmlformats.org/officeDocument/2006/relationships/notesMaster" Target="/ppt/notesMasters/notesMaster1.xml" Id="Rd936ece071c745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d8bdb804024f7c" /><Relationship Type="http://schemas.openxmlformats.org/officeDocument/2006/relationships/notesMaster" Target="/ppt/notesMasters/notesMaster1.xml" Id="R3920429d494b41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8b49c86ada4c32" /><Relationship Type="http://schemas.openxmlformats.org/officeDocument/2006/relationships/notesMaster" Target="/ppt/notesMasters/notesMaster1.xml" Id="Rcf7a0c4d6f8747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95b32942f24210" /><Relationship Type="http://schemas.openxmlformats.org/officeDocument/2006/relationships/notesMaster" Target="/ppt/notesMasters/notesMaster1.xml" Id="R089962ce806640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5e5efeba8a4f14" /><Relationship Type="http://schemas.openxmlformats.org/officeDocument/2006/relationships/notesMaster" Target="/ppt/notesMasters/notesMaster1.xml" Id="R4ba5302936ce44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95fdfdc3374638" /><Relationship Type="http://schemas.openxmlformats.org/officeDocument/2006/relationships/notesMaster" Target="/ppt/notesMasters/notesMaster1.xml" Id="Raa266027b6fe43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fda2e958f146ab" /><Relationship Type="http://schemas.openxmlformats.org/officeDocument/2006/relationships/notesMaster" Target="/ppt/notesMasters/notesMaster1.xml" Id="Re072f496a5cf4d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d0d5c7ff8f424d" /><Relationship Type="http://schemas.openxmlformats.org/officeDocument/2006/relationships/notesMaster" Target="/ppt/notesMasters/notesMaster1.xml" Id="R1b00cd363e3942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92f69886514257" /><Relationship Type="http://schemas.openxmlformats.org/officeDocument/2006/relationships/notesMaster" Target="/ppt/notesMasters/notesMaster1.xml" Id="Rff8389846f7544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39dcfcbff3442c" /><Relationship Type="http://schemas.openxmlformats.org/officeDocument/2006/relationships/notesMaster" Target="/ppt/notesMasters/notesMaster1.xml" Id="R91eeec59d65a44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b0873c3d4842c7" /><Relationship Type="http://schemas.openxmlformats.org/officeDocument/2006/relationships/notesMaster" Target="/ppt/notesMasters/notesMaster1.xml" Id="Rbecb3c4a5c394fc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caede8771b4c4c" /><Relationship Type="http://schemas.openxmlformats.org/officeDocument/2006/relationships/notesMaster" Target="/ppt/notesMasters/notesMaster1.xml" Id="Rba20cb17987c42c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2f38b584d5473c" /><Relationship Type="http://schemas.openxmlformats.org/officeDocument/2006/relationships/notesMaster" Target="/ppt/notesMasters/notesMaster1.xml" Id="R7e005939f38147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24e7712878b481d" /><Relationship Type="http://schemas.openxmlformats.org/officeDocument/2006/relationships/notesMaster" Target="/ppt/notesMasters/notesMaster1.xml" Id="R93638525e0494a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0ce5b77ab0546ad" /><Relationship Type="http://schemas.openxmlformats.org/officeDocument/2006/relationships/notesMaster" Target="/ppt/notesMasters/notesMaster1.xml" Id="R388902b05bf34ab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6095375e1524212" /><Relationship Type="http://schemas.openxmlformats.org/officeDocument/2006/relationships/notesMaster" Target="/ppt/notesMasters/notesMaster1.xml" Id="R9cf803f37894465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6f32c16c2774503" /><Relationship Type="http://schemas.openxmlformats.org/officeDocument/2006/relationships/notesMaster" Target="/ppt/notesMasters/notesMaster1.xml" Id="R40f3cd28a2dc45a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951367852b94b31" /><Relationship Type="http://schemas.openxmlformats.org/officeDocument/2006/relationships/notesMaster" Target="/ppt/notesMasters/notesMaster1.xml" Id="R983139b6254b475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401c9dcf2144d42" /><Relationship Type="http://schemas.openxmlformats.org/officeDocument/2006/relationships/notesMaster" Target="/ppt/notesMasters/notesMaster1.xml" Id="R7813d48227bd482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87c598a2adc4668" /><Relationship Type="http://schemas.openxmlformats.org/officeDocument/2006/relationships/notesMaster" Target="/ppt/notesMasters/notesMaster1.xml" Id="Rffa6cced4a3041f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b247c104425473b" /><Relationship Type="http://schemas.openxmlformats.org/officeDocument/2006/relationships/notesMaster" Target="/ppt/notesMasters/notesMaster1.xml" Id="R9242424528b148c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59b0564555143ac" /><Relationship Type="http://schemas.openxmlformats.org/officeDocument/2006/relationships/notesMaster" Target="/ppt/notesMasters/notesMaster1.xml" Id="Rc6dfa018eaf64b7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47c4a086b3c4882" /><Relationship Type="http://schemas.openxmlformats.org/officeDocument/2006/relationships/notesMaster" Target="/ppt/notesMasters/notesMaster1.xml" Id="R8b31367da1e94f7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f20c1361d034c1b" /><Relationship Type="http://schemas.openxmlformats.org/officeDocument/2006/relationships/notesMaster" Target="/ppt/notesMasters/notesMaster1.xml" Id="R0519e035890f455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9a005d94f164d65" /><Relationship Type="http://schemas.openxmlformats.org/officeDocument/2006/relationships/notesMaster" Target="/ppt/notesMasters/notesMaster1.xml" Id="Rb025292924d84f1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28ead0581c04768" /><Relationship Type="http://schemas.openxmlformats.org/officeDocument/2006/relationships/notesMaster" Target="/ppt/notesMasters/notesMaster1.xml" Id="R9a75aca90135406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f2388f3b7ee424e" /><Relationship Type="http://schemas.openxmlformats.org/officeDocument/2006/relationships/notesMaster" Target="/ppt/notesMasters/notesMaster1.xml" Id="R74d0283b3ef8437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717b4561a48454d" /><Relationship Type="http://schemas.openxmlformats.org/officeDocument/2006/relationships/notesMaster" Target="/ppt/notesMasters/notesMaster1.xml" Id="Rd062b92efaab4d8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83e54f1757c4c59" /><Relationship Type="http://schemas.openxmlformats.org/officeDocument/2006/relationships/notesMaster" Target="/ppt/notesMasters/notesMaster1.xml" Id="R2e6c9e03174140b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646e61629ec4a26" /><Relationship Type="http://schemas.openxmlformats.org/officeDocument/2006/relationships/notesMaster" Target="/ppt/notesMasters/notesMaster1.xml" Id="R0cd189cbb960484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b6695f13360400e" /><Relationship Type="http://schemas.openxmlformats.org/officeDocument/2006/relationships/notesMaster" Target="/ppt/notesMasters/notesMaster1.xml" Id="R3ea7cf685061424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012263bbf0742d2" /><Relationship Type="http://schemas.openxmlformats.org/officeDocument/2006/relationships/notesMaster" Target="/ppt/notesMasters/notesMaster1.xml" Id="R7cb80b86eb68449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994237dce614d84" /><Relationship Type="http://schemas.openxmlformats.org/officeDocument/2006/relationships/notesMaster" Target="/ppt/notesMasters/notesMaster1.xml" Id="R9a4d6d1345bc4fb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07e8df76a414fb5" /><Relationship Type="http://schemas.openxmlformats.org/officeDocument/2006/relationships/notesMaster" Target="/ppt/notesMasters/notesMaster1.xml" Id="R8fb4d0a5cfa64d2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ac76bf50cf4436b" /><Relationship Type="http://schemas.openxmlformats.org/officeDocument/2006/relationships/notesMaster" Target="/ppt/notesMasters/notesMaster1.xml" Id="R3d80cd08fdcd4f4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974a5d20b674ab5" /><Relationship Type="http://schemas.openxmlformats.org/officeDocument/2006/relationships/notesMaster" Target="/ppt/notesMasters/notesMaster1.xml" Id="Rc1233f5bbfb24d1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efdbe725be6460d" /><Relationship Type="http://schemas.openxmlformats.org/officeDocument/2006/relationships/notesMaster" Target="/ppt/notesMasters/notesMaster1.xml" Id="R2bb4659d769b43d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62d0b80680b4fb4" /><Relationship Type="http://schemas.openxmlformats.org/officeDocument/2006/relationships/notesMaster" Target="/ppt/notesMasters/notesMaster1.xml" Id="R8aba2714e8e740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75dae95ce46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287a7917f646e8" /><Relationship Type="http://schemas.openxmlformats.org/officeDocument/2006/relationships/slideLayout" Target="/ppt/slideLayouts/slideLayout1.xml" Id="R7f04d29c16c34a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04d29c16c34a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cc8dfbbb04f3d" /><Relationship Type="http://schemas.openxmlformats.org/officeDocument/2006/relationships/notesSlide" Target="/ppt/notesSlides/notesSlide1.xml" Id="R0df59a149bb443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094d773a840e2" /><Relationship Type="http://schemas.openxmlformats.org/officeDocument/2006/relationships/notesSlide" Target="/ppt/notesSlides/notesSlide2.xml" Id="Rc928bb7a46774a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26eb63f394f59" /><Relationship Type="http://schemas.openxmlformats.org/officeDocument/2006/relationships/notesSlide" Target="/ppt/notesSlides/notesSlide3.xml" Id="R040b901388ba43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573527b91470d" /><Relationship Type="http://schemas.openxmlformats.org/officeDocument/2006/relationships/notesSlide" Target="/ppt/notesSlides/notesSlide4.xml" Id="R0d5c4c13e36446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c1b8573404351" /><Relationship Type="http://schemas.openxmlformats.org/officeDocument/2006/relationships/notesSlide" Target="/ppt/notesSlides/notesSlide5.xml" Id="Ra3a1d8a9e91d45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0f72b763b4bb4" /><Relationship Type="http://schemas.openxmlformats.org/officeDocument/2006/relationships/notesSlide" Target="/ppt/notesSlides/notesSlide6.xml" Id="Rbaef7bc52c4d45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bddd552684a2c" /><Relationship Type="http://schemas.openxmlformats.org/officeDocument/2006/relationships/notesSlide" Target="/ppt/notesSlides/notesSlide7.xml" Id="Re700132146f54c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549d171094f63" /><Relationship Type="http://schemas.openxmlformats.org/officeDocument/2006/relationships/notesSlide" Target="/ppt/notesSlides/notesSlide8.xml" Id="R896c0d439ca843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84b6ce3bc48a7" /><Relationship Type="http://schemas.openxmlformats.org/officeDocument/2006/relationships/notesSlide" Target="/ppt/notesSlides/notesSlide9.xml" Id="R3e87a4d269f047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61ada7a234029" /><Relationship Type="http://schemas.openxmlformats.org/officeDocument/2006/relationships/notesSlide" Target="/ppt/notesSlides/notesSlide10.xml" Id="R45f0b51dd4d24c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385a0e4aa4dfa" /><Relationship Type="http://schemas.openxmlformats.org/officeDocument/2006/relationships/notesSlide" Target="/ppt/notesSlides/notesSlide11.xml" Id="Rdecdf893aca54b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581906be34b4f" /><Relationship Type="http://schemas.openxmlformats.org/officeDocument/2006/relationships/notesSlide" Target="/ppt/notesSlides/notesSlide12.xml" Id="R00ec521128a646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8fe1d961d42b4" /><Relationship Type="http://schemas.openxmlformats.org/officeDocument/2006/relationships/notesSlide" Target="/ppt/notesSlides/notesSlide13.xml" Id="R5bed6ec0e9354f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a665fc2f648f9" /><Relationship Type="http://schemas.openxmlformats.org/officeDocument/2006/relationships/notesSlide" Target="/ppt/notesSlides/notesSlide14.xml" Id="Rb69eeea4b80744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9511058b946a2" /><Relationship Type="http://schemas.openxmlformats.org/officeDocument/2006/relationships/notesSlide" Target="/ppt/notesSlides/notesSlide15.xml" Id="R8a70444a24ec43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9db91813f40d1" /><Relationship Type="http://schemas.openxmlformats.org/officeDocument/2006/relationships/notesSlide" Target="/ppt/notesSlides/notesSlide16.xml" Id="Rc05e2d94b84048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ce4a5b6524b0d" /><Relationship Type="http://schemas.openxmlformats.org/officeDocument/2006/relationships/notesSlide" Target="/ppt/notesSlides/notesSlide17.xml" Id="Ree2a1922eaa0490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5d6a993fb4d11" /><Relationship Type="http://schemas.openxmlformats.org/officeDocument/2006/relationships/notesSlide" Target="/ppt/notesSlides/notesSlide18.xml" Id="Ra3848b0d43934e8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f1be5751b44ff" /><Relationship Type="http://schemas.openxmlformats.org/officeDocument/2006/relationships/notesSlide" Target="/ppt/notesSlides/notesSlide19.xml" Id="R10d67e2145f34f2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fe29090bd48cb" /><Relationship Type="http://schemas.openxmlformats.org/officeDocument/2006/relationships/notesSlide" Target="/ppt/notesSlides/notesSlide20.xml" Id="Rc47f08c8e88f4d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56b50068e4e84" /><Relationship Type="http://schemas.openxmlformats.org/officeDocument/2006/relationships/notesSlide" Target="/ppt/notesSlides/notesSlide21.xml" Id="Rbef8a814a5a6413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23de9cc5741be" /><Relationship Type="http://schemas.openxmlformats.org/officeDocument/2006/relationships/notesSlide" Target="/ppt/notesSlides/notesSlide22.xml" Id="R059813a36c1e43b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c927a91a64ea4" /><Relationship Type="http://schemas.openxmlformats.org/officeDocument/2006/relationships/notesSlide" Target="/ppt/notesSlides/notesSlide23.xml" Id="Re4a71496695a4b2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106bf211b4844" /><Relationship Type="http://schemas.openxmlformats.org/officeDocument/2006/relationships/notesSlide" Target="/ppt/notesSlides/notesSlide24.xml" Id="R08cb2c1687244d2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75840c30f4bbe" /><Relationship Type="http://schemas.openxmlformats.org/officeDocument/2006/relationships/notesSlide" Target="/ppt/notesSlides/notesSlide25.xml" Id="Re386b3696c5d43d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510d1ccec487d" /><Relationship Type="http://schemas.openxmlformats.org/officeDocument/2006/relationships/notesSlide" Target="/ppt/notesSlides/notesSlide26.xml" Id="R0ee8c34fcc6a4db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b863244284b70" /><Relationship Type="http://schemas.openxmlformats.org/officeDocument/2006/relationships/notesSlide" Target="/ppt/notesSlides/notesSlide27.xml" Id="Rd1fc6baa856f426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20f4f2c7e46d5" /><Relationship Type="http://schemas.openxmlformats.org/officeDocument/2006/relationships/notesSlide" Target="/ppt/notesSlides/notesSlide28.xml" Id="Rd378ddb860d34fa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e7e571e8a4313" /><Relationship Type="http://schemas.openxmlformats.org/officeDocument/2006/relationships/notesSlide" Target="/ppt/notesSlides/notesSlide29.xml" Id="Red43c16d70024cf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252cadd41486f" /><Relationship Type="http://schemas.openxmlformats.org/officeDocument/2006/relationships/notesSlide" Target="/ppt/notesSlides/notesSlide30.xml" Id="R767f781030e6423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13edbf0494bc3" /><Relationship Type="http://schemas.openxmlformats.org/officeDocument/2006/relationships/notesSlide" Target="/ppt/notesSlides/notesSlide31.xml" Id="R955b9d4fcfd04ba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365d9b3d34028" /><Relationship Type="http://schemas.openxmlformats.org/officeDocument/2006/relationships/notesSlide" Target="/ppt/notesSlides/notesSlide32.xml" Id="R20c291821312455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e858a698a40c4" /><Relationship Type="http://schemas.openxmlformats.org/officeDocument/2006/relationships/notesSlide" Target="/ppt/notesSlides/notesSlide33.xml" Id="R771b2b99d1ea40a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eda52345e4adc" /><Relationship Type="http://schemas.openxmlformats.org/officeDocument/2006/relationships/notesSlide" Target="/ppt/notesSlides/notesSlide34.xml" Id="R50428a0b3f5f431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f1ee9c9144f39" /><Relationship Type="http://schemas.openxmlformats.org/officeDocument/2006/relationships/notesSlide" Target="/ppt/notesSlides/notesSlide35.xml" Id="R44c3dd35faa5440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156838ebb4da3" /><Relationship Type="http://schemas.openxmlformats.org/officeDocument/2006/relationships/notesSlide" Target="/ppt/notesSlides/notesSlide36.xml" Id="R781dfc59e1a14ea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fa999ab5944b5" /><Relationship Type="http://schemas.openxmlformats.org/officeDocument/2006/relationships/notesSlide" Target="/ppt/notesSlides/notesSlide37.xml" Id="Rf238dacec5d74ac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a16c63de64b23" /><Relationship Type="http://schemas.openxmlformats.org/officeDocument/2006/relationships/notesSlide" Target="/ppt/notesSlides/notesSlide38.xml" Id="Rdb9c367a97f2485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78fb4cfee4f34" /><Relationship Type="http://schemas.openxmlformats.org/officeDocument/2006/relationships/notesSlide" Target="/ppt/notesSlides/notesSlide39.xml" Id="R586818888d384bb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b9610180240ff" /><Relationship Type="http://schemas.openxmlformats.org/officeDocument/2006/relationships/notesSlide" Target="/ppt/notesSlides/notesSlide40.xml" Id="R7679829ae135498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30ab0901a4372" /><Relationship Type="http://schemas.openxmlformats.org/officeDocument/2006/relationships/notesSlide" Target="/ppt/notesSlides/notesSlide41.xml" Id="R1df3689360cd4d3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e3d2e28b24c48" /><Relationship Type="http://schemas.openxmlformats.org/officeDocument/2006/relationships/notesSlide" Target="/ppt/notesSlides/notesSlide42.xml" Id="R835ca2371fd5489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a06a41f8c428f" /><Relationship Type="http://schemas.openxmlformats.org/officeDocument/2006/relationships/notesSlide" Target="/ppt/notesSlides/notesSlide43.xml" Id="R599abc6bc3c64d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5166D-8394-44CC-970A-EF80C6B5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80FC0-D98D-4C01-9A92-96D84E3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GRADE 10 · GROUP B · 4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90D8A-E73B-45FC-87EA-F32BD5EC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GRANDMOTHER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A9730-D744-4898-BF7E-20ED370B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Sameeneh Shirazie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הפואמה בלבד</a:t>
            </a:r>
          </a:p>
        </p:txBody>
      </p:sp>
    </p:spTree>
    <p:extLst>
      <p:ext uri="{BB962C8B-B14F-4D97-AF65-F5344CB8AC3E}">
        <p14:creationId xmlns:p14="http://schemas.microsoft.com/office/powerpoint/2010/main" val="15853006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08812-3A12-4765-A46B-0AD83300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7CF18-B0F4-4E3F-A523-E73C4D07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WHAT IS A POEM?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C425B-5D55-4140-8099-46FDB749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פואמה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8F2DE-73CF-4DBC-8A38-4F80610A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פואמה היא שיר ללא מנגינה 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קוראים אותה כדי להקשיב למילים, לתמונות ולרגשות שהן יוצרות.</a:t>
            </a:r>
          </a:p>
        </p:txBody>
      </p:sp>
    </p:spTree>
    <p:extLst>
      <p:ext uri="{BB962C8B-B14F-4D97-AF65-F5344CB8AC3E}">
        <p14:creationId xmlns:p14="http://schemas.microsoft.com/office/powerpoint/2010/main" val="9685752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1D0AE-9939-478D-8001-7388A312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DD16E-0D0F-4097-A9D2-B8C9AF25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OUR POEM LESSON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009BA-27A2-466A-9460-BB30A56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Words Learn key vocabulary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7F728-C0B2-43A3-BF36-F26DDA21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Read Understand each part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Think Explain ideas simply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Write Give a short response</a:t>
            </a:r>
          </a:p>
        </p:txBody>
      </p:sp>
    </p:spTree>
    <p:extLst>
      <p:ext uri="{BB962C8B-B14F-4D97-AF65-F5344CB8AC3E}">
        <p14:creationId xmlns:p14="http://schemas.microsoft.com/office/powerpoint/2010/main" val="12547986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C6DE7-7A46-4494-AFD8-263E33E0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54793-7756-4963-98AF-4A430348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BEFORE READING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20827-01B1-4D94-856D-8AFA7899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When did you last stop and really listen to an older person?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038CB-85A8-413D-81D6-F2BD142E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169481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072E6-B317-4BC9-9101-07739080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E6271-0E17-4E29-B3A4-D612CEC7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THE POET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5D2A8-911A-4A60-8BCD-24CB30D9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Sameeneh Shirazie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C195C-E43E-4ADB-946C-22E0D0C3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משוררת ילידת קראצ׳י שבפקיסטן. השיר מתמקד ברגע קטן של הקשבה שהופך להבנה משמעותית.</a:t>
            </a:r>
          </a:p>
        </p:txBody>
      </p:sp>
    </p:spTree>
    <p:extLst>
      <p:ext uri="{BB962C8B-B14F-4D97-AF65-F5344CB8AC3E}">
        <p14:creationId xmlns:p14="http://schemas.microsoft.com/office/powerpoint/2010/main" val="465891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47A45-C3B1-4503-B0CC-32E54F3C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0C57C-45D4-458F-BC2B-0DD4B997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THE POEM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57C85-00BE-44BF-896C-3BD99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קוראים את השיר בחמישה חלקים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24CD6-70AC-4AA7-AB41-6750FC31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בכל חלק עוצרים, מבינים את הפרטים ועונים על שאלה קצרה באנגלית.</a:t>
            </a:r>
          </a:p>
        </p:txBody>
      </p:sp>
    </p:spTree>
    <p:extLst>
      <p:ext uri="{BB962C8B-B14F-4D97-AF65-F5344CB8AC3E}">
        <p14:creationId xmlns:p14="http://schemas.microsoft.com/office/powerpoint/2010/main" val="10040881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D2943-D7B9-49F6-9710-4D66D2F1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B1D49-8D47-4686-B310-55BC900C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KEY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00BA6-DEF3-4156-85DC-A882526B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sheets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828C4-51C5-4ED9-BC68-46DE4BED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large pieces of cloth used on a bed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סדינים</a:t>
            </a:r>
          </a:p>
        </p:txBody>
      </p:sp>
    </p:spTree>
    <p:extLst>
      <p:ext uri="{BB962C8B-B14F-4D97-AF65-F5344CB8AC3E}">
        <p14:creationId xmlns:p14="http://schemas.microsoft.com/office/powerpoint/2010/main" val="19906400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2CB72-0F61-4B3C-999C-2F403890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2B37E-AA08-414C-A04C-E44D1EED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KEY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6A88D-07F5-40CF-A6C9-8E37A44B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towel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C271A-BD08-498F-A707-C00FEEB4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cloth used for drying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מגבת</a:t>
            </a:r>
          </a:p>
        </p:txBody>
      </p:sp>
    </p:spTree>
    <p:extLst>
      <p:ext uri="{BB962C8B-B14F-4D97-AF65-F5344CB8AC3E}">
        <p14:creationId xmlns:p14="http://schemas.microsoft.com/office/powerpoint/2010/main" val="12066171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CB276-E166-4FB6-AEED-6D12E933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C4918-B241-411C-9BC1-D31F6C0C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KEY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18A92-97D9-46C8-9232-CAAACB75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heavy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2287A-4AFF-4F78-935C-30E6B62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difficult to lift or carry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כבד</a:t>
            </a:r>
          </a:p>
        </p:txBody>
      </p:sp>
    </p:spTree>
    <p:extLst>
      <p:ext uri="{BB962C8B-B14F-4D97-AF65-F5344CB8AC3E}">
        <p14:creationId xmlns:p14="http://schemas.microsoft.com/office/powerpoint/2010/main" val="781714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9882C-B913-450F-8F42-8F25151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F833A-5725-4EDD-BAFA-6CCBB233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KEY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1AF76-75FB-4D0E-A39E-7851902F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chores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5BB8A-8213-4E0F-9589-644C6704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regular jobs around the house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מטלות הבית</a:t>
            </a:r>
          </a:p>
        </p:txBody>
      </p:sp>
    </p:spTree>
    <p:extLst>
      <p:ext uri="{BB962C8B-B14F-4D97-AF65-F5344CB8AC3E}">
        <p14:creationId xmlns:p14="http://schemas.microsoft.com/office/powerpoint/2010/main" val="8526968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CD684-E9BA-4B06-940F-01665CB7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0560E-4E42-45FA-9B05-575E7B27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KEY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02F42-9094-44EB-A073-23EA7AA7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complain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E737A-696B-496B-B080-9CDEC02B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to say that something is wrong or difficult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להתלונן</a:t>
            </a:r>
          </a:p>
        </p:txBody>
      </p:sp>
    </p:spTree>
    <p:extLst>
      <p:ext uri="{BB962C8B-B14F-4D97-AF65-F5344CB8AC3E}">
        <p14:creationId xmlns:p14="http://schemas.microsoft.com/office/powerpoint/2010/main" val="5232976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2C72B-3036-49A4-AC09-44BB4B54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D0D8A-DB23-4456-B4F6-DD4E5E5F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KEY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217FF-D973-4966-82EB-EEA1454A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notice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680EF-EDA2-4AE3-9111-D0C1411E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to become aware of something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להבחין</a:t>
            </a:r>
          </a:p>
        </p:txBody>
      </p:sp>
    </p:spTree>
    <p:extLst>
      <p:ext uri="{BB962C8B-B14F-4D97-AF65-F5344CB8AC3E}">
        <p14:creationId xmlns:p14="http://schemas.microsoft.com/office/powerpoint/2010/main" val="5673520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4D6D0-1CE2-4243-892C-ED8596F8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22FB8-E039-460A-9D0D-BA2DFC72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KEY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0F372-766A-40A6-9D95-03404888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listen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5B376-EEC7-4237-A375-F9D72757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to give attention to someone speaking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להקשיב</a:t>
            </a:r>
          </a:p>
        </p:txBody>
      </p:sp>
    </p:spTree>
    <p:extLst>
      <p:ext uri="{BB962C8B-B14F-4D97-AF65-F5344CB8AC3E}">
        <p14:creationId xmlns:p14="http://schemas.microsoft.com/office/powerpoint/2010/main" val="453149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9C439-DF68-43E3-8060-4720DCB0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FB973-3075-423D-A199-18EA1EF3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KEY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45435-0A27-4569-ABC5-CDBF3426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miss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F4F01-2E4C-46C9-9801-9C1631B3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to fail to notice or experience something important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להחמיץ / לא להבחין</a:t>
            </a:r>
          </a:p>
        </p:txBody>
      </p:sp>
    </p:spTree>
    <p:extLst>
      <p:ext uri="{BB962C8B-B14F-4D97-AF65-F5344CB8AC3E}">
        <p14:creationId xmlns:p14="http://schemas.microsoft.com/office/powerpoint/2010/main" val="15562199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761CB-B8FA-43F1-9E5B-5C518CC9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B51AF-5EF0-4AA8-96A4-4BACBC70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GRANDMOTHER · PART 1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0CEE1-EF1A-4405-8B2D-45D9050F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I hadn’t asked her much, just how she felt, and she told me all about her day,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E573C-E8F2-4B83-A688-52E2A636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kind of answer did the speaker expect?</a:t>
            </a:r>
          </a:p>
        </p:txBody>
      </p:sp>
    </p:spTree>
    <p:extLst>
      <p:ext uri="{BB962C8B-B14F-4D97-AF65-F5344CB8AC3E}">
        <p14:creationId xmlns:p14="http://schemas.microsoft.com/office/powerpoint/2010/main" val="12211720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E1FF6-A98E-46B4-9FFE-CE22EC80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DECC7-B99B-4246-AA98-B0A1365D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GRANDMOTHER · PART 2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3C007-9906-4948-8BD1-A2AFBCEB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and how she’d washed the sheets, and how she could not understand why the towel got so heavy when it was wet.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93488-A04C-4B02-B735-FB32C53B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do these ordinary details tell us about the grandmother?</a:t>
            </a:r>
          </a:p>
        </p:txBody>
      </p:sp>
    </p:spTree>
    <p:extLst>
      <p:ext uri="{BB962C8B-B14F-4D97-AF65-F5344CB8AC3E}">
        <p14:creationId xmlns:p14="http://schemas.microsoft.com/office/powerpoint/2010/main" val="6833465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1AD8D-B5A8-428A-B5F4-F7F5F1E3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A1F51-E760-4249-ABEA-51AA85B8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GRANDMOTHER · PART 3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04465-E9F5-496B-9FF2-97D63BDD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She’d also sunned the mattresses, such tired bones and so much to do,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97086-7C4A-4177-80BF-F5D27C3B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contrast appears in this part?</a:t>
            </a:r>
          </a:p>
        </p:txBody>
      </p:sp>
    </p:spTree>
    <p:extLst>
      <p:ext uri="{BB962C8B-B14F-4D97-AF65-F5344CB8AC3E}">
        <p14:creationId xmlns:p14="http://schemas.microsoft.com/office/powerpoint/2010/main" val="898349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B32C0-B27D-4E33-A7FC-06FC7C2B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65DC7-955F-4FAB-AD1D-746858ED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GRANDMOTHER · PART 4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34284-9772-41C9-BC9C-5D757A86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and my eyes filled with tears when I thought of how I was simply going to say “Salaam” and walk away and so many words would have been trapped inside 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90107-4281-4966-B5B9-2491B33D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Why do the speaker’s eyes fill with tears?</a:t>
            </a:r>
          </a:p>
        </p:txBody>
      </p:sp>
    </p:spTree>
    <p:extLst>
      <p:ext uri="{BB962C8B-B14F-4D97-AF65-F5344CB8AC3E}">
        <p14:creationId xmlns:p14="http://schemas.microsoft.com/office/powerpoint/2010/main" val="1629576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A605C-5103-4327-8624-32DC89D0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C34DF-3593-444E-B033-39823099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GRANDMOTHER · PART 5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41FB4-35CC-4697-941C-C54A77E6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I would have passed by as if what lay between those bedclothes was just old life and not really my grandmother.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669B5-5999-4A53-AA9A-7C563B95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does the speaker finally understand?</a:t>
            </a:r>
          </a:p>
        </p:txBody>
      </p:sp>
    </p:spTree>
    <p:extLst>
      <p:ext uri="{BB962C8B-B14F-4D97-AF65-F5344CB8AC3E}">
        <p14:creationId xmlns:p14="http://schemas.microsoft.com/office/powerpoint/2010/main" val="17179819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889D8-2302-47C7-8AA7-961AEE6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50A9A-EBD5-41F1-ABA8-C7FC2366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FIRST READING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FF3E4-744D-4194-B90A-311C485D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מה קורה בפואמה?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63AE7-D2F5-4041-A948-02625C2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granddaughter asks a simple question.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grandmother answers with details from her day.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granddaughter begins to listen differently.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 routine conversation becomes an important moment.</a:t>
            </a:r>
          </a:p>
        </p:txBody>
      </p:sp>
    </p:spTree>
    <p:extLst>
      <p:ext uri="{BB962C8B-B14F-4D97-AF65-F5344CB8AC3E}">
        <p14:creationId xmlns:p14="http://schemas.microsoft.com/office/powerpoint/2010/main" val="17919234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3B719-A510-4B56-B1CE-7CBC281A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DD958-EEF3-4503-B945-69EDC8D6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3 POINTS · BASIC UNDERSTANDING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29D7C-4EDD-48F2-B127-4A71FE28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Find the facts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6A39F-9EB0-4A08-9AEA-7F433DF9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Who is the speaker talking to?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question does she ask?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Name two chores the grandmother completed.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happens to the speaker at the end?</a:t>
            </a:r>
          </a:p>
        </p:txBody>
      </p:sp>
    </p:spTree>
    <p:extLst>
      <p:ext uri="{BB962C8B-B14F-4D97-AF65-F5344CB8AC3E}">
        <p14:creationId xmlns:p14="http://schemas.microsoft.com/office/powerpoint/2010/main" val="1577180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24A7D-B590-47C9-AE97-20A17EB6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E8826-97D8-44E2-8CEA-5E327F61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3 POINTS · ORDER OF EVENTS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20444-4E65-4774-A84E-ABB23F3E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What happens first?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2AFA5-4BC3-46D9-B5B6-7D219B17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1. The granddaughter asks how her grandmother feels.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2. The grandmother describes her busy day.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3. The granddaughter understands that she almost walked away.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4. Her eyes fill with tears.</a:t>
            </a:r>
          </a:p>
        </p:txBody>
      </p:sp>
    </p:spTree>
    <p:extLst>
      <p:ext uri="{BB962C8B-B14F-4D97-AF65-F5344CB8AC3E}">
        <p14:creationId xmlns:p14="http://schemas.microsoft.com/office/powerpoint/2010/main" val="17944235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BDF12-97EB-4EAB-B47E-18EBE6CF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6A5AC-6325-49F3-8ABD-50103DE8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3 POINTS ·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D2B3E-041A-4090-8186-74EB6F46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Complete each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8EA33-F12A-4F90-AC1B-A227A4A8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towel became heavy because ______.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grandmother’s bones were tired because ______.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granddaughter almost said ______ and walked away.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She finally stopped and ______.</a:t>
            </a:r>
          </a:p>
        </p:txBody>
      </p:sp>
    </p:spTree>
    <p:extLst>
      <p:ext uri="{BB962C8B-B14F-4D97-AF65-F5344CB8AC3E}">
        <p14:creationId xmlns:p14="http://schemas.microsoft.com/office/powerpoint/2010/main" val="12532631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30DBE-B52C-4D52-8787-3E7AB821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9FE25-F2EE-4B77-A185-F6EF17A0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3 POINTS · ANSWER 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1123A-F959-4573-99EB-716F8A2D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One clear sentence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EE43C-9CE3-4985-8323-259DEA3C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Question: Why was the towel heavy?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Answer: The towel was heavy because it was wet.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Your turn: Why were the grandmother’s bones tired?</a:t>
            </a:r>
          </a:p>
        </p:txBody>
      </p:sp>
    </p:spTree>
    <p:extLst>
      <p:ext uri="{BB962C8B-B14F-4D97-AF65-F5344CB8AC3E}">
        <p14:creationId xmlns:p14="http://schemas.microsoft.com/office/powerpoint/2010/main" val="20025289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81DD6-BE4A-434F-BB29-64A0ECE8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6BB3C-7B9E-4EE6-98ED-BA0FCCC5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4 POINTS · INFERENCE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41062-4D6C-4B67-BE63-0BF35F78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Read between the 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5A15B-014F-4060-8E6C-E258E3D9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Why does the grandmother share so many ordinary details?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What may have remained “trapped inside her”?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Why does the speaker suddenly see her grandmother differently?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What can we infer about their relationship before this moment?</a:t>
            </a:r>
          </a:p>
        </p:txBody>
      </p:sp>
    </p:spTree>
    <p:extLst>
      <p:ext uri="{BB962C8B-B14F-4D97-AF65-F5344CB8AC3E}">
        <p14:creationId xmlns:p14="http://schemas.microsoft.com/office/powerpoint/2010/main" val="209452608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92644-B7E7-4048-8B85-5AEC41A3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DC671-29C9-4534-872E-11EC3203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4 POINTS ·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1ED19-1BE2-4D0D-8392-24E5BD2C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Words reveal feelings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7F374-290F-4A80-9160-9FCE106C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does “tired bones” suggest about the grandmother?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Why does the poet repeat the words “and how”?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does “old life” mean in the final sentence?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How does the word “really” change the ending?</a:t>
            </a:r>
          </a:p>
        </p:txBody>
      </p:sp>
    </p:spTree>
    <p:extLst>
      <p:ext uri="{BB962C8B-B14F-4D97-AF65-F5344CB8AC3E}">
        <p14:creationId xmlns:p14="http://schemas.microsoft.com/office/powerpoint/2010/main" val="18694786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8949B-1DBE-4340-9074-13FAF54B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9B2EB-4B52-4501-8483-57385D03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4 POINTS · CHARACTER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44B17-7690-4692-B582-D5139972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At first — by the 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8A5C5-7D9B-42A4-AA07-413E9209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At first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granddaughter plans to greet her grandmother and continue walking.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By the end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She understands that listening allows her to see the person behind the chores and age.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causes this change?</a:t>
            </a:r>
          </a:p>
        </p:txBody>
      </p:sp>
    </p:spTree>
    <p:extLst>
      <p:ext uri="{BB962C8B-B14F-4D97-AF65-F5344CB8AC3E}">
        <p14:creationId xmlns:p14="http://schemas.microsoft.com/office/powerpoint/2010/main" val="1826179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E2140-90D8-4D13-B692-B50F1E2C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A2DF6-56C9-4F5E-AB5E-6F92A551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4 POINTS · DEVELOPED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F0C2B-D320-4D92-A893-E48AD20F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Answer + detail + meaning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2DA51-E907-47C9-B02D-8B146597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Answer: The grandmother needs someone to notice and listen to her.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Detail: She shares every small task she completed that day.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Meaning: These details reveal her effort, age and possible loneliness.</a:t>
            </a:r>
          </a:p>
          <a:p xmlns:a="http://schemas.openxmlformats.org/drawingml/2006/main">
            <a:pPr algn="ctr">
              <a:defRPr sz="1800" b="1">
                <a:solidFill>
                  <a:srgbClr val="9FB2C8"/>
                </a:solidFill>
              </a:defRPr>
            </a:pPr>
            <a:r>
              <a:rPr sz="1800" b="1">
                <a:solidFill>
                  <a:srgbClr val="9FB2C8"/>
                </a:solidFill>
              </a:rPr>
              <a:t>Conclusion: The speaker learns that a simple conversation can reveal a whole life.</a:t>
            </a:r>
          </a:p>
        </p:txBody>
      </p:sp>
    </p:spTree>
    <p:extLst>
      <p:ext uri="{BB962C8B-B14F-4D97-AF65-F5344CB8AC3E}">
        <p14:creationId xmlns:p14="http://schemas.microsoft.com/office/powerpoint/2010/main" val="32842853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44E5C-1511-4A09-B6C2-3A49D3E5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EF470-5BF2-4250-847F-7B5CEB47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A SMALL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DFC52-82C5-419F-97E1-6FA3A096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“just how she felt”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B6D3D-DDE7-46D3-959F-87B58EE2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Why does this simple question become important?</a:t>
            </a:r>
          </a:p>
        </p:txBody>
      </p:sp>
    </p:spTree>
    <p:extLst>
      <p:ext uri="{BB962C8B-B14F-4D97-AF65-F5344CB8AC3E}">
        <p14:creationId xmlns:p14="http://schemas.microsoft.com/office/powerpoint/2010/main" val="8358106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095BE-29F6-4800-BFC9-9D4F02D6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A241C-ACB7-4E47-8509-2B10EF34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THE GRANDMOTHER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29D22-548B-4A46-980E-662462FB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She talks about ordinary household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22373-2CE7-4620-BC26-D476DF71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Her body is becoming weaker.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She wants someone to hear the details of her life.</a:t>
            </a:r>
          </a:p>
        </p:txBody>
      </p:sp>
    </p:spTree>
    <p:extLst>
      <p:ext uri="{BB962C8B-B14F-4D97-AF65-F5344CB8AC3E}">
        <p14:creationId xmlns:p14="http://schemas.microsoft.com/office/powerpoint/2010/main" val="116148347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FACD2-839A-4798-8874-D6C9EC10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E998B-20B5-448B-A4DF-E3F85260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THE GRANDDAUGHTER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46D37-6C7B-4CCE-8DC5-6D40F47D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At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EA506-2EB0-42C1-A8E4-24C08959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She asks casually and does not expect a long answer.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By the end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She understands that listening reveals a life she has not fully noticed.</a:t>
            </a:r>
          </a:p>
        </p:txBody>
      </p:sp>
    </p:spTree>
    <p:extLst>
      <p:ext uri="{BB962C8B-B14F-4D97-AF65-F5344CB8AC3E}">
        <p14:creationId xmlns:p14="http://schemas.microsoft.com/office/powerpoint/2010/main" val="36001837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E838C-7686-4979-9FC2-4279AD7A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F6C10-26BA-402D-91F4-3FE34953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INFERENCE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6299E-8D60-40F0-B083-529F16DE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What can we infer about the grandmother’s need to talk?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F38DF-40C2-4B74-B7EA-2DFA77DE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Use details from the poem, not only your opinion.</a:t>
            </a:r>
          </a:p>
        </p:txBody>
      </p:sp>
    </p:spTree>
    <p:extLst>
      <p:ext uri="{BB962C8B-B14F-4D97-AF65-F5344CB8AC3E}">
        <p14:creationId xmlns:p14="http://schemas.microsoft.com/office/powerpoint/2010/main" val="1622819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DD993-BCF8-45CF-81C5-8D925FF8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C4E38-1375-414E-8456-CEF5F79F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CAUSE AND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1F820-8CC3-417A-A2FD-F43714E3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Cause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E5165-F779-4401-81C5-24017755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granddaughter finally gives her full attention.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Effect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She realizes how much of her grandmother’s inner life she has missed.</a:t>
            </a:r>
          </a:p>
        </p:txBody>
      </p:sp>
    </p:spTree>
    <p:extLst>
      <p:ext uri="{BB962C8B-B14F-4D97-AF65-F5344CB8AC3E}">
        <p14:creationId xmlns:p14="http://schemas.microsoft.com/office/powerpoint/2010/main" val="38697167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A56A1-B71B-48B0-B281-C62F67CD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810D3-2CE8-4ED3-8D6C-4D095AAC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TITLE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BEC76-885E-4532-A4E7-58EA2DA9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GRANDMOTHER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72553-EFE4-4CCE-B818-F0E11898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Why is the title only one word?</a:t>
            </a:r>
          </a:p>
        </p:txBody>
      </p:sp>
    </p:spTree>
    <p:extLst>
      <p:ext uri="{BB962C8B-B14F-4D97-AF65-F5344CB8AC3E}">
        <p14:creationId xmlns:p14="http://schemas.microsoft.com/office/powerpoint/2010/main" val="134729231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B3C09-D502-4638-88BE-4142B46E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D3575-9325-49AB-995B-DBE1CC2C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CENTRAL THEME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8F059-B0F9-4EB6-A473-8F7BC0EB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הקשבה הופכת אדם לנראה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D4190-2F48-4834-8B74-87606A7A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Ordinary details can reveal loneliness, effort, age and love.</a:t>
            </a:r>
          </a:p>
        </p:txBody>
      </p:sp>
    </p:spTree>
    <p:extLst>
      <p:ext uri="{BB962C8B-B14F-4D97-AF65-F5344CB8AC3E}">
        <p14:creationId xmlns:p14="http://schemas.microsoft.com/office/powerpoint/2010/main" val="10079603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B0A11-14BB-43F1-B102-E8FDD760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9718B-8DD3-4D35-B99A-7F360DF4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LOOK AGAIN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CD0B0-D777-46E9-B54E-69D8FCE2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Which detail changes the granddaughter’s understanding most strongly?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34AAD-EAC4-4F07-8189-9743C149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725451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693AE-3525-48AC-9F0A-89CD88CF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69B30-2A30-44EC-8C6E-AF17B615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CHARACTERIZATION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85D60-4293-4535-885E-83798BF5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What does the grandmother do?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2C85B-06F4-44A9-87BF-8AAD2D91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does she say?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do her words suggest about her feelings?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How does the granddaughter respond?</a:t>
            </a:r>
          </a:p>
        </p:txBody>
      </p:sp>
    </p:spTree>
    <p:extLst>
      <p:ext uri="{BB962C8B-B14F-4D97-AF65-F5344CB8AC3E}">
        <p14:creationId xmlns:p14="http://schemas.microsoft.com/office/powerpoint/2010/main" val="123594439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0FCE6-37CA-4427-903E-5BAB86F6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FFFDC-D9AA-4132-B867-523DD569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MESSAGE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718BB-6918-4712-8F94-D82F976E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What does the poem teach us about relationships between generations?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E2AE6-1100-4DB8-8EFE-9EC71587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0946745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4F077-7073-4200-84D4-062079E5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A4B85-8354-4BA2-BF90-BA96082E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PERSONAL CONNECTION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50017-1070-4C5D-BE52-D8E56113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Can a short conversation change the way we see someone? Explain.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908CD-8246-4369-B249-A6E34DEF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5282571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8EDBF-CB31-4F68-8CC3-C722D9E6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A6EB3-A716-4B6B-95EF-54DB3AC0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SHORT RESPONSE · 60–80 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3E1CE-E2B2-4F67-952E-69FE4A6C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Why is listening important in the poem?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C1CED-3DEC-4205-927C-CF95BD24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State your answer clearly.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Use two details from the poem.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Explain what the granddaughter learns.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Check spelling and punctuation.</a:t>
            </a:r>
          </a:p>
        </p:txBody>
      </p:sp>
    </p:spTree>
    <p:extLst>
      <p:ext uri="{BB962C8B-B14F-4D97-AF65-F5344CB8AC3E}">
        <p14:creationId xmlns:p14="http://schemas.microsoft.com/office/powerpoint/2010/main" val="105426700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24989-C33A-4B6D-BEFA-6E4BB1F8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E996A-93E0-4B68-A938-F4EFCB6F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WRITING BOT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CF1F4-9B6A-413F-B010-29302309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כותבים קודם — משפרים אחר כך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254F8-4EAA-44E6-B2D6-E3F56C6A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Write your own first draft.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Ask the bot to identify two unclear sentences.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Ask for an explanation of one language mistake.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Rewrite the response yourself.</a:t>
            </a:r>
          </a:p>
        </p:txBody>
      </p:sp>
    </p:spTree>
    <p:extLst>
      <p:ext uri="{BB962C8B-B14F-4D97-AF65-F5344CB8AC3E}">
        <p14:creationId xmlns:p14="http://schemas.microsoft.com/office/powerpoint/2010/main" val="204710339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5AF12-0FE4-4C9B-9044-0C7A7086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7B118-1672-4335-8388-882D756D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BOT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50F59-2949-4EF3-9DA8-F49EACC2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“Do not rewrite my answer. Show me two places that are unclear and explain one grammar mistake.”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5E000-9FE4-43BE-96E6-BD337FBF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8675108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A5C99-FD2A-49B1-A9EB-E829B32D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7D9DF-1537-4F07-A5B8-64528C28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EXIT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9E28E-F83D-4FFD-ABAC-4AFBDBF8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What will you remember from Grandmother?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DC801-58CA-4706-AA54-E2E0D4D3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54782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2026-09-01T14:55:40.2430000Z</dcterms:created>
  <dcterms:modified xsi:type="dcterms:W3CDTF">2026-09-01T14:55:40.2430000Z</dcterms:modified>
</coreProperties>
</file>